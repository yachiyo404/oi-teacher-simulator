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占比(%)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7B6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90E0EF"/>
              </a:solidFill>
              <a:effectLst/>
            </c:spPr>
          </c:dPt>
          <c:dPt>
            <c:idx val="3"/>
            <c:bubble3D val="0"/>
            <c:spPr>
              <a:solidFill>
                <a:srgbClr val="48CAE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大米</c:v>
                </c:pt>
                <c:pt idx="1">
                  <c:v>高粱</c:v>
                </c:pt>
                <c:pt idx="2">
                  <c:v>小麦</c:v>
                </c:pt>
                <c:pt idx="3">
                  <c:v>玉米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40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销售额(万元)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E0E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大米</c:v>
                  </c:pt>
                  <c:pt idx="1">
                    <c:v>高粱</c:v>
                  </c:pt>
                  <c:pt idx="2">
                    <c:v>小麦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250</c:v>
                </c:pt>
                <c:pt idx="2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销售额(万元)</c:v>
                </c:pt>
              </c:strCache>
            </c:strRef>
          </c:tx>
          <c:spPr>
            <a:solidFill>
              <a:srgbClr val="0077B6"/>
            </a:solidFill>
            <a:ln w="25400" cap="flat">
              <a:solidFill>
                <a:srgbClr val="0077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7B6"/>
              </a:solidFill>
              <a:ln w="9525" cap="flat">
                <a:solidFill>
                  <a:srgbClr val="0077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1月</c:v>
                  </c:pt>
                  <c:pt idx="1">
                    <c:v>6月</c:v>
                  </c:pt>
                  <c:pt idx="2">
                    <c:v>12月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72</c:v>
                </c:pt>
                <c:pt idx="2">
                  <c:v>102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54864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2026年度总结报告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北灵聊AI · 年度工作汇报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2286000" cy="27432"/>
          </a:xfrm>
          <a:prstGeom prst="rect">
            <a:avLst/>
          </a:prstGeom>
          <a:solidFill>
            <a:srgbClr val="90E0E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销售占比分析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销售额对比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月度趋势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业务拓展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新增客户 126 家，同比增长 35%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开拓西南市场，覆盖 4 个新省份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5054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团队建设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008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9626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团队扩充至 28 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92424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3924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3467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组织培训 12 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776472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7764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73075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员工满意度达 92%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4572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4114800"/>
            <a:ext cx="7726680" cy="41148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605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全年目标超额完成，总销售额突破 560 万元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914400"/>
            <a:ext cx="6400800" cy="3200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188720"/>
            <a:ext cx="4572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3840480"/>
            <a:ext cx="4572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828800" y="27432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北灵聊AI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期待2027再创佳绩！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2026-05-29T12:24:17Z</dcterms:created>
  <dcterms:modified xsi:type="dcterms:W3CDTF">2026-05-29T12:24:17Z</dcterms:modified>
</cp:coreProperties>
</file>