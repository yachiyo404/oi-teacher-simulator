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8" r:id="rId5"/>
    <p:sldId id="260" r:id="rId6"/>
    <p:sldId id="261" r:id="rId7"/>
    <p:sldId id="282" r:id="rId8"/>
    <p:sldId id="263" r:id="rId9"/>
    <p:sldId id="284" r:id="rId10"/>
    <p:sldId id="286" r:id="rId11"/>
    <p:sldId id="288" r:id="rId12"/>
    <p:sldId id="268" r:id="rId13"/>
    <p:sldId id="269" r:id="rId14"/>
    <p:sldId id="270" r:id="rId15"/>
    <p:sldId id="271" r:id="rId16"/>
    <p:sldId id="291" r:id="rId17"/>
    <p:sldId id="292" r:id="rId18"/>
    <p:sldId id="294" r:id="rId19"/>
    <p:sldId id="277" r:id="rId20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19FF1"/>
    <a:srgbClr val="257AEB"/>
    <a:srgbClr val="E9A891"/>
    <a:srgbClr val="E3EEFD"/>
    <a:srgbClr val="FFDA3F"/>
    <a:srgbClr val="D8E7FC"/>
    <a:srgbClr val="F0F6FE"/>
    <a:srgbClr val="FFE43F"/>
    <a:srgbClr val="E57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67" d="100"/>
          <a:sy n="67" d="100"/>
        </p:scale>
        <p:origin x="43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tags" Target="tags/tag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组合 497"/>
          <p:cNvGrpSpPr/>
          <p:nvPr/>
        </p:nvGrpSpPr>
        <p:grpSpPr>
          <a:xfrm flipH="1">
            <a:off x="1588" y="0"/>
            <a:ext cx="12188825" cy="6888241"/>
            <a:chOff x="1588" y="0"/>
            <a:chExt cx="12188825" cy="6888241"/>
          </a:xfrm>
        </p:grpSpPr>
        <p:sp>
          <p:nvSpPr>
            <p:cNvPr id="499" name="矩形 498"/>
            <p:cNvSpPr>
              <a:spLocks noChangeAspect="1" noChangeArrowheads="1" noTextEdit="1"/>
            </p:cNvSpPr>
            <p:nvPr/>
          </p:nvSpPr>
          <p:spPr bwMode="auto">
            <a:xfrm flipH="1">
              <a:off x="1588" y="0"/>
              <a:ext cx="12188825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0" name="任意多边形 499"/>
            <p:cNvSpPr>
              <a:spLocks/>
            </p:cNvSpPr>
            <p:nvPr/>
          </p:nvSpPr>
          <p:spPr bwMode="auto">
            <a:xfrm flipH="1">
              <a:off x="5346702" y="654051"/>
              <a:ext cx="6394449" cy="5657849"/>
            </a:xfrm>
            <a:custGeom>
              <a:avLst/>
              <a:gdLst>
                <a:gd name="T0" fmla="*/ 3758 w 3838"/>
                <a:gd name="T1" fmla="*/ 3838 h 3838"/>
                <a:gd name="T2" fmla="*/ 80 w 3838"/>
                <a:gd name="T3" fmla="*/ 3838 h 3838"/>
                <a:gd name="T4" fmla="*/ 0 w 3838"/>
                <a:gd name="T5" fmla="*/ 3758 h 3838"/>
                <a:gd name="T6" fmla="*/ 0 w 3838"/>
                <a:gd name="T7" fmla="*/ 80 h 3838"/>
                <a:gd name="T8" fmla="*/ 80 w 3838"/>
                <a:gd name="T9" fmla="*/ 0 h 3838"/>
                <a:gd name="T10" fmla="*/ 3758 w 3838"/>
                <a:gd name="T11" fmla="*/ 0 h 3838"/>
                <a:gd name="T12" fmla="*/ 3838 w 3838"/>
                <a:gd name="T13" fmla="*/ 80 h 3838"/>
                <a:gd name="T14" fmla="*/ 3838 w 3838"/>
                <a:gd name="T15" fmla="*/ 3758 h 3838"/>
                <a:gd name="T16" fmla="*/ 3758 w 3838"/>
                <a:gd name="T17" fmla="*/ 3838 h 3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8" h="3838">
                  <a:moveTo>
                    <a:pt x="3758" y="3838"/>
                  </a:moveTo>
                  <a:cubicBezTo>
                    <a:pt x="80" y="3838"/>
                    <a:pt x="80" y="3838"/>
                    <a:pt x="80" y="3838"/>
                  </a:cubicBezTo>
                  <a:cubicBezTo>
                    <a:pt x="36" y="3838"/>
                    <a:pt x="0" y="3802"/>
                    <a:pt x="0" y="3758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36"/>
                    <a:pt x="36" y="0"/>
                    <a:pt x="80" y="0"/>
                  </a:cubicBezTo>
                  <a:cubicBezTo>
                    <a:pt x="3758" y="0"/>
                    <a:pt x="3758" y="0"/>
                    <a:pt x="3758" y="0"/>
                  </a:cubicBezTo>
                  <a:cubicBezTo>
                    <a:pt x="3802" y="0"/>
                    <a:pt x="3838" y="36"/>
                    <a:pt x="3838" y="80"/>
                  </a:cubicBezTo>
                  <a:cubicBezTo>
                    <a:pt x="3838" y="3758"/>
                    <a:pt x="3838" y="3758"/>
                    <a:pt x="3838" y="3758"/>
                  </a:cubicBezTo>
                  <a:cubicBezTo>
                    <a:pt x="3838" y="3802"/>
                    <a:pt x="3802" y="3838"/>
                    <a:pt x="3758" y="3838"/>
                  </a:cubicBezTo>
                </a:path>
              </a:pathLst>
            </a:custGeom>
            <a:solidFill>
              <a:schemeClr val="bg1">
                <a:alpha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1" name="任意多边形 500"/>
            <p:cNvSpPr>
              <a:spLocks/>
            </p:cNvSpPr>
            <p:nvPr/>
          </p:nvSpPr>
          <p:spPr bwMode="auto">
            <a:xfrm flipH="1">
              <a:off x="2937547" y="654050"/>
              <a:ext cx="2160588" cy="4149725"/>
            </a:xfrm>
            <a:custGeom>
              <a:avLst/>
              <a:gdLst>
                <a:gd name="T0" fmla="*/ 1282 w 1362"/>
                <a:gd name="T1" fmla="*/ 2770 h 2770"/>
                <a:gd name="T2" fmla="*/ 80 w 1362"/>
                <a:gd name="T3" fmla="*/ 2770 h 2770"/>
                <a:gd name="T4" fmla="*/ 0 w 1362"/>
                <a:gd name="T5" fmla="*/ 2690 h 2770"/>
                <a:gd name="T6" fmla="*/ 0 w 1362"/>
                <a:gd name="T7" fmla="*/ 80 h 2770"/>
                <a:gd name="T8" fmla="*/ 80 w 1362"/>
                <a:gd name="T9" fmla="*/ 0 h 2770"/>
                <a:gd name="T10" fmla="*/ 1282 w 1362"/>
                <a:gd name="T11" fmla="*/ 0 h 2770"/>
                <a:gd name="T12" fmla="*/ 1362 w 1362"/>
                <a:gd name="T13" fmla="*/ 80 h 2770"/>
                <a:gd name="T14" fmla="*/ 1362 w 1362"/>
                <a:gd name="T15" fmla="*/ 2690 h 2770"/>
                <a:gd name="T16" fmla="*/ 1282 w 1362"/>
                <a:gd name="T17" fmla="*/ 2770 h 2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2" h="2770">
                  <a:moveTo>
                    <a:pt x="1282" y="2770"/>
                  </a:moveTo>
                  <a:cubicBezTo>
                    <a:pt x="80" y="2770"/>
                    <a:pt x="80" y="2770"/>
                    <a:pt x="80" y="2770"/>
                  </a:cubicBezTo>
                  <a:cubicBezTo>
                    <a:pt x="36" y="2770"/>
                    <a:pt x="0" y="2735"/>
                    <a:pt x="0" y="269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36"/>
                    <a:pt x="36" y="0"/>
                    <a:pt x="80" y="0"/>
                  </a:cubicBezTo>
                  <a:cubicBezTo>
                    <a:pt x="1282" y="0"/>
                    <a:pt x="1282" y="0"/>
                    <a:pt x="1282" y="0"/>
                  </a:cubicBezTo>
                  <a:cubicBezTo>
                    <a:pt x="1326" y="0"/>
                    <a:pt x="1362" y="36"/>
                    <a:pt x="1362" y="80"/>
                  </a:cubicBezTo>
                  <a:cubicBezTo>
                    <a:pt x="1362" y="2690"/>
                    <a:pt x="1362" y="2690"/>
                    <a:pt x="1362" y="2690"/>
                  </a:cubicBezTo>
                  <a:cubicBezTo>
                    <a:pt x="1362" y="2735"/>
                    <a:pt x="1326" y="2770"/>
                    <a:pt x="1282" y="277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502" name="组合 501"/>
            <p:cNvGrpSpPr/>
            <p:nvPr/>
          </p:nvGrpSpPr>
          <p:grpSpPr>
            <a:xfrm flipH="1">
              <a:off x="10929938" y="4871571"/>
              <a:ext cx="601664" cy="604838"/>
              <a:chOff x="5953125" y="5551878"/>
              <a:chExt cx="601664" cy="604838"/>
            </a:xfrm>
          </p:grpSpPr>
          <p:sp>
            <p:nvSpPr>
              <p:cNvPr id="559" name="任意多边形 558"/>
              <p:cNvSpPr>
                <a:spLocks/>
              </p:cNvSpPr>
              <p:nvPr/>
            </p:nvSpPr>
            <p:spPr bwMode="auto">
              <a:xfrm>
                <a:off x="5953125" y="5905891"/>
                <a:ext cx="601663" cy="250825"/>
              </a:xfrm>
              <a:custGeom>
                <a:avLst/>
                <a:gdLst>
                  <a:gd name="T0" fmla="*/ 372 w 379"/>
                  <a:gd name="T1" fmla="*/ 69 h 158"/>
                  <a:gd name="T2" fmla="*/ 257 w 379"/>
                  <a:gd name="T3" fmla="*/ 5 h 158"/>
                  <a:gd name="T4" fmla="*/ 242 w 379"/>
                  <a:gd name="T5" fmla="*/ 14 h 158"/>
                  <a:gd name="T6" fmla="*/ 242 w 379"/>
                  <a:gd name="T7" fmla="*/ 53 h 158"/>
                  <a:gd name="T8" fmla="*/ 12 w 379"/>
                  <a:gd name="T9" fmla="*/ 53 h 158"/>
                  <a:gd name="T10" fmla="*/ 0 w 379"/>
                  <a:gd name="T11" fmla="*/ 65 h 158"/>
                  <a:gd name="T12" fmla="*/ 0 w 379"/>
                  <a:gd name="T13" fmla="*/ 93 h 158"/>
                  <a:gd name="T14" fmla="*/ 11 w 379"/>
                  <a:gd name="T15" fmla="*/ 104 h 158"/>
                  <a:gd name="T16" fmla="*/ 242 w 379"/>
                  <a:gd name="T17" fmla="*/ 104 h 158"/>
                  <a:gd name="T18" fmla="*/ 242 w 379"/>
                  <a:gd name="T19" fmla="*/ 142 h 158"/>
                  <a:gd name="T20" fmla="*/ 259 w 379"/>
                  <a:gd name="T21" fmla="*/ 152 h 158"/>
                  <a:gd name="T22" fmla="*/ 372 w 379"/>
                  <a:gd name="T23" fmla="*/ 89 h 158"/>
                  <a:gd name="T24" fmla="*/ 379 w 379"/>
                  <a:gd name="T25" fmla="*/ 79 h 158"/>
                  <a:gd name="T26" fmla="*/ 372 w 379"/>
                  <a:gd name="T27" fmla="*/ 69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79" h="158">
                    <a:moveTo>
                      <a:pt x="372" y="69"/>
                    </a:moveTo>
                    <a:cubicBezTo>
                      <a:pt x="334" y="48"/>
                      <a:pt x="295" y="26"/>
                      <a:pt x="257" y="5"/>
                    </a:cubicBezTo>
                    <a:cubicBezTo>
                      <a:pt x="248" y="0"/>
                      <a:pt x="242" y="3"/>
                      <a:pt x="242" y="14"/>
                    </a:cubicBezTo>
                    <a:cubicBezTo>
                      <a:pt x="242" y="21"/>
                      <a:pt x="242" y="36"/>
                      <a:pt x="242" y="53"/>
                    </a:cubicBezTo>
                    <a:cubicBezTo>
                      <a:pt x="210" y="53"/>
                      <a:pt x="27" y="53"/>
                      <a:pt x="12" y="53"/>
                    </a:cubicBezTo>
                    <a:cubicBezTo>
                      <a:pt x="4" y="53"/>
                      <a:pt x="0" y="57"/>
                      <a:pt x="0" y="65"/>
                    </a:cubicBezTo>
                    <a:cubicBezTo>
                      <a:pt x="0" y="74"/>
                      <a:pt x="0" y="84"/>
                      <a:pt x="0" y="93"/>
                    </a:cubicBezTo>
                    <a:cubicBezTo>
                      <a:pt x="0" y="101"/>
                      <a:pt x="4" y="104"/>
                      <a:pt x="11" y="104"/>
                    </a:cubicBezTo>
                    <a:cubicBezTo>
                      <a:pt x="23" y="104"/>
                      <a:pt x="209" y="104"/>
                      <a:pt x="242" y="104"/>
                    </a:cubicBezTo>
                    <a:cubicBezTo>
                      <a:pt x="242" y="121"/>
                      <a:pt x="242" y="135"/>
                      <a:pt x="242" y="142"/>
                    </a:cubicBezTo>
                    <a:cubicBezTo>
                      <a:pt x="242" y="154"/>
                      <a:pt x="249" y="158"/>
                      <a:pt x="259" y="152"/>
                    </a:cubicBezTo>
                    <a:cubicBezTo>
                      <a:pt x="297" y="131"/>
                      <a:pt x="334" y="110"/>
                      <a:pt x="372" y="89"/>
                    </a:cubicBezTo>
                    <a:cubicBezTo>
                      <a:pt x="376" y="87"/>
                      <a:pt x="379" y="84"/>
                      <a:pt x="379" y="79"/>
                    </a:cubicBezTo>
                    <a:cubicBezTo>
                      <a:pt x="379" y="74"/>
                      <a:pt x="376" y="71"/>
                      <a:pt x="372" y="6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0" name="任意多边形 559"/>
              <p:cNvSpPr>
                <a:spLocks/>
              </p:cNvSpPr>
              <p:nvPr/>
            </p:nvSpPr>
            <p:spPr bwMode="auto">
              <a:xfrm>
                <a:off x="5953126" y="5551878"/>
                <a:ext cx="601663" cy="250825"/>
              </a:xfrm>
              <a:custGeom>
                <a:avLst/>
                <a:gdLst>
                  <a:gd name="T0" fmla="*/ 372 w 379"/>
                  <a:gd name="T1" fmla="*/ 69 h 158"/>
                  <a:gd name="T2" fmla="*/ 257 w 379"/>
                  <a:gd name="T3" fmla="*/ 5 h 158"/>
                  <a:gd name="T4" fmla="*/ 242 w 379"/>
                  <a:gd name="T5" fmla="*/ 14 h 158"/>
                  <a:gd name="T6" fmla="*/ 242 w 379"/>
                  <a:gd name="T7" fmla="*/ 53 h 158"/>
                  <a:gd name="T8" fmla="*/ 12 w 379"/>
                  <a:gd name="T9" fmla="*/ 53 h 158"/>
                  <a:gd name="T10" fmla="*/ 0 w 379"/>
                  <a:gd name="T11" fmla="*/ 65 h 158"/>
                  <a:gd name="T12" fmla="*/ 0 w 379"/>
                  <a:gd name="T13" fmla="*/ 93 h 158"/>
                  <a:gd name="T14" fmla="*/ 11 w 379"/>
                  <a:gd name="T15" fmla="*/ 104 h 158"/>
                  <a:gd name="T16" fmla="*/ 242 w 379"/>
                  <a:gd name="T17" fmla="*/ 104 h 158"/>
                  <a:gd name="T18" fmla="*/ 242 w 379"/>
                  <a:gd name="T19" fmla="*/ 142 h 158"/>
                  <a:gd name="T20" fmla="*/ 259 w 379"/>
                  <a:gd name="T21" fmla="*/ 152 h 158"/>
                  <a:gd name="T22" fmla="*/ 372 w 379"/>
                  <a:gd name="T23" fmla="*/ 89 h 158"/>
                  <a:gd name="T24" fmla="*/ 379 w 379"/>
                  <a:gd name="T25" fmla="*/ 79 h 158"/>
                  <a:gd name="T26" fmla="*/ 372 w 379"/>
                  <a:gd name="T27" fmla="*/ 69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79" h="158">
                    <a:moveTo>
                      <a:pt x="372" y="69"/>
                    </a:moveTo>
                    <a:cubicBezTo>
                      <a:pt x="334" y="48"/>
                      <a:pt x="295" y="26"/>
                      <a:pt x="257" y="5"/>
                    </a:cubicBezTo>
                    <a:cubicBezTo>
                      <a:pt x="248" y="0"/>
                      <a:pt x="242" y="3"/>
                      <a:pt x="242" y="14"/>
                    </a:cubicBezTo>
                    <a:cubicBezTo>
                      <a:pt x="242" y="21"/>
                      <a:pt x="242" y="36"/>
                      <a:pt x="242" y="53"/>
                    </a:cubicBezTo>
                    <a:cubicBezTo>
                      <a:pt x="210" y="53"/>
                      <a:pt x="27" y="53"/>
                      <a:pt x="12" y="53"/>
                    </a:cubicBezTo>
                    <a:cubicBezTo>
                      <a:pt x="4" y="53"/>
                      <a:pt x="0" y="57"/>
                      <a:pt x="0" y="65"/>
                    </a:cubicBezTo>
                    <a:cubicBezTo>
                      <a:pt x="0" y="74"/>
                      <a:pt x="0" y="84"/>
                      <a:pt x="0" y="93"/>
                    </a:cubicBezTo>
                    <a:cubicBezTo>
                      <a:pt x="0" y="101"/>
                      <a:pt x="4" y="104"/>
                      <a:pt x="11" y="104"/>
                    </a:cubicBezTo>
                    <a:cubicBezTo>
                      <a:pt x="23" y="104"/>
                      <a:pt x="209" y="104"/>
                      <a:pt x="242" y="104"/>
                    </a:cubicBezTo>
                    <a:cubicBezTo>
                      <a:pt x="242" y="121"/>
                      <a:pt x="242" y="135"/>
                      <a:pt x="242" y="142"/>
                    </a:cubicBezTo>
                    <a:cubicBezTo>
                      <a:pt x="242" y="154"/>
                      <a:pt x="249" y="158"/>
                      <a:pt x="259" y="152"/>
                    </a:cubicBezTo>
                    <a:cubicBezTo>
                      <a:pt x="297" y="131"/>
                      <a:pt x="334" y="110"/>
                      <a:pt x="372" y="89"/>
                    </a:cubicBezTo>
                    <a:cubicBezTo>
                      <a:pt x="376" y="87"/>
                      <a:pt x="379" y="84"/>
                      <a:pt x="379" y="79"/>
                    </a:cubicBezTo>
                    <a:cubicBezTo>
                      <a:pt x="379" y="74"/>
                      <a:pt x="376" y="71"/>
                      <a:pt x="372" y="6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03" name="任意多边形 502"/>
            <p:cNvSpPr>
              <a:spLocks/>
            </p:cNvSpPr>
            <p:nvPr/>
          </p:nvSpPr>
          <p:spPr bwMode="auto">
            <a:xfrm flipH="1">
              <a:off x="1977110" y="874713"/>
              <a:ext cx="603250" cy="250825"/>
            </a:xfrm>
            <a:custGeom>
              <a:avLst/>
              <a:gdLst>
                <a:gd name="T0" fmla="*/ 7 w 380"/>
                <a:gd name="T1" fmla="*/ 89 h 158"/>
                <a:gd name="T2" fmla="*/ 123 w 380"/>
                <a:gd name="T3" fmla="*/ 153 h 158"/>
                <a:gd name="T4" fmla="*/ 138 w 380"/>
                <a:gd name="T5" fmla="*/ 144 h 158"/>
                <a:gd name="T6" fmla="*/ 138 w 380"/>
                <a:gd name="T7" fmla="*/ 105 h 158"/>
                <a:gd name="T8" fmla="*/ 368 w 380"/>
                <a:gd name="T9" fmla="*/ 105 h 158"/>
                <a:gd name="T10" fmla="*/ 380 w 380"/>
                <a:gd name="T11" fmla="*/ 93 h 158"/>
                <a:gd name="T12" fmla="*/ 379 w 380"/>
                <a:gd name="T13" fmla="*/ 65 h 158"/>
                <a:gd name="T14" fmla="*/ 368 w 380"/>
                <a:gd name="T15" fmla="*/ 54 h 158"/>
                <a:gd name="T16" fmla="*/ 138 w 380"/>
                <a:gd name="T17" fmla="*/ 54 h 158"/>
                <a:gd name="T18" fmla="*/ 138 w 380"/>
                <a:gd name="T19" fmla="*/ 16 h 158"/>
                <a:gd name="T20" fmla="*/ 121 w 380"/>
                <a:gd name="T21" fmla="*/ 6 h 158"/>
                <a:gd name="T22" fmla="*/ 7 w 380"/>
                <a:gd name="T23" fmla="*/ 69 h 158"/>
                <a:gd name="T24" fmla="*/ 0 w 380"/>
                <a:gd name="T25" fmla="*/ 79 h 158"/>
                <a:gd name="T26" fmla="*/ 7 w 380"/>
                <a:gd name="T27" fmla="*/ 8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0" h="158">
                  <a:moveTo>
                    <a:pt x="7" y="89"/>
                  </a:moveTo>
                  <a:cubicBezTo>
                    <a:pt x="46" y="110"/>
                    <a:pt x="84" y="132"/>
                    <a:pt x="123" y="153"/>
                  </a:cubicBezTo>
                  <a:cubicBezTo>
                    <a:pt x="131" y="158"/>
                    <a:pt x="138" y="154"/>
                    <a:pt x="138" y="144"/>
                  </a:cubicBezTo>
                  <a:cubicBezTo>
                    <a:pt x="138" y="137"/>
                    <a:pt x="138" y="122"/>
                    <a:pt x="138" y="105"/>
                  </a:cubicBezTo>
                  <a:cubicBezTo>
                    <a:pt x="170" y="105"/>
                    <a:pt x="353" y="105"/>
                    <a:pt x="368" y="105"/>
                  </a:cubicBezTo>
                  <a:cubicBezTo>
                    <a:pt x="376" y="105"/>
                    <a:pt x="379" y="101"/>
                    <a:pt x="380" y="93"/>
                  </a:cubicBezTo>
                  <a:cubicBezTo>
                    <a:pt x="380" y="84"/>
                    <a:pt x="380" y="74"/>
                    <a:pt x="379" y="65"/>
                  </a:cubicBezTo>
                  <a:cubicBezTo>
                    <a:pt x="379" y="57"/>
                    <a:pt x="376" y="54"/>
                    <a:pt x="368" y="54"/>
                  </a:cubicBezTo>
                  <a:cubicBezTo>
                    <a:pt x="356" y="54"/>
                    <a:pt x="171" y="54"/>
                    <a:pt x="138" y="54"/>
                  </a:cubicBezTo>
                  <a:cubicBezTo>
                    <a:pt x="138" y="37"/>
                    <a:pt x="138" y="23"/>
                    <a:pt x="138" y="16"/>
                  </a:cubicBezTo>
                  <a:cubicBezTo>
                    <a:pt x="138" y="4"/>
                    <a:pt x="131" y="0"/>
                    <a:pt x="121" y="6"/>
                  </a:cubicBezTo>
                  <a:cubicBezTo>
                    <a:pt x="83" y="27"/>
                    <a:pt x="45" y="48"/>
                    <a:pt x="7" y="69"/>
                  </a:cubicBezTo>
                  <a:cubicBezTo>
                    <a:pt x="3" y="71"/>
                    <a:pt x="0" y="74"/>
                    <a:pt x="0" y="79"/>
                  </a:cubicBezTo>
                  <a:cubicBezTo>
                    <a:pt x="0" y="84"/>
                    <a:pt x="3" y="87"/>
                    <a:pt x="7" y="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4" name="任意多边形 503"/>
            <p:cNvSpPr>
              <a:spLocks/>
            </p:cNvSpPr>
            <p:nvPr/>
          </p:nvSpPr>
          <p:spPr bwMode="auto">
            <a:xfrm flipH="1">
              <a:off x="1977110" y="1179513"/>
              <a:ext cx="603250" cy="250825"/>
            </a:xfrm>
            <a:custGeom>
              <a:avLst/>
              <a:gdLst>
                <a:gd name="T0" fmla="*/ 7 w 380"/>
                <a:gd name="T1" fmla="*/ 89 h 158"/>
                <a:gd name="T2" fmla="*/ 123 w 380"/>
                <a:gd name="T3" fmla="*/ 153 h 158"/>
                <a:gd name="T4" fmla="*/ 138 w 380"/>
                <a:gd name="T5" fmla="*/ 144 h 158"/>
                <a:gd name="T6" fmla="*/ 138 w 380"/>
                <a:gd name="T7" fmla="*/ 105 h 158"/>
                <a:gd name="T8" fmla="*/ 368 w 380"/>
                <a:gd name="T9" fmla="*/ 105 h 158"/>
                <a:gd name="T10" fmla="*/ 380 w 380"/>
                <a:gd name="T11" fmla="*/ 93 h 158"/>
                <a:gd name="T12" fmla="*/ 379 w 380"/>
                <a:gd name="T13" fmla="*/ 65 h 158"/>
                <a:gd name="T14" fmla="*/ 368 w 380"/>
                <a:gd name="T15" fmla="*/ 54 h 158"/>
                <a:gd name="T16" fmla="*/ 138 w 380"/>
                <a:gd name="T17" fmla="*/ 54 h 158"/>
                <a:gd name="T18" fmla="*/ 138 w 380"/>
                <a:gd name="T19" fmla="*/ 16 h 158"/>
                <a:gd name="T20" fmla="*/ 121 w 380"/>
                <a:gd name="T21" fmla="*/ 6 h 158"/>
                <a:gd name="T22" fmla="*/ 7 w 380"/>
                <a:gd name="T23" fmla="*/ 69 h 158"/>
                <a:gd name="T24" fmla="*/ 0 w 380"/>
                <a:gd name="T25" fmla="*/ 79 h 158"/>
                <a:gd name="T26" fmla="*/ 7 w 380"/>
                <a:gd name="T27" fmla="*/ 8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0" h="158">
                  <a:moveTo>
                    <a:pt x="7" y="89"/>
                  </a:moveTo>
                  <a:cubicBezTo>
                    <a:pt x="46" y="110"/>
                    <a:pt x="84" y="132"/>
                    <a:pt x="123" y="153"/>
                  </a:cubicBezTo>
                  <a:cubicBezTo>
                    <a:pt x="131" y="158"/>
                    <a:pt x="138" y="154"/>
                    <a:pt x="138" y="144"/>
                  </a:cubicBezTo>
                  <a:cubicBezTo>
                    <a:pt x="138" y="137"/>
                    <a:pt x="138" y="122"/>
                    <a:pt x="138" y="105"/>
                  </a:cubicBezTo>
                  <a:cubicBezTo>
                    <a:pt x="170" y="105"/>
                    <a:pt x="353" y="105"/>
                    <a:pt x="368" y="105"/>
                  </a:cubicBezTo>
                  <a:cubicBezTo>
                    <a:pt x="376" y="105"/>
                    <a:pt x="379" y="101"/>
                    <a:pt x="380" y="93"/>
                  </a:cubicBezTo>
                  <a:cubicBezTo>
                    <a:pt x="380" y="84"/>
                    <a:pt x="380" y="74"/>
                    <a:pt x="379" y="65"/>
                  </a:cubicBezTo>
                  <a:cubicBezTo>
                    <a:pt x="379" y="57"/>
                    <a:pt x="376" y="54"/>
                    <a:pt x="368" y="54"/>
                  </a:cubicBezTo>
                  <a:cubicBezTo>
                    <a:pt x="356" y="54"/>
                    <a:pt x="171" y="54"/>
                    <a:pt x="138" y="54"/>
                  </a:cubicBezTo>
                  <a:cubicBezTo>
                    <a:pt x="138" y="37"/>
                    <a:pt x="138" y="23"/>
                    <a:pt x="138" y="16"/>
                  </a:cubicBezTo>
                  <a:cubicBezTo>
                    <a:pt x="138" y="4"/>
                    <a:pt x="131" y="0"/>
                    <a:pt x="121" y="6"/>
                  </a:cubicBezTo>
                  <a:cubicBezTo>
                    <a:pt x="83" y="27"/>
                    <a:pt x="45" y="48"/>
                    <a:pt x="7" y="69"/>
                  </a:cubicBezTo>
                  <a:cubicBezTo>
                    <a:pt x="3" y="71"/>
                    <a:pt x="0" y="74"/>
                    <a:pt x="0" y="79"/>
                  </a:cubicBezTo>
                  <a:cubicBezTo>
                    <a:pt x="0" y="84"/>
                    <a:pt x="3" y="87"/>
                    <a:pt x="7" y="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5" name="圆角矩形 504"/>
            <p:cNvSpPr/>
            <p:nvPr/>
          </p:nvSpPr>
          <p:spPr>
            <a:xfrm rot="2175698" flipH="1">
              <a:off x="5445796" y="435244"/>
              <a:ext cx="304800" cy="109273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6" name="圆角矩形 505"/>
            <p:cNvSpPr/>
            <p:nvPr/>
          </p:nvSpPr>
          <p:spPr>
            <a:xfrm rot="2175698" flipH="1">
              <a:off x="11379202" y="5460732"/>
              <a:ext cx="304800" cy="109273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07" name="组合 506"/>
            <p:cNvGrpSpPr/>
            <p:nvPr/>
          </p:nvGrpSpPr>
          <p:grpSpPr>
            <a:xfrm>
              <a:off x="344074" y="1512304"/>
              <a:ext cx="3040517" cy="5375937"/>
              <a:chOff x="344074" y="1512304"/>
              <a:chExt cx="3040517" cy="5375937"/>
            </a:xfrm>
          </p:grpSpPr>
          <p:sp>
            <p:nvSpPr>
              <p:cNvPr id="520" name="任意多边形 519"/>
              <p:cNvSpPr>
                <a:spLocks/>
              </p:cNvSpPr>
              <p:nvPr/>
            </p:nvSpPr>
            <p:spPr bwMode="auto">
              <a:xfrm flipH="1">
                <a:off x="540502" y="2078038"/>
                <a:ext cx="2160588" cy="4397375"/>
              </a:xfrm>
              <a:custGeom>
                <a:avLst/>
                <a:gdLst>
                  <a:gd name="T0" fmla="*/ 1281 w 1361"/>
                  <a:gd name="T1" fmla="*/ 2770 h 2770"/>
                  <a:gd name="T2" fmla="*/ 79 w 1361"/>
                  <a:gd name="T3" fmla="*/ 2770 h 2770"/>
                  <a:gd name="T4" fmla="*/ 0 w 1361"/>
                  <a:gd name="T5" fmla="*/ 2690 h 2770"/>
                  <a:gd name="T6" fmla="*/ 0 w 1361"/>
                  <a:gd name="T7" fmla="*/ 79 h 2770"/>
                  <a:gd name="T8" fmla="*/ 79 w 1361"/>
                  <a:gd name="T9" fmla="*/ 0 h 2770"/>
                  <a:gd name="T10" fmla="*/ 1281 w 1361"/>
                  <a:gd name="T11" fmla="*/ 0 h 2770"/>
                  <a:gd name="T12" fmla="*/ 1361 w 1361"/>
                  <a:gd name="T13" fmla="*/ 79 h 2770"/>
                  <a:gd name="T14" fmla="*/ 1361 w 1361"/>
                  <a:gd name="T15" fmla="*/ 2690 h 2770"/>
                  <a:gd name="T16" fmla="*/ 1281 w 1361"/>
                  <a:gd name="T17" fmla="*/ 2770 h 2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61" h="2770">
                    <a:moveTo>
                      <a:pt x="1281" y="2770"/>
                    </a:moveTo>
                    <a:cubicBezTo>
                      <a:pt x="79" y="2770"/>
                      <a:pt x="79" y="2770"/>
                      <a:pt x="79" y="2770"/>
                    </a:cubicBezTo>
                    <a:cubicBezTo>
                      <a:pt x="35" y="2770"/>
                      <a:pt x="0" y="2734"/>
                      <a:pt x="0" y="2690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35"/>
                      <a:pt x="35" y="0"/>
                      <a:pt x="79" y="0"/>
                    </a:cubicBezTo>
                    <a:cubicBezTo>
                      <a:pt x="1281" y="0"/>
                      <a:pt x="1281" y="0"/>
                      <a:pt x="1281" y="0"/>
                    </a:cubicBezTo>
                    <a:cubicBezTo>
                      <a:pt x="1326" y="0"/>
                      <a:pt x="1361" y="35"/>
                      <a:pt x="1361" y="79"/>
                    </a:cubicBezTo>
                    <a:cubicBezTo>
                      <a:pt x="1361" y="2690"/>
                      <a:pt x="1361" y="2690"/>
                      <a:pt x="1361" y="2690"/>
                    </a:cubicBezTo>
                    <a:cubicBezTo>
                      <a:pt x="1361" y="2734"/>
                      <a:pt x="1326" y="2770"/>
                      <a:pt x="1281" y="2770"/>
                    </a:cubicBezTo>
                    <a:close/>
                  </a:path>
                </a:pathLst>
              </a:cu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1" name="任意多边形 520"/>
              <p:cNvSpPr/>
              <p:nvPr/>
            </p:nvSpPr>
            <p:spPr>
              <a:xfrm flipH="1">
                <a:off x="1946790" y="2479708"/>
                <a:ext cx="1437801" cy="1078204"/>
              </a:xfrm>
              <a:custGeom>
                <a:avLst/>
                <a:gdLst>
                  <a:gd name="connsiteX0" fmla="*/ 177101 w 993431"/>
                  <a:gd name="connsiteY0" fmla="*/ 274279 h 744972"/>
                  <a:gd name="connsiteX1" fmla="*/ 520764 w 993431"/>
                  <a:gd name="connsiteY1" fmla="*/ 692045 h 744972"/>
                  <a:gd name="connsiteX2" fmla="*/ 795960 w 993431"/>
                  <a:gd name="connsiteY2" fmla="*/ 683397 h 744972"/>
                  <a:gd name="connsiteX3" fmla="*/ 819277 w 993431"/>
                  <a:gd name="connsiteY3" fmla="*/ 653088 h 744972"/>
                  <a:gd name="connsiteX4" fmla="*/ 992632 w 993431"/>
                  <a:gd name="connsiteY4" fmla="*/ 375720 h 744972"/>
                  <a:gd name="connsiteX5" fmla="*/ 692690 w 993431"/>
                  <a:gd name="connsiteY5" fmla="*/ 325809 h 744972"/>
                  <a:gd name="connsiteX6" fmla="*/ 650113 w 993431"/>
                  <a:gd name="connsiteY6" fmla="*/ 441728 h 744972"/>
                  <a:gd name="connsiteX7" fmla="*/ 257588 w 993431"/>
                  <a:gd name="connsiteY7" fmla="*/ 166551 h 744972"/>
                  <a:gd name="connsiteX8" fmla="*/ 174625 w 993431"/>
                  <a:gd name="connsiteY8" fmla="*/ 16056 h 744972"/>
                  <a:gd name="connsiteX9" fmla="*/ 153384 w 993431"/>
                  <a:gd name="connsiteY9" fmla="*/ 11675 h 744972"/>
                  <a:gd name="connsiteX10" fmla="*/ 153384 w 993431"/>
                  <a:gd name="connsiteY10" fmla="*/ 11675 h 744972"/>
                  <a:gd name="connsiteX11" fmla="*/ 144316 w 993431"/>
                  <a:gd name="connsiteY11" fmla="*/ 35897 h 744972"/>
                  <a:gd name="connsiteX12" fmla="*/ 144717 w 993431"/>
                  <a:gd name="connsiteY12" fmla="*/ 36725 h 744972"/>
                  <a:gd name="connsiteX13" fmla="*/ 176721 w 993431"/>
                  <a:gd name="connsiteY13" fmla="*/ 98828 h 744972"/>
                  <a:gd name="connsiteX14" fmla="*/ 129096 w 993431"/>
                  <a:gd name="connsiteY14" fmla="*/ 70253 h 744972"/>
                  <a:gd name="connsiteX15" fmla="*/ 51657 w 993431"/>
                  <a:gd name="connsiteY15" fmla="*/ 7388 h 744972"/>
                  <a:gd name="connsiteX16" fmla="*/ 27273 w 993431"/>
                  <a:gd name="connsiteY16" fmla="*/ 1292 h 744972"/>
                  <a:gd name="connsiteX17" fmla="*/ 20225 w 993431"/>
                  <a:gd name="connsiteY17" fmla="*/ 25867 h 744972"/>
                  <a:gd name="connsiteX18" fmla="*/ 14986 w 993431"/>
                  <a:gd name="connsiteY18" fmla="*/ 62824 h 744972"/>
                  <a:gd name="connsiteX19" fmla="*/ 14986 w 993431"/>
                  <a:gd name="connsiteY19" fmla="*/ 107972 h 744972"/>
                  <a:gd name="connsiteX20" fmla="*/ 17462 w 993431"/>
                  <a:gd name="connsiteY20" fmla="*/ 149597 h 744972"/>
                  <a:gd name="connsiteX21" fmla="*/ 71564 w 993431"/>
                  <a:gd name="connsiteY21" fmla="*/ 202365 h 744972"/>
                  <a:gd name="connsiteX22" fmla="*/ 177101 w 993431"/>
                  <a:gd name="connsiteY22" fmla="*/ 274279 h 74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93431" h="744972">
                    <a:moveTo>
                      <a:pt x="177101" y="274279"/>
                    </a:moveTo>
                    <a:cubicBezTo>
                      <a:pt x="274218" y="427012"/>
                      <a:pt x="389623" y="567306"/>
                      <a:pt x="520764" y="692045"/>
                    </a:cubicBezTo>
                    <a:cubicBezTo>
                      <a:pt x="599145" y="765654"/>
                      <a:pt x="722351" y="761778"/>
                      <a:pt x="795960" y="683397"/>
                    </a:cubicBezTo>
                    <a:cubicBezTo>
                      <a:pt x="804713" y="674091"/>
                      <a:pt x="812524" y="663937"/>
                      <a:pt x="819277" y="653088"/>
                    </a:cubicBezTo>
                    <a:lnTo>
                      <a:pt x="992632" y="375720"/>
                    </a:lnTo>
                    <a:lnTo>
                      <a:pt x="692690" y="325809"/>
                    </a:lnTo>
                    <a:lnTo>
                      <a:pt x="650113" y="441728"/>
                    </a:lnTo>
                    <a:lnTo>
                      <a:pt x="257588" y="166551"/>
                    </a:lnTo>
                    <a:cubicBezTo>
                      <a:pt x="257588" y="166551"/>
                      <a:pt x="271399" y="122165"/>
                      <a:pt x="174625" y="16056"/>
                    </a:cubicBezTo>
                    <a:cubicBezTo>
                      <a:pt x="169148" y="10312"/>
                      <a:pt x="160690" y="8569"/>
                      <a:pt x="153384" y="11675"/>
                    </a:cubicBezTo>
                    <a:lnTo>
                      <a:pt x="153384" y="11675"/>
                    </a:lnTo>
                    <a:cubicBezTo>
                      <a:pt x="144192" y="15856"/>
                      <a:pt x="140125" y="26705"/>
                      <a:pt x="144316" y="35897"/>
                    </a:cubicBezTo>
                    <a:cubicBezTo>
                      <a:pt x="144440" y="36173"/>
                      <a:pt x="144574" y="36449"/>
                      <a:pt x="144717" y="36725"/>
                    </a:cubicBezTo>
                    <a:lnTo>
                      <a:pt x="176721" y="98828"/>
                    </a:lnTo>
                    <a:lnTo>
                      <a:pt x="129096" y="70253"/>
                    </a:lnTo>
                    <a:cubicBezTo>
                      <a:pt x="129096" y="70253"/>
                      <a:pt x="102807" y="57109"/>
                      <a:pt x="51657" y="7388"/>
                    </a:cubicBezTo>
                    <a:cubicBezTo>
                      <a:pt x="45618" y="435"/>
                      <a:pt x="35875" y="-2003"/>
                      <a:pt x="27273" y="1292"/>
                    </a:cubicBezTo>
                    <a:cubicBezTo>
                      <a:pt x="20892" y="4340"/>
                      <a:pt x="16224" y="10817"/>
                      <a:pt x="20225" y="25867"/>
                    </a:cubicBezTo>
                    <a:cubicBezTo>
                      <a:pt x="2603" y="24057"/>
                      <a:pt x="-5397" y="47393"/>
                      <a:pt x="14986" y="62824"/>
                    </a:cubicBezTo>
                    <a:cubicBezTo>
                      <a:pt x="-4064" y="61490"/>
                      <a:pt x="-7969" y="90446"/>
                      <a:pt x="14986" y="107972"/>
                    </a:cubicBezTo>
                    <a:cubicBezTo>
                      <a:pt x="-1492" y="100448"/>
                      <a:pt x="-7588" y="123879"/>
                      <a:pt x="17462" y="149597"/>
                    </a:cubicBezTo>
                    <a:cubicBezTo>
                      <a:pt x="34608" y="167218"/>
                      <a:pt x="71564" y="202365"/>
                      <a:pt x="71564" y="202365"/>
                    </a:cubicBezTo>
                    <a:cubicBezTo>
                      <a:pt x="71564" y="202365"/>
                      <a:pt x="99568" y="253800"/>
                      <a:pt x="177101" y="274279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2" name="任意多边形 521"/>
              <p:cNvSpPr/>
              <p:nvPr/>
            </p:nvSpPr>
            <p:spPr>
              <a:xfrm flipH="1">
                <a:off x="2326170" y="3127526"/>
                <a:ext cx="104632" cy="73338"/>
              </a:xfrm>
              <a:custGeom>
                <a:avLst/>
                <a:gdLst>
                  <a:gd name="connsiteX0" fmla="*/ 0 w 72294"/>
                  <a:gd name="connsiteY0" fmla="*/ 0 h 50672"/>
                  <a:gd name="connsiteX1" fmla="*/ 72295 w 72294"/>
                  <a:gd name="connsiteY1" fmla="*/ 50673 h 50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294" h="50672">
                    <a:moveTo>
                      <a:pt x="0" y="0"/>
                    </a:moveTo>
                    <a:lnTo>
                      <a:pt x="72295" y="50673"/>
                    </a:lnTo>
                  </a:path>
                </a:pathLst>
              </a:custGeom>
              <a:ln w="7144" cap="rnd">
                <a:solidFill>
                  <a:srgbClr val="421C1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3" name="任意多边形 522"/>
              <p:cNvSpPr/>
              <p:nvPr/>
            </p:nvSpPr>
            <p:spPr>
              <a:xfrm flipH="1">
                <a:off x="3223475" y="2522614"/>
                <a:ext cx="118280" cy="100911"/>
              </a:xfrm>
              <a:custGeom>
                <a:avLst/>
                <a:gdLst>
                  <a:gd name="connsiteX0" fmla="*/ -800 w 81724"/>
                  <a:gd name="connsiteY0" fmla="*/ -159 h 69723"/>
                  <a:gd name="connsiteX1" fmla="*/ 80925 w 81724"/>
                  <a:gd name="connsiteY1" fmla="*/ 69564 h 69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1724" h="69723">
                    <a:moveTo>
                      <a:pt x="-800" y="-159"/>
                    </a:moveTo>
                    <a:cubicBezTo>
                      <a:pt x="23603" y="26216"/>
                      <a:pt x="51035" y="49619"/>
                      <a:pt x="80925" y="69564"/>
                    </a:cubicBezTo>
                  </a:path>
                </a:pathLst>
              </a:custGeom>
              <a:noFill/>
              <a:ln w="7144" cap="rnd">
                <a:solidFill>
                  <a:srgbClr val="421C1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4" name="任意多边形 523"/>
              <p:cNvSpPr/>
              <p:nvPr/>
            </p:nvSpPr>
            <p:spPr>
              <a:xfrm flipH="1">
                <a:off x="3239879" y="2580651"/>
                <a:ext cx="110285" cy="95257"/>
              </a:xfrm>
              <a:custGeom>
                <a:avLst/>
                <a:gdLst>
                  <a:gd name="connsiteX0" fmla="*/ -800 w 76200"/>
                  <a:gd name="connsiteY0" fmla="*/ -159 h 65817"/>
                  <a:gd name="connsiteX1" fmla="*/ 75400 w 76200"/>
                  <a:gd name="connsiteY1" fmla="*/ 65659 h 65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200" h="65817">
                    <a:moveTo>
                      <a:pt x="-800" y="-159"/>
                    </a:moveTo>
                    <a:cubicBezTo>
                      <a:pt x="22136" y="24473"/>
                      <a:pt x="47692" y="46542"/>
                      <a:pt x="75400" y="65659"/>
                    </a:cubicBezTo>
                  </a:path>
                </a:pathLst>
              </a:custGeom>
              <a:noFill/>
              <a:ln w="7144" cap="rnd">
                <a:solidFill>
                  <a:srgbClr val="421C1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5" name="任意多边形 524"/>
              <p:cNvSpPr/>
              <p:nvPr/>
            </p:nvSpPr>
            <p:spPr>
              <a:xfrm flipH="1">
                <a:off x="3254631" y="2645305"/>
                <a:ext cx="97463" cy="86849"/>
              </a:xfrm>
              <a:custGeom>
                <a:avLst/>
                <a:gdLst>
                  <a:gd name="connsiteX0" fmla="*/ -800 w 67341"/>
                  <a:gd name="connsiteY0" fmla="*/ -159 h 60007"/>
                  <a:gd name="connsiteX1" fmla="*/ 66542 w 67341"/>
                  <a:gd name="connsiteY1" fmla="*/ 59849 h 60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341" h="60007">
                    <a:moveTo>
                      <a:pt x="-800" y="-159"/>
                    </a:moveTo>
                    <a:cubicBezTo>
                      <a:pt x="19688" y="21939"/>
                      <a:pt x="42244" y="42028"/>
                      <a:pt x="66542" y="59849"/>
                    </a:cubicBezTo>
                  </a:path>
                </a:pathLst>
              </a:custGeom>
              <a:noFill/>
              <a:ln w="7144" cap="rnd">
                <a:solidFill>
                  <a:srgbClr val="421C1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6" name="任意多边形 525"/>
              <p:cNvSpPr/>
              <p:nvPr/>
            </p:nvSpPr>
            <p:spPr>
              <a:xfrm flipH="1">
                <a:off x="3215893" y="2606154"/>
                <a:ext cx="43424" cy="151642"/>
              </a:xfrm>
              <a:custGeom>
                <a:avLst/>
                <a:gdLst>
                  <a:gd name="connsiteX0" fmla="*/ -800 w 30003"/>
                  <a:gd name="connsiteY0" fmla="*/ 104616 h 104775"/>
                  <a:gd name="connsiteX1" fmla="*/ 29203 w 30003"/>
                  <a:gd name="connsiteY1" fmla="*/ -159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003" h="104775">
                    <a:moveTo>
                      <a:pt x="-800" y="104616"/>
                    </a:moveTo>
                    <a:cubicBezTo>
                      <a:pt x="5229" y="68679"/>
                      <a:pt x="15297" y="33531"/>
                      <a:pt x="29203" y="-159"/>
                    </a:cubicBezTo>
                  </a:path>
                </a:pathLst>
              </a:custGeom>
              <a:noFill/>
              <a:ln w="7144" cap="rnd">
                <a:solidFill>
                  <a:srgbClr val="421C1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7" name="任意多边形 526"/>
              <p:cNvSpPr/>
              <p:nvPr/>
            </p:nvSpPr>
            <p:spPr>
              <a:xfrm flipH="1">
                <a:off x="3079002" y="2622145"/>
                <a:ext cx="113454" cy="164186"/>
              </a:xfrm>
              <a:custGeom>
                <a:avLst/>
                <a:gdLst>
                  <a:gd name="connsiteX0" fmla="*/ -800 w 78390"/>
                  <a:gd name="connsiteY0" fmla="*/ -159 h 113442"/>
                  <a:gd name="connsiteX1" fmla="*/ -800 w 78390"/>
                  <a:gd name="connsiteY1" fmla="*/ 7461 h 113442"/>
                  <a:gd name="connsiteX2" fmla="*/ 58541 w 78390"/>
                  <a:gd name="connsiteY2" fmla="*/ 103759 h 113442"/>
                  <a:gd name="connsiteX3" fmla="*/ 77591 w 78390"/>
                  <a:gd name="connsiteY3" fmla="*/ 113284 h 113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390" h="113442">
                    <a:moveTo>
                      <a:pt x="-800" y="-159"/>
                    </a:moveTo>
                    <a:lnTo>
                      <a:pt x="-800" y="7461"/>
                    </a:lnTo>
                    <a:cubicBezTo>
                      <a:pt x="-133" y="48000"/>
                      <a:pt x="22632" y="84938"/>
                      <a:pt x="58541" y="103759"/>
                    </a:cubicBezTo>
                    <a:lnTo>
                      <a:pt x="77591" y="113284"/>
                    </a:lnTo>
                  </a:path>
                </a:pathLst>
              </a:custGeom>
              <a:noFill/>
              <a:ln w="7144" cap="rnd">
                <a:solidFill>
                  <a:srgbClr val="421C1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8" name="任意多边形 527"/>
              <p:cNvSpPr/>
              <p:nvPr/>
            </p:nvSpPr>
            <p:spPr>
              <a:xfrm flipH="1">
                <a:off x="2030605" y="2908611"/>
                <a:ext cx="363664" cy="253451"/>
              </a:xfrm>
              <a:custGeom>
                <a:avLst/>
                <a:gdLst>
                  <a:gd name="connsiteX0" fmla="*/ 250470 w 251269"/>
                  <a:gd name="connsiteY0" fmla="*/ 47466 h 175119"/>
                  <a:gd name="connsiteX1" fmla="*/ 16916 w 251269"/>
                  <a:gd name="connsiteY1" fmla="*/ -159 h 175119"/>
                  <a:gd name="connsiteX2" fmla="*/ -800 w 251269"/>
                  <a:gd name="connsiteY2" fmla="*/ 48133 h 175119"/>
                  <a:gd name="connsiteX3" fmla="*/ 164839 w 251269"/>
                  <a:gd name="connsiteY3" fmla="*/ 166815 h 175119"/>
                  <a:gd name="connsiteX4" fmla="*/ 226704 w 251269"/>
                  <a:gd name="connsiteY4" fmla="*/ 156194 h 175119"/>
                  <a:gd name="connsiteX5" fmla="*/ 234182 w 251269"/>
                  <a:gd name="connsiteY5" fmla="*/ 138240 h 175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1269" h="175119">
                    <a:moveTo>
                      <a:pt x="250470" y="47466"/>
                    </a:moveTo>
                    <a:lnTo>
                      <a:pt x="16916" y="-159"/>
                    </a:lnTo>
                    <a:lnTo>
                      <a:pt x="-800" y="48133"/>
                    </a:lnTo>
                    <a:lnTo>
                      <a:pt x="164839" y="166815"/>
                    </a:lnTo>
                    <a:cubicBezTo>
                      <a:pt x="184852" y="180969"/>
                      <a:pt x="212550" y="176206"/>
                      <a:pt x="226704" y="156194"/>
                    </a:cubicBezTo>
                    <a:cubicBezTo>
                      <a:pt x="230495" y="150832"/>
                      <a:pt x="233048" y="144707"/>
                      <a:pt x="234182" y="138240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9" name="任意多边形 528"/>
              <p:cNvSpPr/>
              <p:nvPr/>
            </p:nvSpPr>
            <p:spPr>
              <a:xfrm flipH="1">
                <a:off x="1176092" y="1512304"/>
                <a:ext cx="1155467" cy="931731"/>
              </a:xfrm>
              <a:custGeom>
                <a:avLst/>
                <a:gdLst>
                  <a:gd name="connsiteX0" fmla="*/ 159325 w 798356"/>
                  <a:gd name="connsiteY0" fmla="*/ 31819 h 643768"/>
                  <a:gd name="connsiteX1" fmla="*/ 325537 w 798356"/>
                  <a:gd name="connsiteY1" fmla="*/ 2577 h 643768"/>
                  <a:gd name="connsiteX2" fmla="*/ 542430 w 798356"/>
                  <a:gd name="connsiteY2" fmla="*/ 155939 h 643768"/>
                  <a:gd name="connsiteX3" fmla="*/ 543754 w 798356"/>
                  <a:gd name="connsiteY3" fmla="*/ 164979 h 643768"/>
                  <a:gd name="connsiteX4" fmla="*/ 551088 w 798356"/>
                  <a:gd name="connsiteY4" fmla="*/ 222129 h 643768"/>
                  <a:gd name="connsiteX5" fmla="*/ 668627 w 798356"/>
                  <a:gd name="connsiteY5" fmla="*/ 443109 h 643768"/>
                  <a:gd name="connsiteX6" fmla="*/ 797119 w 798356"/>
                  <a:gd name="connsiteY6" fmla="*/ 612463 h 643768"/>
                  <a:gd name="connsiteX7" fmla="*/ 775935 w 798356"/>
                  <a:gd name="connsiteY7" fmla="*/ 643181 h 643768"/>
                  <a:gd name="connsiteX8" fmla="*/ 771402 w 798356"/>
                  <a:gd name="connsiteY8" fmla="*/ 643610 h 643768"/>
                  <a:gd name="connsiteX9" fmla="*/ 25213 w 798356"/>
                  <a:gd name="connsiteY9" fmla="*/ 643610 h 643768"/>
                  <a:gd name="connsiteX10" fmla="*/ -800 w 798356"/>
                  <a:gd name="connsiteY10" fmla="*/ 617616 h 643768"/>
                  <a:gd name="connsiteX11" fmla="*/ -790 w 798356"/>
                  <a:gd name="connsiteY11" fmla="*/ 617035 h 643768"/>
                  <a:gd name="connsiteX12" fmla="*/ 68838 w 798356"/>
                  <a:gd name="connsiteY12" fmla="*/ 464635 h 643768"/>
                  <a:gd name="connsiteX13" fmla="*/ 71600 w 798356"/>
                  <a:gd name="connsiteY13" fmla="*/ 276421 h 643768"/>
                  <a:gd name="connsiteX14" fmla="*/ 42168 w 798356"/>
                  <a:gd name="connsiteY14" fmla="*/ 200221 h 643768"/>
                  <a:gd name="connsiteX15" fmla="*/ 157830 w 798356"/>
                  <a:gd name="connsiteY15" fmla="*/ 32086 h 643768"/>
                  <a:gd name="connsiteX16" fmla="*/ 159325 w 798356"/>
                  <a:gd name="connsiteY16" fmla="*/ 31819 h 643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8356" h="643768">
                    <a:moveTo>
                      <a:pt x="159325" y="31819"/>
                    </a:moveTo>
                    <a:lnTo>
                      <a:pt x="325537" y="2577"/>
                    </a:lnTo>
                    <a:cubicBezTo>
                      <a:pt x="427777" y="-14968"/>
                      <a:pt x="524885" y="53698"/>
                      <a:pt x="542430" y="155939"/>
                    </a:cubicBezTo>
                    <a:cubicBezTo>
                      <a:pt x="542944" y="158940"/>
                      <a:pt x="543383" y="161959"/>
                      <a:pt x="543754" y="164979"/>
                    </a:cubicBezTo>
                    <a:lnTo>
                      <a:pt x="551088" y="222129"/>
                    </a:lnTo>
                    <a:cubicBezTo>
                      <a:pt x="652435" y="263086"/>
                      <a:pt x="680819" y="373576"/>
                      <a:pt x="668627" y="443109"/>
                    </a:cubicBezTo>
                    <a:cubicBezTo>
                      <a:pt x="736692" y="474999"/>
                      <a:pt x="784736" y="538321"/>
                      <a:pt x="797119" y="612463"/>
                    </a:cubicBezTo>
                    <a:cubicBezTo>
                      <a:pt x="799748" y="626798"/>
                      <a:pt x="790261" y="640543"/>
                      <a:pt x="775935" y="643181"/>
                    </a:cubicBezTo>
                    <a:cubicBezTo>
                      <a:pt x="774440" y="643448"/>
                      <a:pt x="772926" y="643600"/>
                      <a:pt x="771402" y="643610"/>
                    </a:cubicBezTo>
                    <a:lnTo>
                      <a:pt x="25213" y="643610"/>
                    </a:lnTo>
                    <a:cubicBezTo>
                      <a:pt x="10849" y="643610"/>
                      <a:pt x="-790" y="631970"/>
                      <a:pt x="-800" y="617616"/>
                    </a:cubicBezTo>
                    <a:cubicBezTo>
                      <a:pt x="-800" y="617416"/>
                      <a:pt x="-790" y="617226"/>
                      <a:pt x="-790" y="617035"/>
                    </a:cubicBezTo>
                    <a:cubicBezTo>
                      <a:pt x="-28" y="575982"/>
                      <a:pt x="9687" y="498258"/>
                      <a:pt x="68838" y="464635"/>
                    </a:cubicBezTo>
                    <a:cubicBezTo>
                      <a:pt x="6734" y="341858"/>
                      <a:pt x="71600" y="276421"/>
                      <a:pt x="71600" y="276421"/>
                    </a:cubicBezTo>
                    <a:cubicBezTo>
                      <a:pt x="57465" y="252914"/>
                      <a:pt x="47502" y="227129"/>
                      <a:pt x="42168" y="200221"/>
                    </a:cubicBezTo>
                    <a:cubicBezTo>
                      <a:pt x="27680" y="121850"/>
                      <a:pt x="79458" y="46573"/>
                      <a:pt x="157830" y="32086"/>
                    </a:cubicBezTo>
                    <a:cubicBezTo>
                      <a:pt x="158325" y="31991"/>
                      <a:pt x="158830" y="31905"/>
                      <a:pt x="159325" y="318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0" name="任意多边形 529"/>
              <p:cNvSpPr/>
              <p:nvPr/>
            </p:nvSpPr>
            <p:spPr>
              <a:xfrm flipH="1">
                <a:off x="1253785" y="1900330"/>
                <a:ext cx="265924" cy="544117"/>
              </a:xfrm>
              <a:custGeom>
                <a:avLst/>
                <a:gdLst>
                  <a:gd name="connsiteX0" fmla="*/ -800 w 183737"/>
                  <a:gd name="connsiteY0" fmla="*/ -159 h 375951"/>
                  <a:gd name="connsiteX1" fmla="*/ 50539 w 183737"/>
                  <a:gd name="connsiteY1" fmla="*/ 175292 h 375951"/>
                  <a:gd name="connsiteX2" fmla="*/ 182937 w 183737"/>
                  <a:gd name="connsiteY2" fmla="*/ 375793 h 375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3737" h="375951">
                    <a:moveTo>
                      <a:pt x="-800" y="-159"/>
                    </a:moveTo>
                    <a:cubicBezTo>
                      <a:pt x="41491" y="47809"/>
                      <a:pt x="60303" y="112084"/>
                      <a:pt x="50539" y="175292"/>
                    </a:cubicBezTo>
                    <a:cubicBezTo>
                      <a:pt x="50539" y="175292"/>
                      <a:pt x="171793" y="222917"/>
                      <a:pt x="182937" y="375793"/>
                    </a:cubicBezTo>
                  </a:path>
                </a:pathLst>
              </a:custGeom>
              <a:noFill/>
              <a:ln w="7144" cap="flat">
                <a:solidFill>
                  <a:srgbClr val="45454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1" name="任意多边形 530"/>
              <p:cNvSpPr/>
              <p:nvPr/>
            </p:nvSpPr>
            <p:spPr>
              <a:xfrm flipH="1">
                <a:off x="1329470" y="1900330"/>
                <a:ext cx="265924" cy="544117"/>
              </a:xfrm>
              <a:custGeom>
                <a:avLst/>
                <a:gdLst>
                  <a:gd name="connsiteX0" fmla="*/ -800 w 183737"/>
                  <a:gd name="connsiteY0" fmla="*/ -159 h 375951"/>
                  <a:gd name="connsiteX1" fmla="*/ 50540 w 183737"/>
                  <a:gd name="connsiteY1" fmla="*/ 175292 h 375951"/>
                  <a:gd name="connsiteX2" fmla="*/ 182938 w 183737"/>
                  <a:gd name="connsiteY2" fmla="*/ 375793 h 375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3737" h="375951">
                    <a:moveTo>
                      <a:pt x="-800" y="-159"/>
                    </a:moveTo>
                    <a:cubicBezTo>
                      <a:pt x="41491" y="47809"/>
                      <a:pt x="60303" y="112084"/>
                      <a:pt x="50540" y="175292"/>
                    </a:cubicBezTo>
                    <a:cubicBezTo>
                      <a:pt x="50540" y="175292"/>
                      <a:pt x="171793" y="222917"/>
                      <a:pt x="182938" y="375793"/>
                    </a:cubicBezTo>
                  </a:path>
                </a:pathLst>
              </a:custGeom>
              <a:noFill/>
              <a:ln w="7144" cap="flat">
                <a:solidFill>
                  <a:srgbClr val="45454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2" name="任意多边形 531"/>
              <p:cNvSpPr/>
              <p:nvPr/>
            </p:nvSpPr>
            <p:spPr>
              <a:xfrm flipH="1">
                <a:off x="1405152" y="1900330"/>
                <a:ext cx="266062" cy="544117"/>
              </a:xfrm>
              <a:custGeom>
                <a:avLst/>
                <a:gdLst>
                  <a:gd name="connsiteX0" fmla="*/ -800 w 183832"/>
                  <a:gd name="connsiteY0" fmla="*/ -159 h 375951"/>
                  <a:gd name="connsiteX1" fmla="*/ 50635 w 183832"/>
                  <a:gd name="connsiteY1" fmla="*/ 175292 h 375951"/>
                  <a:gd name="connsiteX2" fmla="*/ 183033 w 183832"/>
                  <a:gd name="connsiteY2" fmla="*/ 375793 h 375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3832" h="375951">
                    <a:moveTo>
                      <a:pt x="-800" y="-159"/>
                    </a:moveTo>
                    <a:cubicBezTo>
                      <a:pt x="41520" y="47800"/>
                      <a:pt x="60360" y="112074"/>
                      <a:pt x="50635" y="175292"/>
                    </a:cubicBezTo>
                    <a:cubicBezTo>
                      <a:pt x="50635" y="175292"/>
                      <a:pt x="171888" y="222917"/>
                      <a:pt x="183033" y="375793"/>
                    </a:cubicBezTo>
                  </a:path>
                </a:pathLst>
              </a:custGeom>
              <a:noFill/>
              <a:ln w="7144" cap="flat">
                <a:solidFill>
                  <a:srgbClr val="45454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3" name="任意多边形 532"/>
              <p:cNvSpPr/>
              <p:nvPr/>
            </p:nvSpPr>
            <p:spPr>
              <a:xfrm flipH="1">
                <a:off x="2157295" y="1979046"/>
                <a:ext cx="100866" cy="465401"/>
              </a:xfrm>
              <a:custGeom>
                <a:avLst/>
                <a:gdLst>
                  <a:gd name="connsiteX0" fmla="*/ 26 w 69692"/>
                  <a:gd name="connsiteY0" fmla="*/ 321405 h 321563"/>
                  <a:gd name="connsiteX1" fmla="*/ 68892 w 69692"/>
                  <a:gd name="connsiteY1" fmla="*/ 142716 h 321563"/>
                  <a:gd name="connsiteX2" fmla="*/ 47842 w 69692"/>
                  <a:gd name="connsiteY2" fmla="*/ -159 h 321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692" h="321563">
                    <a:moveTo>
                      <a:pt x="26" y="321405"/>
                    </a:moveTo>
                    <a:cubicBezTo>
                      <a:pt x="26" y="321405"/>
                      <a:pt x="-13499" y="189103"/>
                      <a:pt x="68892" y="142716"/>
                    </a:cubicBezTo>
                    <a:cubicBezTo>
                      <a:pt x="36793" y="79184"/>
                      <a:pt x="38602" y="31083"/>
                      <a:pt x="47842" y="-159"/>
                    </a:cubicBezTo>
                  </a:path>
                </a:pathLst>
              </a:custGeom>
              <a:noFill/>
              <a:ln w="7144" cap="flat">
                <a:solidFill>
                  <a:srgbClr val="45454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4" name="任意多边形 533"/>
              <p:cNvSpPr/>
              <p:nvPr/>
            </p:nvSpPr>
            <p:spPr>
              <a:xfrm flipH="1">
                <a:off x="2075961" y="1979046"/>
                <a:ext cx="101000" cy="465401"/>
              </a:xfrm>
              <a:custGeom>
                <a:avLst/>
                <a:gdLst>
                  <a:gd name="connsiteX0" fmla="*/ 25 w 69785"/>
                  <a:gd name="connsiteY0" fmla="*/ 321405 h 321563"/>
                  <a:gd name="connsiteX1" fmla="*/ 68986 w 69785"/>
                  <a:gd name="connsiteY1" fmla="*/ 142716 h 321563"/>
                  <a:gd name="connsiteX2" fmla="*/ 47936 w 69785"/>
                  <a:gd name="connsiteY2" fmla="*/ -159 h 321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785" h="321563">
                    <a:moveTo>
                      <a:pt x="25" y="321405"/>
                    </a:moveTo>
                    <a:cubicBezTo>
                      <a:pt x="25" y="321405"/>
                      <a:pt x="-13500" y="189103"/>
                      <a:pt x="68986" y="142716"/>
                    </a:cubicBezTo>
                    <a:cubicBezTo>
                      <a:pt x="36791" y="79184"/>
                      <a:pt x="38601" y="31083"/>
                      <a:pt x="47936" y="-159"/>
                    </a:cubicBezTo>
                  </a:path>
                </a:pathLst>
              </a:custGeom>
              <a:noFill/>
              <a:ln w="7144" cap="flat">
                <a:solidFill>
                  <a:srgbClr val="45454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5" name="任意多边形 534"/>
              <p:cNvSpPr/>
              <p:nvPr/>
            </p:nvSpPr>
            <p:spPr>
              <a:xfrm flipH="1">
                <a:off x="1994764" y="1979046"/>
                <a:ext cx="100864" cy="465401"/>
              </a:xfrm>
              <a:custGeom>
                <a:avLst/>
                <a:gdLst>
                  <a:gd name="connsiteX0" fmla="*/ 26 w 69691"/>
                  <a:gd name="connsiteY0" fmla="*/ 321405 h 321563"/>
                  <a:gd name="connsiteX1" fmla="*/ 68892 w 69691"/>
                  <a:gd name="connsiteY1" fmla="*/ 142716 h 321563"/>
                  <a:gd name="connsiteX2" fmla="*/ 47842 w 69691"/>
                  <a:gd name="connsiteY2" fmla="*/ -159 h 321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691" h="321563">
                    <a:moveTo>
                      <a:pt x="26" y="321405"/>
                    </a:moveTo>
                    <a:cubicBezTo>
                      <a:pt x="26" y="321405"/>
                      <a:pt x="-13499" y="189103"/>
                      <a:pt x="68892" y="142716"/>
                    </a:cubicBezTo>
                    <a:cubicBezTo>
                      <a:pt x="36793" y="79184"/>
                      <a:pt x="38603" y="31083"/>
                      <a:pt x="47842" y="-159"/>
                    </a:cubicBezTo>
                  </a:path>
                </a:pathLst>
              </a:custGeom>
              <a:noFill/>
              <a:ln w="7144" cap="flat">
                <a:solidFill>
                  <a:srgbClr val="45454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6" name="任意多边形 535"/>
              <p:cNvSpPr/>
              <p:nvPr/>
            </p:nvSpPr>
            <p:spPr>
              <a:xfrm flipH="1">
                <a:off x="344074" y="3382147"/>
                <a:ext cx="2789242" cy="3506094"/>
              </a:xfrm>
              <a:custGeom>
                <a:avLst/>
                <a:gdLst>
                  <a:gd name="connsiteX0" fmla="*/ 656616 w 1927193"/>
                  <a:gd name="connsiteY0" fmla="*/ -159 h 2422493"/>
                  <a:gd name="connsiteX1" fmla="*/ 644043 w 1927193"/>
                  <a:gd name="connsiteY1" fmla="*/ 110141 h 2422493"/>
                  <a:gd name="connsiteX2" fmla="*/ -800 w 1927193"/>
                  <a:gd name="connsiteY2" fmla="*/ 2422335 h 2422493"/>
                  <a:gd name="connsiteX3" fmla="*/ 1926394 w 1927193"/>
                  <a:gd name="connsiteY3" fmla="*/ 2422335 h 2422493"/>
                  <a:gd name="connsiteX4" fmla="*/ 1258501 w 1927193"/>
                  <a:gd name="connsiteY4" fmla="*/ 125000 h 2422493"/>
                  <a:gd name="connsiteX5" fmla="*/ 1211352 w 1927193"/>
                  <a:gd name="connsiteY5" fmla="*/ -159 h 242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27193" h="2422493">
                    <a:moveTo>
                      <a:pt x="656616" y="-159"/>
                    </a:moveTo>
                    <a:lnTo>
                      <a:pt x="644043" y="110141"/>
                    </a:lnTo>
                    <a:cubicBezTo>
                      <a:pt x="644043" y="110141"/>
                      <a:pt x="89211" y="1448499"/>
                      <a:pt x="-800" y="2422335"/>
                    </a:cubicBezTo>
                    <a:lnTo>
                      <a:pt x="1926394" y="2422335"/>
                    </a:lnTo>
                    <a:cubicBezTo>
                      <a:pt x="1926394" y="2422335"/>
                      <a:pt x="1721797" y="865473"/>
                      <a:pt x="1258501" y="125000"/>
                    </a:cubicBezTo>
                    <a:lnTo>
                      <a:pt x="1211352" y="-15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7" name="任意多边形 536"/>
              <p:cNvSpPr/>
              <p:nvPr/>
            </p:nvSpPr>
            <p:spPr>
              <a:xfrm flipH="1">
                <a:off x="1224975" y="3382147"/>
                <a:ext cx="966646" cy="326995"/>
              </a:xfrm>
              <a:custGeom>
                <a:avLst/>
                <a:gdLst>
                  <a:gd name="connsiteX0" fmla="*/ -800 w 667892"/>
                  <a:gd name="connsiteY0" fmla="*/ 58991 h 225933"/>
                  <a:gd name="connsiteX1" fmla="*/ 667093 w 667892"/>
                  <a:gd name="connsiteY1" fmla="*/ 225774 h 225933"/>
                  <a:gd name="connsiteX2" fmla="*/ 608229 w 667892"/>
                  <a:gd name="connsiteY2" fmla="*/ 125000 h 225933"/>
                  <a:gd name="connsiteX3" fmla="*/ 561080 w 667892"/>
                  <a:gd name="connsiteY3" fmla="*/ -159 h 225933"/>
                  <a:gd name="connsiteX4" fmla="*/ 5963 w 667892"/>
                  <a:gd name="connsiteY4" fmla="*/ -159 h 225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7892" h="225933">
                    <a:moveTo>
                      <a:pt x="-800" y="58991"/>
                    </a:moveTo>
                    <a:lnTo>
                      <a:pt x="667093" y="225774"/>
                    </a:lnTo>
                    <a:cubicBezTo>
                      <a:pt x="648043" y="190817"/>
                      <a:pt x="628327" y="157099"/>
                      <a:pt x="608229" y="125000"/>
                    </a:cubicBezTo>
                    <a:lnTo>
                      <a:pt x="561080" y="-159"/>
                    </a:lnTo>
                    <a:lnTo>
                      <a:pt x="5963" y="-159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8" name="任意多边形 537"/>
              <p:cNvSpPr/>
              <p:nvPr/>
            </p:nvSpPr>
            <p:spPr>
              <a:xfrm flipH="1">
                <a:off x="1038731" y="2164188"/>
                <a:ext cx="1356228" cy="1270757"/>
              </a:xfrm>
              <a:custGeom>
                <a:avLst/>
                <a:gdLst>
                  <a:gd name="connsiteX0" fmla="*/ 528314 w 937069"/>
                  <a:gd name="connsiteY0" fmla="*/ -159 h 878014"/>
                  <a:gd name="connsiteX1" fmla="*/ 668998 w 937069"/>
                  <a:gd name="connsiteY1" fmla="*/ 57563 h 878014"/>
                  <a:gd name="connsiteX2" fmla="*/ 808540 w 937069"/>
                  <a:gd name="connsiteY2" fmla="*/ 206439 h 878014"/>
                  <a:gd name="connsiteX3" fmla="*/ 936270 w 937069"/>
                  <a:gd name="connsiteY3" fmla="*/ 582771 h 878014"/>
                  <a:gd name="connsiteX4" fmla="*/ 716528 w 937069"/>
                  <a:gd name="connsiteY4" fmla="*/ 582771 h 878014"/>
                  <a:gd name="connsiteX5" fmla="*/ 737293 w 937069"/>
                  <a:gd name="connsiteY5" fmla="*/ 809847 h 878014"/>
                  <a:gd name="connsiteX6" fmla="*/ 681581 w 937069"/>
                  <a:gd name="connsiteY6" fmla="*/ 877570 h 878014"/>
                  <a:gd name="connsiteX7" fmla="*/ 675952 w 937069"/>
                  <a:gd name="connsiteY7" fmla="*/ 877856 h 878014"/>
                  <a:gd name="connsiteX8" fmla="*/ 119692 w 937069"/>
                  <a:gd name="connsiteY8" fmla="*/ 877856 h 878014"/>
                  <a:gd name="connsiteX9" fmla="*/ 137313 w 937069"/>
                  <a:gd name="connsiteY9" fmla="*/ 782606 h 878014"/>
                  <a:gd name="connsiteX10" fmla="*/ 172365 w 937069"/>
                  <a:gd name="connsiteY10" fmla="*/ 564388 h 878014"/>
                  <a:gd name="connsiteX11" fmla="*/ -800 w 937069"/>
                  <a:gd name="connsiteY11" fmla="*/ 564388 h 878014"/>
                  <a:gd name="connsiteX12" fmla="*/ 111976 w 937069"/>
                  <a:gd name="connsiteY12" fmla="*/ 243015 h 878014"/>
                  <a:gd name="connsiteX13" fmla="*/ 315812 w 937069"/>
                  <a:gd name="connsiteY13" fmla="*/ 23940 h 878014"/>
                  <a:gd name="connsiteX14" fmla="*/ 338862 w 937069"/>
                  <a:gd name="connsiteY14" fmla="*/ 14415 h 878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37069" h="878014">
                    <a:moveTo>
                      <a:pt x="528314" y="-159"/>
                    </a:moveTo>
                    <a:lnTo>
                      <a:pt x="668998" y="57563"/>
                    </a:lnTo>
                    <a:cubicBezTo>
                      <a:pt x="734864" y="84652"/>
                      <a:pt x="785765" y="138954"/>
                      <a:pt x="808540" y="206439"/>
                    </a:cubicBezTo>
                    <a:lnTo>
                      <a:pt x="936270" y="582771"/>
                    </a:lnTo>
                    <a:lnTo>
                      <a:pt x="716528" y="582771"/>
                    </a:lnTo>
                    <a:lnTo>
                      <a:pt x="737293" y="809847"/>
                    </a:lnTo>
                    <a:cubicBezTo>
                      <a:pt x="740607" y="843928"/>
                      <a:pt x="715661" y="874255"/>
                      <a:pt x="681581" y="877570"/>
                    </a:cubicBezTo>
                    <a:cubicBezTo>
                      <a:pt x="679704" y="877751"/>
                      <a:pt x="677828" y="877846"/>
                      <a:pt x="675952" y="877856"/>
                    </a:cubicBezTo>
                    <a:lnTo>
                      <a:pt x="119692" y="877856"/>
                    </a:lnTo>
                    <a:cubicBezTo>
                      <a:pt x="57588" y="877856"/>
                      <a:pt x="52159" y="783749"/>
                      <a:pt x="137313" y="782606"/>
                    </a:cubicBezTo>
                    <a:lnTo>
                      <a:pt x="172365" y="564388"/>
                    </a:lnTo>
                    <a:lnTo>
                      <a:pt x="-800" y="564388"/>
                    </a:lnTo>
                    <a:lnTo>
                      <a:pt x="111976" y="243015"/>
                    </a:lnTo>
                    <a:cubicBezTo>
                      <a:pt x="146200" y="144640"/>
                      <a:pt x="220161" y="65154"/>
                      <a:pt x="315812" y="23940"/>
                    </a:cubicBezTo>
                    <a:lnTo>
                      <a:pt x="338862" y="14415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9" name="任意多边形 538"/>
              <p:cNvSpPr/>
              <p:nvPr/>
            </p:nvSpPr>
            <p:spPr>
              <a:xfrm flipH="1">
                <a:off x="1386543" y="2309589"/>
                <a:ext cx="253874" cy="683664"/>
              </a:xfrm>
              <a:custGeom>
                <a:avLst/>
                <a:gdLst>
                  <a:gd name="connsiteX0" fmla="*/ 46596 w 175411"/>
                  <a:gd name="connsiteY0" fmla="*/ 472211 h 472369"/>
                  <a:gd name="connsiteX1" fmla="*/ 1638 w 175411"/>
                  <a:gd name="connsiteY1" fmla="*/ 199225 h 472369"/>
                  <a:gd name="connsiteX2" fmla="*/ 115938 w 175411"/>
                  <a:gd name="connsiteY2" fmla="*/ 8725 h 472369"/>
                  <a:gd name="connsiteX3" fmla="*/ 174612 w 175411"/>
                  <a:gd name="connsiteY3" fmla="*/ -134 h 472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411" h="472369">
                    <a:moveTo>
                      <a:pt x="46596" y="472211"/>
                    </a:moveTo>
                    <a:lnTo>
                      <a:pt x="1638" y="199225"/>
                    </a:lnTo>
                    <a:cubicBezTo>
                      <a:pt x="-12497" y="116214"/>
                      <a:pt x="36042" y="35318"/>
                      <a:pt x="115938" y="8725"/>
                    </a:cubicBezTo>
                    <a:cubicBezTo>
                      <a:pt x="134864" y="2524"/>
                      <a:pt x="154695" y="-467"/>
                      <a:pt x="174612" y="-134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0" name="任意多边形 539"/>
              <p:cNvSpPr/>
              <p:nvPr/>
            </p:nvSpPr>
            <p:spPr>
              <a:xfrm flipH="1">
                <a:off x="2029090" y="2398955"/>
                <a:ext cx="170930" cy="551011"/>
              </a:xfrm>
              <a:custGeom>
                <a:avLst/>
                <a:gdLst>
                  <a:gd name="connsiteX0" fmla="*/ 31578 w 118102"/>
                  <a:gd name="connsiteY0" fmla="*/ 380556 h 380714"/>
                  <a:gd name="connsiteX1" fmla="*/ 18242 w 118102"/>
                  <a:gd name="connsiteY1" fmla="*/ 348361 h 380714"/>
                  <a:gd name="connsiteX2" fmla="*/ 41103 w 118102"/>
                  <a:gd name="connsiteY2" fmla="*/ 114141 h 380714"/>
                  <a:gd name="connsiteX3" fmla="*/ 117303 w 118102"/>
                  <a:gd name="connsiteY3" fmla="*/ -159 h 380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102" h="380714">
                    <a:moveTo>
                      <a:pt x="31578" y="380556"/>
                    </a:moveTo>
                    <a:lnTo>
                      <a:pt x="18242" y="348361"/>
                    </a:lnTo>
                    <a:cubicBezTo>
                      <a:pt x="-13666" y="271361"/>
                      <a:pt x="-5094" y="183521"/>
                      <a:pt x="41103" y="114141"/>
                    </a:cubicBezTo>
                    <a:lnTo>
                      <a:pt x="117303" y="-159"/>
                    </a:ln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1" name="任意多边形 540"/>
              <p:cNvSpPr/>
              <p:nvPr/>
            </p:nvSpPr>
            <p:spPr>
              <a:xfrm flipH="1">
                <a:off x="714494" y="3563151"/>
                <a:ext cx="709407" cy="3302756"/>
              </a:xfrm>
              <a:custGeom>
                <a:avLst/>
                <a:gdLst>
                  <a:gd name="connsiteX0" fmla="*/ 489357 w 490156"/>
                  <a:gd name="connsiteY0" fmla="*/ 2281841 h 2281999"/>
                  <a:gd name="connsiteX1" fmla="*/ -800 w 490156"/>
                  <a:gd name="connsiteY1" fmla="*/ -159 h 228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156" h="2281999">
                    <a:moveTo>
                      <a:pt x="489357" y="2281841"/>
                    </a:moveTo>
                    <a:cubicBezTo>
                      <a:pt x="489357" y="2281841"/>
                      <a:pt x="339052" y="735362"/>
                      <a:pt x="-800" y="-15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2" name="任意多边形 541"/>
              <p:cNvSpPr/>
              <p:nvPr/>
            </p:nvSpPr>
            <p:spPr>
              <a:xfrm flipH="1">
                <a:off x="2077476" y="3541783"/>
                <a:ext cx="685421" cy="3324124"/>
              </a:xfrm>
              <a:custGeom>
                <a:avLst/>
                <a:gdLst>
                  <a:gd name="connsiteX0" fmla="*/ 472783 w 473583"/>
                  <a:gd name="connsiteY0" fmla="*/ -159 h 2296763"/>
                  <a:gd name="connsiteX1" fmla="*/ -800 w 473583"/>
                  <a:gd name="connsiteY1" fmla="*/ 2296605 h 229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73583" h="2296763">
                    <a:moveTo>
                      <a:pt x="472783" y="-159"/>
                    </a:moveTo>
                    <a:cubicBezTo>
                      <a:pt x="472783" y="-159"/>
                      <a:pt x="65304" y="1329341"/>
                      <a:pt x="-800" y="2296605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3" name="任意多边形 542"/>
              <p:cNvSpPr/>
              <p:nvPr/>
            </p:nvSpPr>
            <p:spPr>
              <a:xfrm flipH="1">
                <a:off x="1113588" y="3563151"/>
                <a:ext cx="433004" cy="3302756"/>
              </a:xfrm>
              <a:custGeom>
                <a:avLst/>
                <a:gdLst>
                  <a:gd name="connsiteX0" fmla="*/ 298380 w 299179"/>
                  <a:gd name="connsiteY0" fmla="*/ 2281841 h 2281999"/>
                  <a:gd name="connsiteX1" fmla="*/ -800 w 299179"/>
                  <a:gd name="connsiteY1" fmla="*/ -159 h 228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9179" h="2281999">
                    <a:moveTo>
                      <a:pt x="298380" y="2281841"/>
                    </a:moveTo>
                    <a:cubicBezTo>
                      <a:pt x="298380" y="2281841"/>
                      <a:pt x="206654" y="735362"/>
                      <a:pt x="-800" y="-15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4" name="任意多边形 543"/>
              <p:cNvSpPr/>
              <p:nvPr/>
            </p:nvSpPr>
            <p:spPr>
              <a:xfrm flipH="1">
                <a:off x="1944859" y="3541783"/>
                <a:ext cx="418392" cy="3324124"/>
              </a:xfrm>
              <a:custGeom>
                <a:avLst/>
                <a:gdLst>
                  <a:gd name="connsiteX0" fmla="*/ 288284 w 289083"/>
                  <a:gd name="connsiteY0" fmla="*/ -159 h 2296763"/>
                  <a:gd name="connsiteX1" fmla="*/ -800 w 289083"/>
                  <a:gd name="connsiteY1" fmla="*/ 2296605 h 229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083" h="2296763">
                    <a:moveTo>
                      <a:pt x="288284" y="-159"/>
                    </a:moveTo>
                    <a:cubicBezTo>
                      <a:pt x="288284" y="-159"/>
                      <a:pt x="39586" y="1329341"/>
                      <a:pt x="-800" y="2296605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5" name="任意多边形 544"/>
              <p:cNvSpPr/>
              <p:nvPr/>
            </p:nvSpPr>
            <p:spPr>
              <a:xfrm flipH="1">
                <a:off x="1529499" y="3563151"/>
                <a:ext cx="144886" cy="3302756"/>
              </a:xfrm>
              <a:custGeom>
                <a:avLst/>
                <a:gdLst>
                  <a:gd name="connsiteX0" fmla="*/ 99308 w 100107"/>
                  <a:gd name="connsiteY0" fmla="*/ 2281841 h 2281999"/>
                  <a:gd name="connsiteX1" fmla="*/ -800 w 100107"/>
                  <a:gd name="connsiteY1" fmla="*/ -159 h 228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107" h="2281999">
                    <a:moveTo>
                      <a:pt x="99308" y="2281841"/>
                    </a:moveTo>
                    <a:cubicBezTo>
                      <a:pt x="99308" y="2281841"/>
                      <a:pt x="68542" y="735362"/>
                      <a:pt x="-800" y="-15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6" name="任意多边形 545"/>
              <p:cNvSpPr/>
              <p:nvPr/>
            </p:nvSpPr>
            <p:spPr>
              <a:xfrm flipH="1">
                <a:off x="1807831" y="3541783"/>
                <a:ext cx="140060" cy="3324124"/>
              </a:xfrm>
              <a:custGeom>
                <a:avLst/>
                <a:gdLst>
                  <a:gd name="connsiteX0" fmla="*/ 95974 w 96773"/>
                  <a:gd name="connsiteY0" fmla="*/ -159 h 2296763"/>
                  <a:gd name="connsiteX1" fmla="*/ -800 w 96773"/>
                  <a:gd name="connsiteY1" fmla="*/ 2296605 h 229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773" h="2296763">
                    <a:moveTo>
                      <a:pt x="95974" y="-159"/>
                    </a:moveTo>
                    <a:cubicBezTo>
                      <a:pt x="95974" y="-159"/>
                      <a:pt x="12725" y="1329341"/>
                      <a:pt x="-800" y="2296605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7" name="任意多边形 546"/>
              <p:cNvSpPr/>
              <p:nvPr/>
            </p:nvSpPr>
            <p:spPr>
              <a:xfrm flipH="1">
                <a:off x="1354835" y="3546057"/>
                <a:ext cx="811420" cy="13786"/>
              </a:xfrm>
              <a:custGeom>
                <a:avLst/>
                <a:gdLst>
                  <a:gd name="connsiteX0" fmla="*/ 0 w 560641"/>
                  <a:gd name="connsiteY0" fmla="*/ 0 h 9525"/>
                  <a:gd name="connsiteX1" fmla="*/ 560641 w 560641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0641" h="9525">
                    <a:moveTo>
                      <a:pt x="0" y="0"/>
                    </a:moveTo>
                    <a:lnTo>
                      <a:pt x="560641" y="0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8" name="任意多边形 547"/>
              <p:cNvSpPr/>
              <p:nvPr/>
            </p:nvSpPr>
            <p:spPr>
              <a:xfrm flipH="1">
                <a:off x="1628755" y="1640334"/>
                <a:ext cx="524460" cy="578996"/>
              </a:xfrm>
              <a:custGeom>
                <a:avLst/>
                <a:gdLst>
                  <a:gd name="connsiteX0" fmla="*/ 94679 w 362369"/>
                  <a:gd name="connsiteY0" fmla="*/ -159 h 400050"/>
                  <a:gd name="connsiteX1" fmla="*/ 258604 w 362369"/>
                  <a:gd name="connsiteY1" fmla="*/ 149860 h 400050"/>
                  <a:gd name="connsiteX2" fmla="*/ 309754 w 362369"/>
                  <a:gd name="connsiteY2" fmla="*/ 255873 h 400050"/>
                  <a:gd name="connsiteX3" fmla="*/ 342520 w 362369"/>
                  <a:gd name="connsiteY3" fmla="*/ 297307 h 400050"/>
                  <a:gd name="connsiteX4" fmla="*/ 361570 w 362369"/>
                  <a:gd name="connsiteY4" fmla="*/ 362649 h 400050"/>
                  <a:gd name="connsiteX5" fmla="*/ 173927 w 362369"/>
                  <a:gd name="connsiteY5" fmla="*/ 399891 h 400050"/>
                  <a:gd name="connsiteX6" fmla="*/ 165831 w 362369"/>
                  <a:gd name="connsiteY6" fmla="*/ 309880 h 400050"/>
                  <a:gd name="connsiteX7" fmla="*/ 30766 w 362369"/>
                  <a:gd name="connsiteY7" fmla="*/ 215297 h 400050"/>
                  <a:gd name="connsiteX8" fmla="*/ 9145 w 362369"/>
                  <a:gd name="connsiteY8" fmla="*/ 211011 h 400050"/>
                  <a:gd name="connsiteX9" fmla="*/ -618 w 362369"/>
                  <a:gd name="connsiteY9" fmla="*/ 197133 h 400050"/>
                  <a:gd name="connsiteX10" fmla="*/ 1620 w 362369"/>
                  <a:gd name="connsiteY10" fmla="*/ 191961 h 400050"/>
                  <a:gd name="connsiteX11" fmla="*/ 33338 w 362369"/>
                  <a:gd name="connsiteY11" fmla="*/ 146336 h 400050"/>
                  <a:gd name="connsiteX12" fmla="*/ 94679 w 362369"/>
                  <a:gd name="connsiteY12" fmla="*/ -159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62369" h="400050">
                    <a:moveTo>
                      <a:pt x="94679" y="-159"/>
                    </a:moveTo>
                    <a:cubicBezTo>
                      <a:pt x="94679" y="-159"/>
                      <a:pt x="61341" y="117189"/>
                      <a:pt x="258604" y="149860"/>
                    </a:cubicBezTo>
                    <a:cubicBezTo>
                      <a:pt x="258604" y="149860"/>
                      <a:pt x="255080" y="224441"/>
                      <a:pt x="309754" y="255873"/>
                    </a:cubicBezTo>
                    <a:cubicBezTo>
                      <a:pt x="325651" y="264893"/>
                      <a:pt x="337405" y="279752"/>
                      <a:pt x="342520" y="297307"/>
                    </a:cubicBezTo>
                    <a:lnTo>
                      <a:pt x="361570" y="362649"/>
                    </a:lnTo>
                    <a:cubicBezTo>
                      <a:pt x="301924" y="386766"/>
                      <a:pt x="238259" y="399406"/>
                      <a:pt x="173927" y="399891"/>
                    </a:cubicBezTo>
                    <a:lnTo>
                      <a:pt x="165831" y="309880"/>
                    </a:lnTo>
                    <a:cubicBezTo>
                      <a:pt x="88393" y="340741"/>
                      <a:pt x="36196" y="279876"/>
                      <a:pt x="30766" y="215297"/>
                    </a:cubicBezTo>
                    <a:lnTo>
                      <a:pt x="9145" y="211011"/>
                    </a:lnTo>
                    <a:cubicBezTo>
                      <a:pt x="2611" y="209877"/>
                      <a:pt x="-1762" y="203657"/>
                      <a:pt x="-618" y="197133"/>
                    </a:cubicBezTo>
                    <a:cubicBezTo>
                      <a:pt x="-294" y="195256"/>
                      <a:pt x="477" y="193485"/>
                      <a:pt x="1620" y="191961"/>
                    </a:cubicBezTo>
                    <a:lnTo>
                      <a:pt x="33338" y="146336"/>
                    </a:lnTo>
                    <a:cubicBezTo>
                      <a:pt x="33338" y="146336"/>
                      <a:pt x="6383" y="27559"/>
                      <a:pt x="94679" y="-159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9" name="任意多边形 548"/>
              <p:cNvSpPr/>
              <p:nvPr/>
            </p:nvSpPr>
            <p:spPr>
              <a:xfrm flipH="1">
                <a:off x="1890957" y="1874827"/>
                <a:ext cx="95398" cy="95398"/>
              </a:xfrm>
              <a:custGeom>
                <a:avLst/>
                <a:gdLst>
                  <a:gd name="connsiteX0" fmla="*/ 65114 w 65914"/>
                  <a:gd name="connsiteY0" fmla="*/ 33084 h 65914"/>
                  <a:gd name="connsiteX1" fmla="*/ 31872 w 65914"/>
                  <a:gd name="connsiteY1" fmla="*/ 65754 h 65914"/>
                  <a:gd name="connsiteX2" fmla="*/ -799 w 65914"/>
                  <a:gd name="connsiteY2" fmla="*/ 32512 h 65914"/>
                  <a:gd name="connsiteX3" fmla="*/ 32158 w 65914"/>
                  <a:gd name="connsiteY3" fmla="*/ -159 h 65914"/>
                  <a:gd name="connsiteX4" fmla="*/ 65114 w 65914"/>
                  <a:gd name="connsiteY4" fmla="*/ 32988 h 65914"/>
                  <a:gd name="connsiteX5" fmla="*/ 65114 w 65914"/>
                  <a:gd name="connsiteY5" fmla="*/ 33084 h 6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914" h="65914">
                    <a:moveTo>
                      <a:pt x="65114" y="33084"/>
                    </a:moveTo>
                    <a:cubicBezTo>
                      <a:pt x="64952" y="51286"/>
                      <a:pt x="50074" y="65907"/>
                      <a:pt x="31872" y="65754"/>
                    </a:cubicBezTo>
                    <a:cubicBezTo>
                      <a:pt x="13670" y="65592"/>
                      <a:pt x="-951" y="50714"/>
                      <a:pt x="-799" y="32512"/>
                    </a:cubicBezTo>
                    <a:cubicBezTo>
                      <a:pt x="-637" y="14424"/>
                      <a:pt x="14070" y="-159"/>
                      <a:pt x="32158" y="-159"/>
                    </a:cubicBezTo>
                    <a:cubicBezTo>
                      <a:pt x="50408" y="-101"/>
                      <a:pt x="65162" y="14738"/>
                      <a:pt x="65114" y="32988"/>
                    </a:cubicBezTo>
                    <a:cubicBezTo>
                      <a:pt x="65114" y="33017"/>
                      <a:pt x="65114" y="33055"/>
                      <a:pt x="65114" y="33084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0" name="任意多边形 549"/>
              <p:cNvSpPr/>
              <p:nvPr/>
            </p:nvSpPr>
            <p:spPr>
              <a:xfrm flipH="1">
                <a:off x="1681445" y="1769298"/>
                <a:ext cx="160072" cy="159896"/>
              </a:xfrm>
              <a:custGeom>
                <a:avLst/>
                <a:gdLst>
                  <a:gd name="connsiteX0" fmla="*/ 97724 w 110600"/>
                  <a:gd name="connsiteY0" fmla="*/ 15986 h 110478"/>
                  <a:gd name="connsiteX1" fmla="*/ 88960 w 110600"/>
                  <a:gd name="connsiteY1" fmla="*/ 93996 h 110478"/>
                  <a:gd name="connsiteX2" fmla="*/ 11237 w 110600"/>
                  <a:gd name="connsiteY2" fmla="*/ 93996 h 110478"/>
                  <a:gd name="connsiteX3" fmla="*/ 20000 w 110600"/>
                  <a:gd name="connsiteY3" fmla="*/ 15986 h 110478"/>
                  <a:gd name="connsiteX4" fmla="*/ 97724 w 110600"/>
                  <a:gd name="connsiteY4" fmla="*/ 15986 h 11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600" h="110478">
                    <a:moveTo>
                      <a:pt x="97724" y="15986"/>
                    </a:moveTo>
                    <a:cubicBezTo>
                      <a:pt x="116774" y="37418"/>
                      <a:pt x="112868" y="72279"/>
                      <a:pt x="88960" y="93996"/>
                    </a:cubicBezTo>
                    <a:cubicBezTo>
                      <a:pt x="65053" y="115713"/>
                      <a:pt x="30191" y="115808"/>
                      <a:pt x="11237" y="93996"/>
                    </a:cubicBezTo>
                    <a:cubicBezTo>
                      <a:pt x="-7718" y="72184"/>
                      <a:pt x="-3908" y="37608"/>
                      <a:pt x="20000" y="15986"/>
                    </a:cubicBezTo>
                    <a:cubicBezTo>
                      <a:pt x="43907" y="-5636"/>
                      <a:pt x="78769" y="-5445"/>
                      <a:pt x="97724" y="15986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1" name="任意多边形 550"/>
              <p:cNvSpPr/>
              <p:nvPr/>
            </p:nvSpPr>
            <p:spPr>
              <a:xfrm flipH="1">
                <a:off x="1723875" y="1808794"/>
                <a:ext cx="78715" cy="81886"/>
              </a:xfrm>
              <a:custGeom>
                <a:avLst/>
                <a:gdLst>
                  <a:gd name="connsiteX0" fmla="*/ -800 w 54387"/>
                  <a:gd name="connsiteY0" fmla="*/ 56420 h 56578"/>
                  <a:gd name="connsiteX1" fmla="*/ 53588 w 54387"/>
                  <a:gd name="connsiteY1" fmla="*/ -159 h 56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387" h="56578">
                    <a:moveTo>
                      <a:pt x="-800" y="56420"/>
                    </a:moveTo>
                    <a:cubicBezTo>
                      <a:pt x="-800" y="56420"/>
                      <a:pt x="12440" y="2603"/>
                      <a:pt x="53588" y="-15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2" name="任意多边形 551"/>
              <p:cNvSpPr/>
              <p:nvPr/>
            </p:nvSpPr>
            <p:spPr>
              <a:xfrm flipH="1">
                <a:off x="2019438" y="1822167"/>
                <a:ext cx="52112" cy="52110"/>
              </a:xfrm>
              <a:custGeom>
                <a:avLst/>
                <a:gdLst>
                  <a:gd name="connsiteX0" fmla="*/ 35206 w 36006"/>
                  <a:gd name="connsiteY0" fmla="*/ 18034 h 36005"/>
                  <a:gd name="connsiteX1" fmla="*/ 17013 w 36006"/>
                  <a:gd name="connsiteY1" fmla="*/ 35846 h 36005"/>
                  <a:gd name="connsiteX2" fmla="*/ -799 w 36006"/>
                  <a:gd name="connsiteY2" fmla="*/ 17653 h 36005"/>
                  <a:gd name="connsiteX3" fmla="*/ 17203 w 36006"/>
                  <a:gd name="connsiteY3" fmla="*/ -159 h 36005"/>
                  <a:gd name="connsiteX4" fmla="*/ 35206 w 36006"/>
                  <a:gd name="connsiteY4" fmla="*/ 18034 h 36005"/>
                  <a:gd name="connsiteX5" fmla="*/ 35206 w 36006"/>
                  <a:gd name="connsiteY5" fmla="*/ 18034 h 36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006" h="36005">
                    <a:moveTo>
                      <a:pt x="35206" y="18034"/>
                    </a:moveTo>
                    <a:cubicBezTo>
                      <a:pt x="35101" y="27978"/>
                      <a:pt x="26957" y="35951"/>
                      <a:pt x="17013" y="35846"/>
                    </a:cubicBezTo>
                    <a:cubicBezTo>
                      <a:pt x="7069" y="35741"/>
                      <a:pt x="-904" y="27597"/>
                      <a:pt x="-799" y="17653"/>
                    </a:cubicBezTo>
                    <a:cubicBezTo>
                      <a:pt x="-694" y="7785"/>
                      <a:pt x="7335" y="-159"/>
                      <a:pt x="17203" y="-159"/>
                    </a:cubicBezTo>
                    <a:cubicBezTo>
                      <a:pt x="27195" y="-102"/>
                      <a:pt x="35263" y="8042"/>
                      <a:pt x="35206" y="18034"/>
                    </a:cubicBezTo>
                    <a:cubicBezTo>
                      <a:pt x="35206" y="18034"/>
                      <a:pt x="35206" y="18034"/>
                      <a:pt x="35206" y="18034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3" name="任意多边形 552"/>
              <p:cNvSpPr/>
              <p:nvPr/>
            </p:nvSpPr>
            <p:spPr>
              <a:xfrm flipH="1">
                <a:off x="1954094" y="1929142"/>
                <a:ext cx="96499" cy="47427"/>
              </a:xfrm>
              <a:custGeom>
                <a:avLst/>
                <a:gdLst>
                  <a:gd name="connsiteX0" fmla="*/ -800 w 66675"/>
                  <a:gd name="connsiteY0" fmla="*/ 32607 h 32769"/>
                  <a:gd name="connsiteX1" fmla="*/ 65875 w 66675"/>
                  <a:gd name="connsiteY1" fmla="*/ -159 h 32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675" h="32769">
                    <a:moveTo>
                      <a:pt x="-800" y="32607"/>
                    </a:moveTo>
                    <a:cubicBezTo>
                      <a:pt x="25355" y="32836"/>
                      <a:pt x="50073" y="20682"/>
                      <a:pt x="65875" y="-15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4" name="任意多边形 553"/>
              <p:cNvSpPr/>
              <p:nvPr/>
            </p:nvSpPr>
            <p:spPr>
              <a:xfrm flipH="1">
                <a:off x="1998760" y="1786136"/>
                <a:ext cx="82714" cy="12732"/>
              </a:xfrm>
              <a:custGeom>
                <a:avLst/>
                <a:gdLst>
                  <a:gd name="connsiteX0" fmla="*/ -800 w 57150"/>
                  <a:gd name="connsiteY0" fmla="*/ 5019 h 8797"/>
                  <a:gd name="connsiteX1" fmla="*/ 56350 w 57150"/>
                  <a:gd name="connsiteY1" fmla="*/ 8639 h 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150" h="8797">
                    <a:moveTo>
                      <a:pt x="-800" y="5019"/>
                    </a:moveTo>
                    <a:cubicBezTo>
                      <a:pt x="17736" y="-2991"/>
                      <a:pt x="38976" y="-1648"/>
                      <a:pt x="56350" y="8639"/>
                    </a:cubicBezTo>
                  </a:path>
                </a:pathLst>
              </a:custGeom>
              <a:noFill/>
              <a:ln w="714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5" name="任意多边形 554"/>
              <p:cNvSpPr/>
              <p:nvPr/>
            </p:nvSpPr>
            <p:spPr>
              <a:xfrm flipH="1">
                <a:off x="1800163" y="2020953"/>
                <a:ext cx="111886" cy="174389"/>
              </a:xfrm>
              <a:custGeom>
                <a:avLst/>
                <a:gdLst>
                  <a:gd name="connsiteX0" fmla="*/ 75876 w 77306"/>
                  <a:gd name="connsiteY0" fmla="*/ 10511 h 120492"/>
                  <a:gd name="connsiteX1" fmla="*/ 63341 w 77306"/>
                  <a:gd name="connsiteY1" fmla="*/ -119 h 120492"/>
                  <a:gd name="connsiteX2" fmla="*/ 55207 w 77306"/>
                  <a:gd name="connsiteY2" fmla="*/ 4224 h 120492"/>
                  <a:gd name="connsiteX3" fmla="*/ -800 w 77306"/>
                  <a:gd name="connsiteY3" fmla="*/ 46515 h 120492"/>
                  <a:gd name="connsiteX4" fmla="*/ 5868 w 77306"/>
                  <a:gd name="connsiteY4" fmla="*/ 120334 h 120492"/>
                  <a:gd name="connsiteX5" fmla="*/ 75876 w 77306"/>
                  <a:gd name="connsiteY5" fmla="*/ 10511 h 120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7306" h="120492">
                    <a:moveTo>
                      <a:pt x="75876" y="10511"/>
                    </a:moveTo>
                    <a:cubicBezTo>
                      <a:pt x="75352" y="4110"/>
                      <a:pt x="69732" y="-643"/>
                      <a:pt x="63341" y="-119"/>
                    </a:cubicBezTo>
                    <a:cubicBezTo>
                      <a:pt x="60150" y="147"/>
                      <a:pt x="57207" y="1719"/>
                      <a:pt x="55207" y="4224"/>
                    </a:cubicBezTo>
                    <a:cubicBezTo>
                      <a:pt x="41177" y="23598"/>
                      <a:pt x="21670" y="38324"/>
                      <a:pt x="-800" y="46515"/>
                    </a:cubicBezTo>
                    <a:lnTo>
                      <a:pt x="5868" y="120334"/>
                    </a:lnTo>
                    <a:cubicBezTo>
                      <a:pt x="63208" y="107570"/>
                      <a:pt x="80163" y="54135"/>
                      <a:pt x="75876" y="10511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6" name="任意多边形 555"/>
              <p:cNvSpPr/>
              <p:nvPr/>
            </p:nvSpPr>
            <p:spPr>
              <a:xfrm flipH="1">
                <a:off x="1065906" y="3008418"/>
                <a:ext cx="500675" cy="1678674"/>
              </a:xfrm>
              <a:custGeom>
                <a:avLst/>
                <a:gdLst>
                  <a:gd name="connsiteX0" fmla="*/ 174746 w 345935"/>
                  <a:gd name="connsiteY0" fmla="*/ 983679 h 1159859"/>
                  <a:gd name="connsiteX1" fmla="*/ -800 w 345935"/>
                  <a:gd name="connsiteY1" fmla="*/ -159 h 1159859"/>
                  <a:gd name="connsiteX2" fmla="*/ 250470 w 345935"/>
                  <a:gd name="connsiteY2" fmla="*/ -159 h 1159859"/>
                  <a:gd name="connsiteX3" fmla="*/ 284569 w 345935"/>
                  <a:gd name="connsiteY3" fmla="*/ 193961 h 1159859"/>
                  <a:gd name="connsiteX4" fmla="*/ 332194 w 345935"/>
                  <a:gd name="connsiteY4" fmla="*/ 498094 h 1159859"/>
                  <a:gd name="connsiteX5" fmla="*/ 284569 w 345935"/>
                  <a:gd name="connsiteY5" fmla="*/ 978249 h 1159859"/>
                  <a:gd name="connsiteX6" fmla="*/ 323812 w 345935"/>
                  <a:gd name="connsiteY6" fmla="*/ 1081977 h 1159859"/>
                  <a:gd name="connsiteX7" fmla="*/ 302190 w 345935"/>
                  <a:gd name="connsiteY7" fmla="*/ 1159701 h 1159859"/>
                  <a:gd name="connsiteX8" fmla="*/ 195892 w 345935"/>
                  <a:gd name="connsiteY8" fmla="*/ 1159701 h 1159859"/>
                  <a:gd name="connsiteX9" fmla="*/ 142456 w 345935"/>
                  <a:gd name="connsiteY9" fmla="*/ 1105504 h 1159859"/>
                  <a:gd name="connsiteX10" fmla="*/ 144552 w 345935"/>
                  <a:gd name="connsiteY10" fmla="*/ 1091025 h 1159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5935" h="1159859">
                    <a:moveTo>
                      <a:pt x="174746" y="983679"/>
                    </a:moveTo>
                    <a:lnTo>
                      <a:pt x="-800" y="-159"/>
                    </a:lnTo>
                    <a:lnTo>
                      <a:pt x="250470" y="-159"/>
                    </a:lnTo>
                    <a:lnTo>
                      <a:pt x="284569" y="193961"/>
                    </a:lnTo>
                    <a:cubicBezTo>
                      <a:pt x="284569" y="193961"/>
                      <a:pt x="341719" y="294926"/>
                      <a:pt x="332194" y="498094"/>
                    </a:cubicBezTo>
                    <a:cubicBezTo>
                      <a:pt x="322669" y="701262"/>
                      <a:pt x="284569" y="978249"/>
                      <a:pt x="284569" y="978249"/>
                    </a:cubicBezTo>
                    <a:cubicBezTo>
                      <a:pt x="308353" y="1007767"/>
                      <a:pt x="322107" y="1044105"/>
                      <a:pt x="323812" y="1081977"/>
                    </a:cubicBezTo>
                    <a:cubicBezTo>
                      <a:pt x="349529" y="1099693"/>
                      <a:pt x="361912" y="1159701"/>
                      <a:pt x="302190" y="1159701"/>
                    </a:cubicBezTo>
                    <a:lnTo>
                      <a:pt x="195892" y="1159701"/>
                    </a:lnTo>
                    <a:cubicBezTo>
                      <a:pt x="166173" y="1159491"/>
                      <a:pt x="142247" y="1135221"/>
                      <a:pt x="142456" y="1105504"/>
                    </a:cubicBezTo>
                    <a:cubicBezTo>
                      <a:pt x="142494" y="1100608"/>
                      <a:pt x="143199" y="1095731"/>
                      <a:pt x="144552" y="1091025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7" name="任意多边形 556"/>
              <p:cNvSpPr/>
              <p:nvPr/>
            </p:nvSpPr>
            <p:spPr>
              <a:xfrm flipH="1">
                <a:off x="1096692" y="4574601"/>
                <a:ext cx="33712" cy="77888"/>
              </a:xfrm>
              <a:custGeom>
                <a:avLst/>
                <a:gdLst>
                  <a:gd name="connsiteX0" fmla="*/ -800 w 23293"/>
                  <a:gd name="connsiteY0" fmla="*/ 53657 h 53816"/>
                  <a:gd name="connsiteX1" fmla="*/ 22441 w 23293"/>
                  <a:gd name="connsiteY1" fmla="*/ -159 h 5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293" h="53816">
                    <a:moveTo>
                      <a:pt x="-800" y="53657"/>
                    </a:moveTo>
                    <a:cubicBezTo>
                      <a:pt x="-800" y="53657"/>
                      <a:pt x="23774" y="29845"/>
                      <a:pt x="22441" y="-15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8" name="任意多边形 557"/>
              <p:cNvSpPr/>
              <p:nvPr/>
            </p:nvSpPr>
            <p:spPr>
              <a:xfrm flipH="1">
                <a:off x="1190153" y="3008418"/>
                <a:ext cx="376428" cy="142680"/>
              </a:xfrm>
              <a:custGeom>
                <a:avLst/>
                <a:gdLst>
                  <a:gd name="connsiteX0" fmla="*/ 250470 w 260088"/>
                  <a:gd name="connsiteY0" fmla="*/ -159 h 98583"/>
                  <a:gd name="connsiteX1" fmla="*/ -800 w 260088"/>
                  <a:gd name="connsiteY1" fmla="*/ -159 h 98583"/>
                  <a:gd name="connsiteX2" fmla="*/ 6915 w 260088"/>
                  <a:gd name="connsiteY2" fmla="*/ 43180 h 98583"/>
                  <a:gd name="connsiteX3" fmla="*/ 203416 w 260088"/>
                  <a:gd name="connsiteY3" fmla="*/ 96901 h 98583"/>
                  <a:gd name="connsiteX4" fmla="*/ 257775 w 260088"/>
                  <a:gd name="connsiteY4" fmla="*/ 65516 h 98583"/>
                  <a:gd name="connsiteX5" fmla="*/ 258566 w 260088"/>
                  <a:gd name="connsiteY5" fmla="*/ 46038 h 98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0088" h="98583">
                    <a:moveTo>
                      <a:pt x="250470" y="-159"/>
                    </a:moveTo>
                    <a:lnTo>
                      <a:pt x="-800" y="-159"/>
                    </a:lnTo>
                    <a:lnTo>
                      <a:pt x="6915" y="43180"/>
                    </a:lnTo>
                    <a:lnTo>
                      <a:pt x="203416" y="96901"/>
                    </a:lnTo>
                    <a:cubicBezTo>
                      <a:pt x="227095" y="103245"/>
                      <a:pt x="251432" y="89195"/>
                      <a:pt x="257775" y="65516"/>
                    </a:cubicBezTo>
                    <a:cubicBezTo>
                      <a:pt x="259480" y="59163"/>
                      <a:pt x="259747" y="52505"/>
                      <a:pt x="258566" y="46038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508" name="组合 507"/>
            <p:cNvGrpSpPr/>
            <p:nvPr/>
          </p:nvGrpSpPr>
          <p:grpSpPr>
            <a:xfrm>
              <a:off x="2824512" y="1061913"/>
              <a:ext cx="2872896" cy="5796087"/>
              <a:chOff x="2824512" y="1061913"/>
              <a:chExt cx="2872896" cy="5796087"/>
            </a:xfrm>
          </p:grpSpPr>
          <p:sp>
            <p:nvSpPr>
              <p:cNvPr id="509" name="任意多边形 508"/>
              <p:cNvSpPr/>
              <p:nvPr/>
            </p:nvSpPr>
            <p:spPr>
              <a:xfrm flipH="1">
                <a:off x="3383652" y="3760064"/>
                <a:ext cx="1611310" cy="2722794"/>
              </a:xfrm>
              <a:custGeom>
                <a:avLst/>
                <a:gdLst>
                  <a:gd name="connsiteX0" fmla="*/ 599090 w 1008697"/>
                  <a:gd name="connsiteY0" fmla="*/ 42256 h 1704498"/>
                  <a:gd name="connsiteX1" fmla="*/ 596233 w 1008697"/>
                  <a:gd name="connsiteY1" fmla="*/ 888933 h 1704498"/>
                  <a:gd name="connsiteX2" fmla="*/ 1008570 w 1008697"/>
                  <a:gd name="connsiteY2" fmla="*/ 1436335 h 1704498"/>
                  <a:gd name="connsiteX3" fmla="*/ 635476 w 1008697"/>
                  <a:gd name="connsiteY3" fmla="*/ 1703892 h 1704498"/>
                  <a:gd name="connsiteX4" fmla="*/ 248856 w 1008697"/>
                  <a:gd name="connsiteY4" fmla="*/ 1238882 h 1704498"/>
                  <a:gd name="connsiteX5" fmla="*/ 45497 w 1008697"/>
                  <a:gd name="connsiteY5" fmla="*/ 725865 h 1704498"/>
                  <a:gd name="connsiteX6" fmla="*/ -128 w 1008697"/>
                  <a:gd name="connsiteY6" fmla="*/ -607 h 1704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8697" h="1704498">
                    <a:moveTo>
                      <a:pt x="599090" y="42256"/>
                    </a:moveTo>
                    <a:lnTo>
                      <a:pt x="596233" y="888933"/>
                    </a:lnTo>
                    <a:lnTo>
                      <a:pt x="1008570" y="1436335"/>
                    </a:lnTo>
                    <a:lnTo>
                      <a:pt x="635476" y="1703892"/>
                    </a:lnTo>
                    <a:lnTo>
                      <a:pt x="248856" y="1238882"/>
                    </a:lnTo>
                    <a:cubicBezTo>
                      <a:pt x="128374" y="1093778"/>
                      <a:pt x="57155" y="914107"/>
                      <a:pt x="45497" y="725865"/>
                    </a:cubicBezTo>
                    <a:lnTo>
                      <a:pt x="-128" y="-607"/>
                    </a:lnTo>
                    <a:close/>
                  </a:path>
                </a:pathLst>
              </a:custGeom>
              <a:solidFill>
                <a:srgbClr val="619F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0" name="任意多边形 509"/>
              <p:cNvSpPr/>
              <p:nvPr/>
            </p:nvSpPr>
            <p:spPr>
              <a:xfrm flipH="1">
                <a:off x="3421994" y="5824945"/>
                <a:ext cx="698234" cy="611354"/>
              </a:xfrm>
              <a:custGeom>
                <a:avLst/>
                <a:gdLst>
                  <a:gd name="connsiteX0" fmla="*/ 352425 w 437102"/>
                  <a:gd name="connsiteY0" fmla="*/ 0 h 382714"/>
                  <a:gd name="connsiteX1" fmla="*/ 437102 w 437102"/>
                  <a:gd name="connsiteY1" fmla="*/ 112395 h 382714"/>
                  <a:gd name="connsiteX2" fmla="*/ 66961 w 437102"/>
                  <a:gd name="connsiteY2" fmla="*/ 382714 h 382714"/>
                  <a:gd name="connsiteX3" fmla="*/ 0 w 437102"/>
                  <a:gd name="connsiteY3" fmla="*/ 306038 h 382714"/>
                  <a:gd name="connsiteX4" fmla="*/ 352425 w 437102"/>
                  <a:gd name="connsiteY4" fmla="*/ 0 h 382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7102" h="382714">
                    <a:moveTo>
                      <a:pt x="352425" y="0"/>
                    </a:moveTo>
                    <a:lnTo>
                      <a:pt x="437102" y="112395"/>
                    </a:lnTo>
                    <a:lnTo>
                      <a:pt x="66961" y="382714"/>
                    </a:lnTo>
                    <a:lnTo>
                      <a:pt x="0" y="306038"/>
                    </a:lnTo>
                    <a:lnTo>
                      <a:pt x="352425" y="0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1" name="任意多边形 510"/>
              <p:cNvSpPr/>
              <p:nvPr/>
            </p:nvSpPr>
            <p:spPr>
              <a:xfrm flipH="1">
                <a:off x="3700285" y="3834010"/>
                <a:ext cx="809611" cy="2406771"/>
              </a:xfrm>
              <a:custGeom>
                <a:avLst/>
                <a:gdLst>
                  <a:gd name="connsiteX0" fmla="*/ -128 w 506825"/>
                  <a:gd name="connsiteY0" fmla="*/ -607 h 1506664"/>
                  <a:gd name="connsiteX1" fmla="*/ 56165 w 506825"/>
                  <a:gd name="connsiteY1" fmla="*/ 783396 h 1506664"/>
                  <a:gd name="connsiteX2" fmla="*/ 124459 w 506825"/>
                  <a:gd name="connsiteY2" fmla="*/ 972658 h 1506664"/>
                  <a:gd name="connsiteX3" fmla="*/ 506698 w 506825"/>
                  <a:gd name="connsiteY3" fmla="*/ 1506058 h 150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6825" h="1506664">
                    <a:moveTo>
                      <a:pt x="-128" y="-607"/>
                    </a:moveTo>
                    <a:lnTo>
                      <a:pt x="56165" y="783396"/>
                    </a:lnTo>
                    <a:cubicBezTo>
                      <a:pt x="61013" y="851576"/>
                      <a:pt x="84654" y="917089"/>
                      <a:pt x="124459" y="972658"/>
                    </a:cubicBezTo>
                    <a:lnTo>
                      <a:pt x="506698" y="1506058"/>
                    </a:ln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0" name="任意多边形 319"/>
              <p:cNvSpPr/>
              <p:nvPr/>
            </p:nvSpPr>
            <p:spPr>
              <a:xfrm flipH="1">
                <a:off x="4185809" y="5168705"/>
                <a:ext cx="436833" cy="1369"/>
              </a:xfrm>
              <a:custGeom>
                <a:avLst/>
                <a:gdLst>
                  <a:gd name="connsiteX0" fmla="*/ 273463 w 273462"/>
                  <a:gd name="connsiteY0" fmla="*/ 857 h 857"/>
                  <a:gd name="connsiteX1" fmla="*/ 0 w 273462"/>
                  <a:gd name="connsiteY1" fmla="*/ 0 h 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3462" h="857">
                    <a:moveTo>
                      <a:pt x="273463" y="857"/>
                    </a:moveTo>
                    <a:lnTo>
                      <a:pt x="0" y="0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1" name="任意多边形 320"/>
              <p:cNvSpPr/>
              <p:nvPr/>
            </p:nvSpPr>
            <p:spPr>
              <a:xfrm flipH="1">
                <a:off x="4211828" y="5222720"/>
                <a:ext cx="327434" cy="141199"/>
              </a:xfrm>
              <a:custGeom>
                <a:avLst/>
                <a:gdLst>
                  <a:gd name="connsiteX0" fmla="*/ 204978 w 204977"/>
                  <a:gd name="connsiteY0" fmla="*/ 0 h 88392"/>
                  <a:gd name="connsiteX1" fmla="*/ 0 w 204977"/>
                  <a:gd name="connsiteY1" fmla="*/ 88392 h 88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4977" h="88392">
                    <a:moveTo>
                      <a:pt x="204978" y="0"/>
                    </a:moveTo>
                    <a:lnTo>
                      <a:pt x="0" y="88392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2" name="任意多边形 321"/>
              <p:cNvSpPr/>
              <p:nvPr/>
            </p:nvSpPr>
            <p:spPr>
              <a:xfrm flipH="1">
                <a:off x="4037762" y="3760064"/>
                <a:ext cx="957200" cy="1651177"/>
              </a:xfrm>
              <a:custGeom>
                <a:avLst/>
                <a:gdLst>
                  <a:gd name="connsiteX0" fmla="*/ 45497 w 599217"/>
                  <a:gd name="connsiteY0" fmla="*/ 725865 h 1033654"/>
                  <a:gd name="connsiteX1" fmla="*/ -128 w 599217"/>
                  <a:gd name="connsiteY1" fmla="*/ -607 h 1033654"/>
                  <a:gd name="connsiteX2" fmla="*/ 599090 w 599217"/>
                  <a:gd name="connsiteY2" fmla="*/ 42256 h 1033654"/>
                  <a:gd name="connsiteX3" fmla="*/ 597566 w 599217"/>
                  <a:gd name="connsiteY3" fmla="*/ 484787 h 1033654"/>
                  <a:gd name="connsiteX4" fmla="*/ 536701 w 599217"/>
                  <a:gd name="connsiteY4" fmla="*/ 556320 h 1033654"/>
                  <a:gd name="connsiteX5" fmla="*/ 536701 w 599217"/>
                  <a:gd name="connsiteY5" fmla="*/ 556320 h 1033654"/>
                  <a:gd name="connsiteX6" fmla="*/ 462406 w 599217"/>
                  <a:gd name="connsiteY6" fmla="*/ 604516 h 1033654"/>
                  <a:gd name="connsiteX7" fmla="*/ 197135 w 599217"/>
                  <a:gd name="connsiteY7" fmla="*/ 1009805 h 1033654"/>
                  <a:gd name="connsiteX8" fmla="*/ 127240 w 599217"/>
                  <a:gd name="connsiteY8" fmla="*/ 1025017 h 1033654"/>
                  <a:gd name="connsiteX9" fmla="*/ 107695 w 599217"/>
                  <a:gd name="connsiteY9" fmla="*/ 1001423 h 1033654"/>
                  <a:gd name="connsiteX10" fmla="*/ 45497 w 599217"/>
                  <a:gd name="connsiteY10" fmla="*/ 725865 h 1033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99217" h="1033654">
                    <a:moveTo>
                      <a:pt x="45497" y="725865"/>
                    </a:moveTo>
                    <a:lnTo>
                      <a:pt x="-128" y="-607"/>
                    </a:lnTo>
                    <a:lnTo>
                      <a:pt x="599090" y="42256"/>
                    </a:lnTo>
                    <a:lnTo>
                      <a:pt x="597566" y="484787"/>
                    </a:lnTo>
                    <a:cubicBezTo>
                      <a:pt x="597642" y="520353"/>
                      <a:pt x="571820" y="550700"/>
                      <a:pt x="536701" y="556320"/>
                    </a:cubicBezTo>
                    <a:lnTo>
                      <a:pt x="536701" y="556320"/>
                    </a:lnTo>
                    <a:cubicBezTo>
                      <a:pt x="506231" y="561158"/>
                      <a:pt x="479237" y="578665"/>
                      <a:pt x="462406" y="604516"/>
                    </a:cubicBezTo>
                    <a:lnTo>
                      <a:pt x="197135" y="1009805"/>
                    </a:lnTo>
                    <a:cubicBezTo>
                      <a:pt x="182038" y="1033303"/>
                      <a:pt x="150738" y="1040113"/>
                      <a:pt x="127240" y="1025017"/>
                    </a:cubicBezTo>
                    <a:cubicBezTo>
                      <a:pt x="118449" y="1019359"/>
                      <a:pt x="111620" y="1011119"/>
                      <a:pt x="107695" y="1001423"/>
                    </a:cubicBezTo>
                    <a:cubicBezTo>
                      <a:pt x="72424" y="913469"/>
                      <a:pt x="51431" y="820438"/>
                      <a:pt x="45497" y="725865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3" name="任意多边形 322"/>
              <p:cNvSpPr/>
              <p:nvPr/>
            </p:nvSpPr>
            <p:spPr>
              <a:xfrm flipH="1">
                <a:off x="4067586" y="3749107"/>
                <a:ext cx="1629822" cy="3065142"/>
              </a:xfrm>
              <a:custGeom>
                <a:avLst/>
                <a:gdLst>
                  <a:gd name="connsiteX0" fmla="*/ 343503 w 1020286"/>
                  <a:gd name="connsiteY0" fmla="*/ -607 h 1918811"/>
                  <a:gd name="connsiteX1" fmla="*/ 71279 w 1020286"/>
                  <a:gd name="connsiteY1" fmla="*/ 730056 h 1918811"/>
                  <a:gd name="connsiteX2" fmla="*/ 698 w 1020286"/>
                  <a:gd name="connsiteY2" fmla="*/ 1168968 h 1918811"/>
                  <a:gd name="connsiteX3" fmla="*/ 27464 w 1020286"/>
                  <a:gd name="connsiteY3" fmla="*/ 1880105 h 1918811"/>
                  <a:gd name="connsiteX4" fmla="*/ 558387 w 1020286"/>
                  <a:gd name="connsiteY4" fmla="*/ 1918205 h 1918811"/>
                  <a:gd name="connsiteX5" fmla="*/ 543909 w 1020286"/>
                  <a:gd name="connsiteY5" fmla="*/ 984755 h 1918811"/>
                  <a:gd name="connsiteX6" fmla="*/ 1020159 w 1020286"/>
                  <a:gd name="connsiteY6" fmla="*/ 47971 h 1918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286" h="1918811">
                    <a:moveTo>
                      <a:pt x="343503" y="-607"/>
                    </a:moveTo>
                    <a:lnTo>
                      <a:pt x="71279" y="730056"/>
                    </a:lnTo>
                    <a:cubicBezTo>
                      <a:pt x="18967" y="870255"/>
                      <a:pt x="-5017" y="1019435"/>
                      <a:pt x="698" y="1168968"/>
                    </a:cubicBezTo>
                    <a:lnTo>
                      <a:pt x="27464" y="1880105"/>
                    </a:lnTo>
                    <a:lnTo>
                      <a:pt x="558387" y="1918205"/>
                    </a:lnTo>
                    <a:lnTo>
                      <a:pt x="543909" y="984755"/>
                    </a:lnTo>
                    <a:lnTo>
                      <a:pt x="1020159" y="47971"/>
                    </a:lnTo>
                    <a:close/>
                  </a:path>
                </a:pathLst>
              </a:custGeom>
              <a:solidFill>
                <a:srgbClr val="619F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4" name="任意多边形 323"/>
              <p:cNvSpPr/>
              <p:nvPr/>
            </p:nvSpPr>
            <p:spPr>
              <a:xfrm flipH="1">
                <a:off x="4560411" y="3685356"/>
                <a:ext cx="672140" cy="3100290"/>
              </a:xfrm>
              <a:custGeom>
                <a:avLst/>
                <a:gdLst>
                  <a:gd name="connsiteX0" fmla="*/ 420640 w 420767"/>
                  <a:gd name="connsiteY0" fmla="*/ -607 h 1940814"/>
                  <a:gd name="connsiteX1" fmla="*/ 31544 w 420767"/>
                  <a:gd name="connsiteY1" fmla="*/ 910364 h 1940814"/>
                  <a:gd name="connsiteX2" fmla="*/ -79 w 420767"/>
                  <a:gd name="connsiteY2" fmla="*/ 1071146 h 1940814"/>
                  <a:gd name="connsiteX3" fmla="*/ 13161 w 420767"/>
                  <a:gd name="connsiteY3" fmla="*/ 1940207 h 1940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0767" h="1940814">
                    <a:moveTo>
                      <a:pt x="420640" y="-607"/>
                    </a:moveTo>
                    <a:lnTo>
                      <a:pt x="31544" y="910364"/>
                    </a:lnTo>
                    <a:cubicBezTo>
                      <a:pt x="9827" y="961142"/>
                      <a:pt x="-946" y="1015930"/>
                      <a:pt x="-79" y="1071146"/>
                    </a:cubicBezTo>
                    <a:lnTo>
                      <a:pt x="13161" y="1940207"/>
                    </a:ln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5" name="任意多边形 324"/>
              <p:cNvSpPr/>
              <p:nvPr/>
            </p:nvSpPr>
            <p:spPr>
              <a:xfrm flipH="1">
                <a:off x="4961186" y="5116364"/>
                <a:ext cx="391795" cy="166456"/>
              </a:xfrm>
              <a:custGeom>
                <a:avLst/>
                <a:gdLst>
                  <a:gd name="connsiteX0" fmla="*/ 245269 w 245268"/>
                  <a:gd name="connsiteY0" fmla="*/ 104203 h 104203"/>
                  <a:gd name="connsiteX1" fmla="*/ 0 w 245268"/>
                  <a:gd name="connsiteY1" fmla="*/ 0 h 104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268" h="104203">
                    <a:moveTo>
                      <a:pt x="245269" y="104203"/>
                    </a:moveTo>
                    <a:lnTo>
                      <a:pt x="0" y="0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6" name="任意多边形 325"/>
              <p:cNvSpPr/>
              <p:nvPr/>
            </p:nvSpPr>
            <p:spPr>
              <a:xfrm flipH="1">
                <a:off x="5062368" y="5300166"/>
                <a:ext cx="367299" cy="26322"/>
              </a:xfrm>
              <a:custGeom>
                <a:avLst/>
                <a:gdLst>
                  <a:gd name="connsiteX0" fmla="*/ 229933 w 229933"/>
                  <a:gd name="connsiteY0" fmla="*/ 16478 h 16478"/>
                  <a:gd name="connsiteX1" fmla="*/ 0 w 229933"/>
                  <a:gd name="connsiteY1" fmla="*/ 0 h 1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9933" h="16478">
                    <a:moveTo>
                      <a:pt x="229933" y="16478"/>
                    </a:moveTo>
                    <a:lnTo>
                      <a:pt x="0" y="0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7" name="任意多边形 326"/>
              <p:cNvSpPr/>
              <p:nvPr/>
            </p:nvSpPr>
            <p:spPr>
              <a:xfrm flipH="1">
                <a:off x="4782404" y="3767366"/>
                <a:ext cx="162909" cy="437595"/>
              </a:xfrm>
              <a:custGeom>
                <a:avLst/>
                <a:gdLst>
                  <a:gd name="connsiteX0" fmla="*/ 33086 w 101983"/>
                  <a:gd name="connsiteY0" fmla="*/ -607 h 273939"/>
                  <a:gd name="connsiteX1" fmla="*/ 101856 w 101983"/>
                  <a:gd name="connsiteY1" fmla="*/ 273332 h 273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1983" h="273939">
                    <a:moveTo>
                      <a:pt x="33086" y="-607"/>
                    </a:moveTo>
                    <a:cubicBezTo>
                      <a:pt x="33086" y="-607"/>
                      <a:pt x="-76262" y="213706"/>
                      <a:pt x="101856" y="273332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8" name="任意多边形 327"/>
              <p:cNvSpPr/>
              <p:nvPr/>
            </p:nvSpPr>
            <p:spPr>
              <a:xfrm flipH="1">
                <a:off x="2824512" y="6042620"/>
                <a:ext cx="945969" cy="815380"/>
              </a:xfrm>
              <a:custGeom>
                <a:avLst/>
                <a:gdLst>
                  <a:gd name="connsiteX0" fmla="*/ 304613 w 945969"/>
                  <a:gd name="connsiteY0" fmla="*/ 0 h 815380"/>
                  <a:gd name="connsiteX1" fmla="*/ 0 w 945969"/>
                  <a:gd name="connsiteY1" fmla="*/ 255621 h 815380"/>
                  <a:gd name="connsiteX2" fmla="*/ 363649 w 945969"/>
                  <a:gd name="connsiteY2" fmla="*/ 624746 h 815380"/>
                  <a:gd name="connsiteX3" fmla="*/ 344698 w 945969"/>
                  <a:gd name="connsiteY3" fmla="*/ 815380 h 815380"/>
                  <a:gd name="connsiteX4" fmla="*/ 703287 w 945969"/>
                  <a:gd name="connsiteY4" fmla="*/ 815380 h 815380"/>
                  <a:gd name="connsiteX5" fmla="*/ 940922 w 945969"/>
                  <a:gd name="connsiteY5" fmla="*/ 397275 h 815380"/>
                  <a:gd name="connsiteX6" fmla="*/ 927288 w 945969"/>
                  <a:gd name="connsiteY6" fmla="*/ 346121 h 815380"/>
                  <a:gd name="connsiteX7" fmla="*/ 918707 w 945969"/>
                  <a:gd name="connsiteY7" fmla="*/ 342500 h 815380"/>
                  <a:gd name="connsiteX8" fmla="*/ 555820 w 945969"/>
                  <a:gd name="connsiteY8" fmla="*/ 316786 h 81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5969" h="815380">
                    <a:moveTo>
                      <a:pt x="304613" y="0"/>
                    </a:moveTo>
                    <a:lnTo>
                      <a:pt x="0" y="255621"/>
                    </a:lnTo>
                    <a:lnTo>
                      <a:pt x="363649" y="624746"/>
                    </a:lnTo>
                    <a:lnTo>
                      <a:pt x="344698" y="815380"/>
                    </a:lnTo>
                    <a:lnTo>
                      <a:pt x="703287" y="815380"/>
                    </a:lnTo>
                    <a:lnTo>
                      <a:pt x="940922" y="397275"/>
                    </a:lnTo>
                    <a:cubicBezTo>
                      <a:pt x="951283" y="379382"/>
                      <a:pt x="945182" y="356483"/>
                      <a:pt x="927288" y="346121"/>
                    </a:cubicBezTo>
                    <a:cubicBezTo>
                      <a:pt x="924595" y="344568"/>
                      <a:pt x="921704" y="343353"/>
                      <a:pt x="918707" y="342500"/>
                    </a:cubicBezTo>
                    <a:cubicBezTo>
                      <a:pt x="842630" y="321502"/>
                      <a:pt x="685911" y="287116"/>
                      <a:pt x="555820" y="316786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29" name="任意多边形 328"/>
              <p:cNvSpPr/>
              <p:nvPr/>
            </p:nvSpPr>
            <p:spPr>
              <a:xfrm flipH="1">
                <a:off x="2825276" y="6374620"/>
                <a:ext cx="342113" cy="483380"/>
              </a:xfrm>
              <a:custGeom>
                <a:avLst/>
                <a:gdLst>
                  <a:gd name="connsiteX0" fmla="*/ 274382 w 342113"/>
                  <a:gd name="connsiteY0" fmla="*/ 0 h 483380"/>
                  <a:gd name="connsiteX1" fmla="*/ 0 w 342113"/>
                  <a:gd name="connsiteY1" fmla="*/ 483380 h 483380"/>
                  <a:gd name="connsiteX2" fmla="*/ 99702 w 342113"/>
                  <a:gd name="connsiteY2" fmla="*/ 483380 h 483380"/>
                  <a:gd name="connsiteX3" fmla="*/ 337070 w 342113"/>
                  <a:gd name="connsiteY3" fmla="*/ 65276 h 483380"/>
                  <a:gd name="connsiteX4" fmla="*/ 340691 w 342113"/>
                  <a:gd name="connsiteY4" fmla="*/ 56693 h 483380"/>
                  <a:gd name="connsiteX5" fmla="*/ 314854 w 342113"/>
                  <a:gd name="connsiteY5" fmla="*/ 10499 h 483380"/>
                  <a:gd name="connsiteX6" fmla="*/ 274382 w 342113"/>
                  <a:gd name="connsiteY6" fmla="*/ 0 h 48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2113" h="483380">
                    <a:moveTo>
                      <a:pt x="274382" y="0"/>
                    </a:moveTo>
                    <a:lnTo>
                      <a:pt x="0" y="483380"/>
                    </a:lnTo>
                    <a:lnTo>
                      <a:pt x="99702" y="483380"/>
                    </a:lnTo>
                    <a:lnTo>
                      <a:pt x="337070" y="65276"/>
                    </a:lnTo>
                    <a:cubicBezTo>
                      <a:pt x="338636" y="62583"/>
                      <a:pt x="339854" y="59691"/>
                      <a:pt x="340691" y="56693"/>
                    </a:cubicBezTo>
                    <a:cubicBezTo>
                      <a:pt x="346320" y="36807"/>
                      <a:pt x="334742" y="16114"/>
                      <a:pt x="314854" y="10499"/>
                    </a:cubicBezTo>
                    <a:cubicBezTo>
                      <a:pt x="303291" y="7306"/>
                      <a:pt x="289597" y="3804"/>
                      <a:pt x="274382" y="0"/>
                    </a:cubicBezTo>
                    <a:close/>
                  </a:path>
                </a:pathLst>
              </a:custGeom>
              <a:solidFill>
                <a:srgbClr val="B36DDB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30" name="任意多边形 329"/>
              <p:cNvSpPr/>
              <p:nvPr/>
            </p:nvSpPr>
            <p:spPr>
              <a:xfrm flipH="1">
                <a:off x="2871553" y="6347886"/>
                <a:ext cx="627483" cy="510114"/>
              </a:xfrm>
              <a:custGeom>
                <a:avLst/>
                <a:gdLst>
                  <a:gd name="connsiteX0" fmla="*/ 376544 w 627483"/>
                  <a:gd name="connsiteY0" fmla="*/ 288 h 510114"/>
                  <a:gd name="connsiteX1" fmla="*/ 283464 w 627483"/>
                  <a:gd name="connsiteY1" fmla="*/ 11520 h 510114"/>
                  <a:gd name="connsiteX2" fmla="*/ 268248 w 627483"/>
                  <a:gd name="connsiteY2" fmla="*/ 220884 h 510114"/>
                  <a:gd name="connsiteX3" fmla="*/ 194302 w 627483"/>
                  <a:gd name="connsiteY3" fmla="*/ 178129 h 510114"/>
                  <a:gd name="connsiteX4" fmla="*/ 193144 w 627483"/>
                  <a:gd name="connsiteY4" fmla="*/ 177475 h 510114"/>
                  <a:gd name="connsiteX5" fmla="*/ 62688 w 627483"/>
                  <a:gd name="connsiteY5" fmla="*/ 214342 h 510114"/>
                  <a:gd name="connsiteX6" fmla="*/ 0 w 627483"/>
                  <a:gd name="connsiteY6" fmla="*/ 324653 h 510114"/>
                  <a:gd name="connsiteX7" fmla="*/ 89315 w 627483"/>
                  <a:gd name="connsiteY7" fmla="*/ 348541 h 510114"/>
                  <a:gd name="connsiteX8" fmla="*/ 73254 w 627483"/>
                  <a:gd name="connsiteY8" fmla="*/ 510114 h 510114"/>
                  <a:gd name="connsiteX9" fmla="*/ 356245 w 627483"/>
                  <a:gd name="connsiteY9" fmla="*/ 510114 h 510114"/>
                  <a:gd name="connsiteX10" fmla="*/ 627483 w 627483"/>
                  <a:gd name="connsiteY10" fmla="*/ 32214 h 510114"/>
                  <a:gd name="connsiteX11" fmla="*/ 376544 w 627483"/>
                  <a:gd name="connsiteY11" fmla="*/ 288 h 510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7483" h="510114">
                    <a:moveTo>
                      <a:pt x="376544" y="288"/>
                    </a:moveTo>
                    <a:cubicBezTo>
                      <a:pt x="344982" y="1249"/>
                      <a:pt x="313514" y="4673"/>
                      <a:pt x="283464" y="11520"/>
                    </a:cubicBezTo>
                    <a:lnTo>
                      <a:pt x="268248" y="220884"/>
                    </a:lnTo>
                    <a:lnTo>
                      <a:pt x="194302" y="178129"/>
                    </a:lnTo>
                    <a:cubicBezTo>
                      <a:pt x="193920" y="177900"/>
                      <a:pt x="193526" y="177688"/>
                      <a:pt x="193144" y="177475"/>
                    </a:cubicBezTo>
                    <a:cubicBezTo>
                      <a:pt x="146936" y="151624"/>
                      <a:pt x="88524" y="168132"/>
                      <a:pt x="62688" y="214342"/>
                    </a:cubicBezTo>
                    <a:lnTo>
                      <a:pt x="0" y="324653"/>
                    </a:lnTo>
                    <a:lnTo>
                      <a:pt x="89315" y="348541"/>
                    </a:lnTo>
                    <a:lnTo>
                      <a:pt x="73254" y="510114"/>
                    </a:lnTo>
                    <a:lnTo>
                      <a:pt x="356245" y="510114"/>
                    </a:lnTo>
                    <a:lnTo>
                      <a:pt x="627483" y="32214"/>
                    </a:lnTo>
                    <a:cubicBezTo>
                      <a:pt x="566774" y="16693"/>
                      <a:pt x="471231" y="-2593"/>
                      <a:pt x="376544" y="288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31" name="任意多边形 330"/>
              <p:cNvSpPr/>
              <p:nvPr/>
            </p:nvSpPr>
            <p:spPr>
              <a:xfrm flipH="1">
                <a:off x="4805380" y="6589366"/>
                <a:ext cx="853583" cy="224883"/>
              </a:xfrm>
              <a:custGeom>
                <a:avLst/>
                <a:gdLst>
                  <a:gd name="connsiteX0" fmla="*/ 534353 w 534352"/>
                  <a:gd name="connsiteY0" fmla="*/ 140779 h 140779"/>
                  <a:gd name="connsiteX1" fmla="*/ 3524 w 534352"/>
                  <a:gd name="connsiteY1" fmla="*/ 102870 h 140779"/>
                  <a:gd name="connsiteX2" fmla="*/ 0 w 534352"/>
                  <a:gd name="connsiteY2" fmla="*/ 10763 h 140779"/>
                  <a:gd name="connsiteX3" fmla="*/ 532257 w 534352"/>
                  <a:gd name="connsiteY3" fmla="*/ 0 h 140779"/>
                  <a:gd name="connsiteX4" fmla="*/ 534353 w 534352"/>
                  <a:gd name="connsiteY4" fmla="*/ 140779 h 140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4352" h="140779">
                    <a:moveTo>
                      <a:pt x="534353" y="140779"/>
                    </a:moveTo>
                    <a:lnTo>
                      <a:pt x="3524" y="102870"/>
                    </a:lnTo>
                    <a:lnTo>
                      <a:pt x="0" y="10763"/>
                    </a:lnTo>
                    <a:lnTo>
                      <a:pt x="532257" y="0"/>
                    </a:lnTo>
                    <a:lnTo>
                      <a:pt x="534353" y="140779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2" name="任意多边形 331"/>
              <p:cNvSpPr/>
              <p:nvPr/>
            </p:nvSpPr>
            <p:spPr>
              <a:xfrm flipH="1">
                <a:off x="4743180" y="6635926"/>
                <a:ext cx="947886" cy="222074"/>
              </a:xfrm>
              <a:custGeom>
                <a:avLst/>
                <a:gdLst>
                  <a:gd name="connsiteX0" fmla="*/ 0 w 947886"/>
                  <a:gd name="connsiteY0" fmla="*/ 0 h 222074"/>
                  <a:gd name="connsiteX1" fmla="*/ 8284 w 947886"/>
                  <a:gd name="connsiteY1" fmla="*/ 222074 h 222074"/>
                  <a:gd name="connsiteX2" fmla="*/ 947886 w 947886"/>
                  <a:gd name="connsiteY2" fmla="*/ 222074 h 222074"/>
                  <a:gd name="connsiteX3" fmla="*/ 940615 w 947886"/>
                  <a:gd name="connsiteY3" fmla="*/ 67251 h 22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7886" h="222074">
                    <a:moveTo>
                      <a:pt x="0" y="0"/>
                    </a:moveTo>
                    <a:lnTo>
                      <a:pt x="8284" y="222074"/>
                    </a:lnTo>
                    <a:lnTo>
                      <a:pt x="947886" y="222074"/>
                    </a:lnTo>
                    <a:lnTo>
                      <a:pt x="940615" y="67251"/>
                    </a:lnTo>
                    <a:close/>
                  </a:path>
                </a:pathLst>
              </a:custGeom>
              <a:solidFill>
                <a:srgbClr val="619FF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33" name="任意多边形 332"/>
              <p:cNvSpPr/>
              <p:nvPr/>
            </p:nvSpPr>
            <p:spPr>
              <a:xfrm flipH="1">
                <a:off x="3251734" y="5879111"/>
                <a:ext cx="897709" cy="722882"/>
              </a:xfrm>
              <a:custGeom>
                <a:avLst/>
                <a:gdLst>
                  <a:gd name="connsiteX0" fmla="*/ 121539 w 561975"/>
                  <a:gd name="connsiteY0" fmla="*/ 452533 h 452532"/>
                  <a:gd name="connsiteX1" fmla="*/ 561975 w 561975"/>
                  <a:gd name="connsiteY1" fmla="*/ 146018 h 452532"/>
                  <a:gd name="connsiteX2" fmla="*/ 448342 w 561975"/>
                  <a:gd name="connsiteY2" fmla="*/ 0 h 452532"/>
                  <a:gd name="connsiteX3" fmla="*/ 0 w 561975"/>
                  <a:gd name="connsiteY3" fmla="*/ 312134 h 452532"/>
                  <a:gd name="connsiteX4" fmla="*/ 121539 w 561975"/>
                  <a:gd name="connsiteY4" fmla="*/ 452533 h 452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1975" h="452532">
                    <a:moveTo>
                      <a:pt x="121539" y="452533"/>
                    </a:moveTo>
                    <a:lnTo>
                      <a:pt x="561975" y="146018"/>
                    </a:lnTo>
                    <a:lnTo>
                      <a:pt x="448342" y="0"/>
                    </a:lnTo>
                    <a:lnTo>
                      <a:pt x="0" y="312134"/>
                    </a:lnTo>
                    <a:lnTo>
                      <a:pt x="121539" y="452533"/>
                    </a:lnTo>
                    <a:close/>
                  </a:path>
                </a:pathLst>
              </a:custGeom>
              <a:solidFill>
                <a:srgbClr val="619F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4" name="任意多边形 333"/>
              <p:cNvSpPr/>
              <p:nvPr/>
            </p:nvSpPr>
            <p:spPr>
              <a:xfrm flipH="1">
                <a:off x="3918347" y="1617274"/>
                <a:ext cx="1396949" cy="2300027"/>
              </a:xfrm>
              <a:custGeom>
                <a:avLst/>
                <a:gdLst>
                  <a:gd name="connsiteX0" fmla="*/ 761999 w 874505"/>
                  <a:gd name="connsiteY0" fmla="*/ 300672 h 1439841"/>
                  <a:gd name="connsiteX1" fmla="*/ 787241 w 874505"/>
                  <a:gd name="connsiteY1" fmla="*/ 177990 h 1439841"/>
                  <a:gd name="connsiteX2" fmla="*/ 597598 w 874505"/>
                  <a:gd name="connsiteY2" fmla="*/ 7302 h 1439841"/>
                  <a:gd name="connsiteX3" fmla="*/ 137445 w 874505"/>
                  <a:gd name="connsiteY3" fmla="*/ 265049 h 1439841"/>
                  <a:gd name="connsiteX4" fmla="*/ 130758 w 874505"/>
                  <a:gd name="connsiteY4" fmla="*/ 359108 h 1439841"/>
                  <a:gd name="connsiteX5" fmla="*/ 141922 w 874505"/>
                  <a:gd name="connsiteY5" fmla="*/ 369347 h 1439841"/>
                  <a:gd name="connsiteX6" fmla="*/ 187927 w 874505"/>
                  <a:gd name="connsiteY6" fmla="*/ 403161 h 1439841"/>
                  <a:gd name="connsiteX7" fmla="*/ 81152 w 874505"/>
                  <a:gd name="connsiteY7" fmla="*/ 1222883 h 1439841"/>
                  <a:gd name="connsiteX8" fmla="*/ 81152 w 874505"/>
                  <a:gd name="connsiteY8" fmla="*/ 1386998 h 1439841"/>
                  <a:gd name="connsiteX9" fmla="*/ 810196 w 874505"/>
                  <a:gd name="connsiteY9" fmla="*/ 1439100 h 1439841"/>
                  <a:gd name="connsiteX10" fmla="*/ 874242 w 874505"/>
                  <a:gd name="connsiteY10" fmla="*/ 1383017 h 1439841"/>
                  <a:gd name="connsiteX11" fmla="*/ 874013 w 874505"/>
                  <a:gd name="connsiteY11" fmla="*/ 1372425 h 1439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74505" h="1439841">
                    <a:moveTo>
                      <a:pt x="761999" y="300672"/>
                    </a:moveTo>
                    <a:lnTo>
                      <a:pt x="787241" y="177990"/>
                    </a:lnTo>
                    <a:cubicBezTo>
                      <a:pt x="810291" y="66166"/>
                      <a:pt x="704754" y="-29179"/>
                      <a:pt x="597598" y="7302"/>
                    </a:cubicBezTo>
                    <a:cubicBezTo>
                      <a:pt x="463581" y="52831"/>
                      <a:pt x="292226" y="131127"/>
                      <a:pt x="137445" y="265049"/>
                    </a:cubicBezTo>
                    <a:cubicBezTo>
                      <a:pt x="109623" y="289175"/>
                      <a:pt x="106632" y="331285"/>
                      <a:pt x="130758" y="359108"/>
                    </a:cubicBezTo>
                    <a:cubicBezTo>
                      <a:pt x="134083" y="362927"/>
                      <a:pt x="137826" y="366366"/>
                      <a:pt x="141922" y="369347"/>
                    </a:cubicBezTo>
                    <a:lnTo>
                      <a:pt x="187927" y="403161"/>
                    </a:lnTo>
                    <a:lnTo>
                      <a:pt x="81152" y="1222883"/>
                    </a:lnTo>
                    <a:cubicBezTo>
                      <a:pt x="81152" y="1222883"/>
                      <a:pt x="-101728" y="1373854"/>
                      <a:pt x="81152" y="1386998"/>
                    </a:cubicBezTo>
                    <a:lnTo>
                      <a:pt x="810196" y="1439100"/>
                    </a:lnTo>
                    <a:cubicBezTo>
                      <a:pt x="843371" y="1441300"/>
                      <a:pt x="872041" y="1416192"/>
                      <a:pt x="874242" y="1383017"/>
                    </a:cubicBezTo>
                    <a:cubicBezTo>
                      <a:pt x="874480" y="1379483"/>
                      <a:pt x="874404" y="1375940"/>
                      <a:pt x="874013" y="13724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5" name="任意多边形 334"/>
              <p:cNvSpPr/>
              <p:nvPr/>
            </p:nvSpPr>
            <p:spPr>
              <a:xfrm flipH="1">
                <a:off x="4544591" y="1708412"/>
                <a:ext cx="190797" cy="200243"/>
              </a:xfrm>
              <a:custGeom>
                <a:avLst/>
                <a:gdLst>
                  <a:gd name="connsiteX0" fmla="*/ 51688 w 119441"/>
                  <a:gd name="connsiteY0" fmla="*/ 124747 h 125354"/>
                  <a:gd name="connsiteX1" fmla="*/ -128 w 119441"/>
                  <a:gd name="connsiteY1" fmla="*/ 52928 h 125354"/>
                  <a:gd name="connsiteX2" fmla="*/ 106743 w 119441"/>
                  <a:gd name="connsiteY2" fmla="*/ 160 h 125354"/>
                  <a:gd name="connsiteX3" fmla="*/ 118554 w 119441"/>
                  <a:gd name="connsiteY3" fmla="*/ 4732 h 125354"/>
                  <a:gd name="connsiteX4" fmla="*/ 118745 w 119441"/>
                  <a:gd name="connsiteY4" fmla="*/ 11495 h 125354"/>
                  <a:gd name="connsiteX5" fmla="*/ 110267 w 119441"/>
                  <a:gd name="connsiteY5" fmla="*/ 93410 h 125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441" h="125354">
                    <a:moveTo>
                      <a:pt x="51688" y="124747"/>
                    </a:moveTo>
                    <a:lnTo>
                      <a:pt x="-128" y="52928"/>
                    </a:lnTo>
                    <a:cubicBezTo>
                      <a:pt x="36162" y="33116"/>
                      <a:pt x="71977" y="15591"/>
                      <a:pt x="106743" y="160"/>
                    </a:cubicBezTo>
                    <a:cubicBezTo>
                      <a:pt x="111267" y="-1840"/>
                      <a:pt x="116554" y="208"/>
                      <a:pt x="118554" y="4732"/>
                    </a:cubicBezTo>
                    <a:cubicBezTo>
                      <a:pt x="119497" y="6875"/>
                      <a:pt x="119564" y="9304"/>
                      <a:pt x="118745" y="11495"/>
                    </a:cubicBezTo>
                    <a:cubicBezTo>
                      <a:pt x="109715" y="37793"/>
                      <a:pt x="106819" y="65816"/>
                      <a:pt x="110267" y="93410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6" name="任意多边形 335"/>
              <p:cNvSpPr/>
              <p:nvPr/>
            </p:nvSpPr>
            <p:spPr>
              <a:xfrm flipH="1">
                <a:off x="3917884" y="2626516"/>
                <a:ext cx="1153763" cy="1290782"/>
              </a:xfrm>
              <a:custGeom>
                <a:avLst/>
                <a:gdLst>
                  <a:gd name="connsiteX0" fmla="*/ 336771 w 722268"/>
                  <a:gd name="connsiteY0" fmla="*/ -607 h 808043"/>
                  <a:gd name="connsiteX1" fmla="*/ 658716 w 722268"/>
                  <a:gd name="connsiteY1" fmla="*/ 139601 h 808043"/>
                  <a:gd name="connsiteX2" fmla="*/ 721772 w 722268"/>
                  <a:gd name="connsiteY2" fmla="*/ 740629 h 808043"/>
                  <a:gd name="connsiteX3" fmla="*/ 668546 w 722268"/>
                  <a:gd name="connsiteY3" fmla="*/ 807075 h 808043"/>
                  <a:gd name="connsiteX4" fmla="*/ 657954 w 722268"/>
                  <a:gd name="connsiteY4" fmla="*/ 807304 h 808043"/>
                  <a:gd name="connsiteX5" fmla="*/ -128 w 722268"/>
                  <a:gd name="connsiteY5" fmla="*/ 760250 h 808043"/>
                  <a:gd name="connsiteX6" fmla="*/ 342772 w 722268"/>
                  <a:gd name="connsiteY6" fmla="*/ 406587 h 808043"/>
                  <a:gd name="connsiteX7" fmla="*/ 392779 w 722268"/>
                  <a:gd name="connsiteY7" fmla="*/ 126838 h 808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2268" h="808043">
                    <a:moveTo>
                      <a:pt x="336771" y="-607"/>
                    </a:moveTo>
                    <a:lnTo>
                      <a:pt x="658716" y="139601"/>
                    </a:lnTo>
                    <a:lnTo>
                      <a:pt x="721772" y="740629"/>
                    </a:lnTo>
                    <a:cubicBezTo>
                      <a:pt x="725420" y="773671"/>
                      <a:pt x="701589" y="803417"/>
                      <a:pt x="668546" y="807075"/>
                    </a:cubicBezTo>
                    <a:cubicBezTo>
                      <a:pt x="665032" y="807456"/>
                      <a:pt x="661488" y="807542"/>
                      <a:pt x="657954" y="807304"/>
                    </a:cubicBezTo>
                    <a:lnTo>
                      <a:pt x="-128" y="760250"/>
                    </a:lnTo>
                    <a:lnTo>
                      <a:pt x="342772" y="406587"/>
                    </a:lnTo>
                    <a:cubicBezTo>
                      <a:pt x="414724" y="332158"/>
                      <a:pt x="434488" y="221583"/>
                      <a:pt x="392779" y="126838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7" name="任意多边形 336"/>
              <p:cNvSpPr/>
              <p:nvPr/>
            </p:nvSpPr>
            <p:spPr>
              <a:xfrm flipH="1">
                <a:off x="4168311" y="1926236"/>
                <a:ext cx="572056" cy="577492"/>
              </a:xfrm>
              <a:custGeom>
                <a:avLst/>
                <a:gdLst>
                  <a:gd name="connsiteX0" fmla="*/ 357986 w 358113"/>
                  <a:gd name="connsiteY0" fmla="*/ 42012 h 361516"/>
                  <a:gd name="connsiteX1" fmla="*/ 63854 w 358113"/>
                  <a:gd name="connsiteY1" fmla="*/ 70587 h 361516"/>
                  <a:gd name="connsiteX2" fmla="*/ 28611 w 358113"/>
                  <a:gd name="connsiteY2" fmla="*/ 360910 h 361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8113" h="361516">
                    <a:moveTo>
                      <a:pt x="357986" y="42012"/>
                    </a:moveTo>
                    <a:cubicBezTo>
                      <a:pt x="357986" y="42012"/>
                      <a:pt x="210348" y="-70763"/>
                      <a:pt x="63854" y="70587"/>
                    </a:cubicBezTo>
                    <a:cubicBezTo>
                      <a:pt x="-55399" y="186031"/>
                      <a:pt x="28611" y="360910"/>
                      <a:pt x="28611" y="360910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8" name="任意多边形 337"/>
              <p:cNvSpPr/>
              <p:nvPr/>
            </p:nvSpPr>
            <p:spPr>
              <a:xfrm flipH="1">
                <a:off x="3111787" y="2787640"/>
                <a:ext cx="2464443" cy="1723434"/>
              </a:xfrm>
              <a:custGeom>
                <a:avLst/>
                <a:gdLst>
                  <a:gd name="connsiteX0" fmla="*/ 311459 w 1542767"/>
                  <a:gd name="connsiteY0" fmla="*/ 51119 h 1078888"/>
                  <a:gd name="connsiteX1" fmla="*/ 357370 w 1542767"/>
                  <a:gd name="connsiteY1" fmla="*/ 91219 h 1078888"/>
                  <a:gd name="connsiteX2" fmla="*/ 1352637 w 1542767"/>
                  <a:gd name="connsiteY2" fmla="*/ 657957 h 1078888"/>
                  <a:gd name="connsiteX3" fmla="*/ 1409787 w 1542767"/>
                  <a:gd name="connsiteY3" fmla="*/ 676435 h 1078888"/>
                  <a:gd name="connsiteX4" fmla="*/ 1516563 w 1542767"/>
                  <a:gd name="connsiteY4" fmla="*/ 940373 h 1078888"/>
                  <a:gd name="connsiteX5" fmla="*/ 1516563 w 1542767"/>
                  <a:gd name="connsiteY5" fmla="*/ 940373 h 1078888"/>
                  <a:gd name="connsiteX6" fmla="*/ 1191474 w 1542767"/>
                  <a:gd name="connsiteY6" fmla="*/ 1066389 h 1078888"/>
                  <a:gd name="connsiteX7" fmla="*/ 1133848 w 1542767"/>
                  <a:gd name="connsiteY7" fmla="*/ 1048005 h 1078888"/>
                  <a:gd name="connsiteX8" fmla="*/ 138295 w 1542767"/>
                  <a:gd name="connsiteY8" fmla="*/ 481744 h 1078888"/>
                  <a:gd name="connsiteX9" fmla="*/ 92861 w 1542767"/>
                  <a:gd name="connsiteY9" fmla="*/ 441453 h 1078888"/>
                  <a:gd name="connsiteX10" fmla="*/ 31900 w 1542767"/>
                  <a:gd name="connsiteY10" fmla="*/ 95601 h 1078888"/>
                  <a:gd name="connsiteX11" fmla="*/ 31900 w 1542767"/>
                  <a:gd name="connsiteY11" fmla="*/ 95601 h 1078888"/>
                  <a:gd name="connsiteX12" fmla="*/ 311459 w 1542767"/>
                  <a:gd name="connsiteY12" fmla="*/ 51119 h 1078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2767" h="1078888">
                    <a:moveTo>
                      <a:pt x="311459" y="51119"/>
                    </a:moveTo>
                    <a:lnTo>
                      <a:pt x="357370" y="91219"/>
                    </a:lnTo>
                    <a:lnTo>
                      <a:pt x="1352637" y="657957"/>
                    </a:lnTo>
                    <a:lnTo>
                      <a:pt x="1409787" y="676435"/>
                    </a:lnTo>
                    <a:cubicBezTo>
                      <a:pt x="1529040" y="714535"/>
                      <a:pt x="1576856" y="832645"/>
                      <a:pt x="1516563" y="940373"/>
                    </a:cubicBezTo>
                    <a:lnTo>
                      <a:pt x="1516563" y="940373"/>
                    </a:lnTo>
                    <a:cubicBezTo>
                      <a:pt x="1456269" y="1048005"/>
                      <a:pt x="1310727" y="1104489"/>
                      <a:pt x="1191474" y="1066389"/>
                    </a:cubicBezTo>
                    <a:lnTo>
                      <a:pt x="1133848" y="1048005"/>
                    </a:lnTo>
                    <a:lnTo>
                      <a:pt x="138295" y="481744"/>
                    </a:lnTo>
                    <a:lnTo>
                      <a:pt x="92861" y="441453"/>
                    </a:lnTo>
                    <a:cubicBezTo>
                      <a:pt x="-1056" y="358110"/>
                      <a:pt x="-28393" y="203328"/>
                      <a:pt x="31900" y="95601"/>
                    </a:cubicBezTo>
                    <a:lnTo>
                      <a:pt x="31900" y="95601"/>
                    </a:lnTo>
                    <a:cubicBezTo>
                      <a:pt x="92575" y="-12508"/>
                      <a:pt x="217543" y="-32606"/>
                      <a:pt x="311459" y="51119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9" name="任意多边形 338"/>
              <p:cNvSpPr/>
              <p:nvPr/>
            </p:nvSpPr>
            <p:spPr>
              <a:xfrm flipH="1">
                <a:off x="3132935" y="2824219"/>
                <a:ext cx="2463005" cy="1723522"/>
              </a:xfrm>
              <a:custGeom>
                <a:avLst/>
                <a:gdLst>
                  <a:gd name="connsiteX0" fmla="*/ 311132 w 1541867"/>
                  <a:gd name="connsiteY0" fmla="*/ 50984 h 1078943"/>
                  <a:gd name="connsiteX1" fmla="*/ 356470 w 1541867"/>
                  <a:gd name="connsiteY1" fmla="*/ 91275 h 1078943"/>
                  <a:gd name="connsiteX2" fmla="*/ 1351738 w 1541867"/>
                  <a:gd name="connsiteY2" fmla="*/ 658108 h 1078943"/>
                  <a:gd name="connsiteX3" fmla="*/ 1408888 w 1541867"/>
                  <a:gd name="connsiteY3" fmla="*/ 676491 h 1078943"/>
                  <a:gd name="connsiteX4" fmla="*/ 1515663 w 1541867"/>
                  <a:gd name="connsiteY4" fmla="*/ 940429 h 1078943"/>
                  <a:gd name="connsiteX5" fmla="*/ 1515663 w 1541867"/>
                  <a:gd name="connsiteY5" fmla="*/ 940429 h 1078943"/>
                  <a:gd name="connsiteX6" fmla="*/ 1190575 w 1541867"/>
                  <a:gd name="connsiteY6" fmla="*/ 1066444 h 1078943"/>
                  <a:gd name="connsiteX7" fmla="*/ 1132949 w 1541867"/>
                  <a:gd name="connsiteY7" fmla="*/ 1048061 h 1078943"/>
                  <a:gd name="connsiteX8" fmla="*/ 138253 w 1541867"/>
                  <a:gd name="connsiteY8" fmla="*/ 481324 h 1078943"/>
                  <a:gd name="connsiteX9" fmla="*/ 92818 w 1541867"/>
                  <a:gd name="connsiteY9" fmla="*/ 441033 h 1078943"/>
                  <a:gd name="connsiteX10" fmla="*/ 31858 w 1541867"/>
                  <a:gd name="connsiteY10" fmla="*/ 95085 h 1078943"/>
                  <a:gd name="connsiteX11" fmla="*/ 31858 w 1541867"/>
                  <a:gd name="connsiteY11" fmla="*/ 95085 h 1078943"/>
                  <a:gd name="connsiteX12" fmla="*/ 311132 w 1541867"/>
                  <a:gd name="connsiteY12" fmla="*/ 50984 h 1078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867" h="1078943">
                    <a:moveTo>
                      <a:pt x="311132" y="50984"/>
                    </a:moveTo>
                    <a:lnTo>
                      <a:pt x="356470" y="91275"/>
                    </a:lnTo>
                    <a:lnTo>
                      <a:pt x="1351738" y="658108"/>
                    </a:lnTo>
                    <a:lnTo>
                      <a:pt x="1408888" y="676491"/>
                    </a:lnTo>
                    <a:cubicBezTo>
                      <a:pt x="1528141" y="714591"/>
                      <a:pt x="1575956" y="832701"/>
                      <a:pt x="1515663" y="940429"/>
                    </a:cubicBezTo>
                    <a:lnTo>
                      <a:pt x="1515663" y="940429"/>
                    </a:lnTo>
                    <a:cubicBezTo>
                      <a:pt x="1455370" y="1048061"/>
                      <a:pt x="1309923" y="1104544"/>
                      <a:pt x="1190575" y="1066444"/>
                    </a:cubicBezTo>
                    <a:lnTo>
                      <a:pt x="1132949" y="1048061"/>
                    </a:lnTo>
                    <a:lnTo>
                      <a:pt x="138253" y="481324"/>
                    </a:lnTo>
                    <a:lnTo>
                      <a:pt x="92818" y="441033"/>
                    </a:lnTo>
                    <a:cubicBezTo>
                      <a:pt x="-1098" y="357689"/>
                      <a:pt x="-28340" y="202908"/>
                      <a:pt x="31858" y="95085"/>
                    </a:cubicBezTo>
                    <a:lnTo>
                      <a:pt x="31858" y="95085"/>
                    </a:lnTo>
                    <a:cubicBezTo>
                      <a:pt x="92152" y="-12643"/>
                      <a:pt x="217310" y="-32360"/>
                      <a:pt x="311132" y="50984"/>
                    </a:cubicBezTo>
                    <a:close/>
                  </a:path>
                </a:pathLst>
              </a:custGeom>
              <a:solidFill>
                <a:srgbClr val="FDD94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0" name="任意多边形 339"/>
              <p:cNvSpPr/>
              <p:nvPr/>
            </p:nvSpPr>
            <p:spPr>
              <a:xfrm flipH="1">
                <a:off x="5007105" y="3164818"/>
                <a:ext cx="422894" cy="333469"/>
              </a:xfrm>
              <a:custGeom>
                <a:avLst/>
                <a:gdLst>
                  <a:gd name="connsiteX0" fmla="*/ 33228 w 264736"/>
                  <a:gd name="connsiteY0" fmla="*/ 123420 h 208755"/>
                  <a:gd name="connsiteX1" fmla="*/ 166578 w 264736"/>
                  <a:gd name="connsiteY1" fmla="*/ 199620 h 208755"/>
                  <a:gd name="connsiteX2" fmla="*/ 255780 w 264736"/>
                  <a:gd name="connsiteY2" fmla="*/ 174979 h 208755"/>
                  <a:gd name="connsiteX3" fmla="*/ 256113 w 264736"/>
                  <a:gd name="connsiteY3" fmla="*/ 174379 h 208755"/>
                  <a:gd name="connsiteX4" fmla="*/ 256113 w 264736"/>
                  <a:gd name="connsiteY4" fmla="*/ 174379 h 208755"/>
                  <a:gd name="connsiteX5" fmla="*/ 231253 w 264736"/>
                  <a:gd name="connsiteY5" fmla="*/ 84082 h 208755"/>
                  <a:gd name="connsiteX6" fmla="*/ 97903 w 264736"/>
                  <a:gd name="connsiteY6" fmla="*/ 7882 h 208755"/>
                  <a:gd name="connsiteX7" fmla="*/ 8606 w 264736"/>
                  <a:gd name="connsiteY7" fmla="*/ 32695 h 208755"/>
                  <a:gd name="connsiteX8" fmla="*/ 8368 w 264736"/>
                  <a:gd name="connsiteY8" fmla="*/ 33124 h 208755"/>
                  <a:gd name="connsiteX9" fmla="*/ 8368 w 264736"/>
                  <a:gd name="connsiteY9" fmla="*/ 33124 h 208755"/>
                  <a:gd name="connsiteX10" fmla="*/ 33228 w 264736"/>
                  <a:gd name="connsiteY10" fmla="*/ 123420 h 208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736" h="208755">
                    <a:moveTo>
                      <a:pt x="33228" y="123420"/>
                    </a:moveTo>
                    <a:lnTo>
                      <a:pt x="166578" y="199620"/>
                    </a:lnTo>
                    <a:cubicBezTo>
                      <a:pt x="198011" y="217451"/>
                      <a:pt x="237949" y="206412"/>
                      <a:pt x="255780" y="174979"/>
                    </a:cubicBezTo>
                    <a:cubicBezTo>
                      <a:pt x="255894" y="174779"/>
                      <a:pt x="255999" y="174579"/>
                      <a:pt x="256113" y="174379"/>
                    </a:cubicBezTo>
                    <a:lnTo>
                      <a:pt x="256113" y="174379"/>
                    </a:lnTo>
                    <a:cubicBezTo>
                      <a:pt x="273915" y="142546"/>
                      <a:pt x="262847" y="102313"/>
                      <a:pt x="231253" y="84082"/>
                    </a:cubicBezTo>
                    <a:lnTo>
                      <a:pt x="97903" y="7882"/>
                    </a:lnTo>
                    <a:cubicBezTo>
                      <a:pt x="66394" y="-9920"/>
                      <a:pt x="26418" y="1186"/>
                      <a:pt x="8606" y="32695"/>
                    </a:cubicBezTo>
                    <a:cubicBezTo>
                      <a:pt x="8530" y="32837"/>
                      <a:pt x="8444" y="32981"/>
                      <a:pt x="8368" y="33124"/>
                    </a:cubicBezTo>
                    <a:lnTo>
                      <a:pt x="8368" y="33124"/>
                    </a:lnTo>
                    <a:cubicBezTo>
                      <a:pt x="-9434" y="64956"/>
                      <a:pt x="1634" y="105189"/>
                      <a:pt x="33228" y="123420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1" name="任意多边形 340"/>
              <p:cNvSpPr/>
              <p:nvPr/>
            </p:nvSpPr>
            <p:spPr>
              <a:xfrm flipH="1">
                <a:off x="5066024" y="3342405"/>
                <a:ext cx="31680" cy="31578"/>
              </a:xfrm>
              <a:custGeom>
                <a:avLst/>
                <a:gdLst>
                  <a:gd name="connsiteX0" fmla="*/ 1325 w 19832"/>
                  <a:gd name="connsiteY0" fmla="*/ 4248 h 19768"/>
                  <a:gd name="connsiteX1" fmla="*/ 4344 w 19832"/>
                  <a:gd name="connsiteY1" fmla="*/ 17373 h 19768"/>
                  <a:gd name="connsiteX2" fmla="*/ 5039 w 19832"/>
                  <a:gd name="connsiteY2" fmla="*/ 17773 h 19768"/>
                  <a:gd name="connsiteX3" fmla="*/ 18127 w 19832"/>
                  <a:gd name="connsiteY3" fmla="*/ 14582 h 19768"/>
                  <a:gd name="connsiteX4" fmla="*/ 18469 w 19832"/>
                  <a:gd name="connsiteY4" fmla="*/ 13963 h 19768"/>
                  <a:gd name="connsiteX5" fmla="*/ 14659 w 19832"/>
                  <a:gd name="connsiteY5" fmla="*/ 628 h 19768"/>
                  <a:gd name="connsiteX6" fmla="*/ 1325 w 19832"/>
                  <a:gd name="connsiteY6" fmla="*/ 4438 h 1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832" h="19768">
                    <a:moveTo>
                      <a:pt x="1325" y="4248"/>
                    </a:moveTo>
                    <a:cubicBezTo>
                      <a:pt x="-1466" y="8705"/>
                      <a:pt x="-114" y="14582"/>
                      <a:pt x="4344" y="17373"/>
                    </a:cubicBezTo>
                    <a:cubicBezTo>
                      <a:pt x="4573" y="17516"/>
                      <a:pt x="4801" y="17649"/>
                      <a:pt x="5039" y="17773"/>
                    </a:cubicBezTo>
                    <a:cubicBezTo>
                      <a:pt x="9535" y="20507"/>
                      <a:pt x="15393" y="19078"/>
                      <a:pt x="18127" y="14582"/>
                    </a:cubicBezTo>
                    <a:cubicBezTo>
                      <a:pt x="18250" y="14382"/>
                      <a:pt x="18365" y="14173"/>
                      <a:pt x="18469" y="13963"/>
                    </a:cubicBezTo>
                    <a:cubicBezTo>
                      <a:pt x="21098" y="9230"/>
                      <a:pt x="19393" y="3257"/>
                      <a:pt x="14659" y="628"/>
                    </a:cubicBezTo>
                    <a:cubicBezTo>
                      <a:pt x="9925" y="-2001"/>
                      <a:pt x="3953" y="-295"/>
                      <a:pt x="1325" y="4438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2" name="任意多边形 341"/>
              <p:cNvSpPr/>
              <p:nvPr/>
            </p:nvSpPr>
            <p:spPr>
              <a:xfrm flipH="1">
                <a:off x="5110940" y="3420926"/>
                <a:ext cx="30138" cy="30432"/>
              </a:xfrm>
              <a:custGeom>
                <a:avLst/>
                <a:gdLst>
                  <a:gd name="connsiteX0" fmla="*/ 1141 w 18867"/>
                  <a:gd name="connsiteY0" fmla="*/ 3861 h 19051"/>
                  <a:gd name="connsiteX1" fmla="*/ 4856 w 18867"/>
                  <a:gd name="connsiteY1" fmla="*/ 17386 h 19051"/>
                  <a:gd name="connsiteX2" fmla="*/ 17686 w 18867"/>
                  <a:gd name="connsiteY2" fmla="*/ 13272 h 19051"/>
                  <a:gd name="connsiteX3" fmla="*/ 13571 w 18867"/>
                  <a:gd name="connsiteY3" fmla="*/ 451 h 19051"/>
                  <a:gd name="connsiteX4" fmla="*/ 1141 w 18867"/>
                  <a:gd name="connsiteY4" fmla="*/ 3861 h 1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867" h="19051">
                    <a:moveTo>
                      <a:pt x="1141" y="3861"/>
                    </a:moveTo>
                    <a:cubicBezTo>
                      <a:pt x="-1516" y="8624"/>
                      <a:pt x="132" y="14643"/>
                      <a:pt x="4856" y="17386"/>
                    </a:cubicBezTo>
                    <a:cubicBezTo>
                      <a:pt x="9533" y="19796"/>
                      <a:pt x="15276" y="17949"/>
                      <a:pt x="17686" y="13272"/>
                    </a:cubicBezTo>
                    <a:cubicBezTo>
                      <a:pt x="20086" y="8595"/>
                      <a:pt x="18248" y="2851"/>
                      <a:pt x="13571" y="451"/>
                    </a:cubicBezTo>
                    <a:cubicBezTo>
                      <a:pt x="9171" y="-1816"/>
                      <a:pt x="3770" y="-330"/>
                      <a:pt x="1141" y="3861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3" name="任意多边形 342"/>
              <p:cNvSpPr/>
              <p:nvPr/>
            </p:nvSpPr>
            <p:spPr>
              <a:xfrm flipH="1">
                <a:off x="5294901" y="3210853"/>
                <a:ext cx="31806" cy="32161"/>
              </a:xfrm>
              <a:custGeom>
                <a:avLst/>
                <a:gdLst>
                  <a:gd name="connsiteX0" fmla="*/ 1141 w 19911"/>
                  <a:gd name="connsiteY0" fmla="*/ 4591 h 20133"/>
                  <a:gd name="connsiteX1" fmla="*/ 4856 w 19911"/>
                  <a:gd name="connsiteY1" fmla="*/ 18117 h 20133"/>
                  <a:gd name="connsiteX2" fmla="*/ 17953 w 19911"/>
                  <a:gd name="connsiteY2" fmla="*/ 14983 h 20133"/>
                  <a:gd name="connsiteX3" fmla="*/ 18286 w 19911"/>
                  <a:gd name="connsiteY3" fmla="*/ 14402 h 20133"/>
                  <a:gd name="connsiteX4" fmla="*/ 15391 w 19911"/>
                  <a:gd name="connsiteY4" fmla="*/ 1248 h 20133"/>
                  <a:gd name="connsiteX5" fmla="*/ 14571 w 19911"/>
                  <a:gd name="connsiteY5" fmla="*/ 781 h 20133"/>
                  <a:gd name="connsiteX6" fmla="*/ 1484 w 19911"/>
                  <a:gd name="connsiteY6" fmla="*/ 3972 h 20133"/>
                  <a:gd name="connsiteX7" fmla="*/ 1141 w 19911"/>
                  <a:gd name="connsiteY7" fmla="*/ 4591 h 20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911" h="20133">
                    <a:moveTo>
                      <a:pt x="1141" y="4591"/>
                    </a:moveTo>
                    <a:cubicBezTo>
                      <a:pt x="-1516" y="9353"/>
                      <a:pt x="132" y="15373"/>
                      <a:pt x="4856" y="18117"/>
                    </a:cubicBezTo>
                    <a:cubicBezTo>
                      <a:pt x="9342" y="20870"/>
                      <a:pt x="15200" y="19469"/>
                      <a:pt x="17953" y="14983"/>
                    </a:cubicBezTo>
                    <a:cubicBezTo>
                      <a:pt x="18077" y="14793"/>
                      <a:pt x="18181" y="14602"/>
                      <a:pt x="18286" y="14402"/>
                    </a:cubicBezTo>
                    <a:cubicBezTo>
                      <a:pt x="21115" y="9973"/>
                      <a:pt x="19820" y="4077"/>
                      <a:pt x="15391" y="1248"/>
                    </a:cubicBezTo>
                    <a:cubicBezTo>
                      <a:pt x="15124" y="1077"/>
                      <a:pt x="14848" y="924"/>
                      <a:pt x="14571" y="781"/>
                    </a:cubicBezTo>
                    <a:cubicBezTo>
                      <a:pt x="10076" y="-1952"/>
                      <a:pt x="4218" y="-524"/>
                      <a:pt x="1484" y="3972"/>
                    </a:cubicBezTo>
                    <a:cubicBezTo>
                      <a:pt x="1360" y="4172"/>
                      <a:pt x="1246" y="4382"/>
                      <a:pt x="1141" y="4591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4" name="任意多边形 343"/>
              <p:cNvSpPr/>
              <p:nvPr/>
            </p:nvSpPr>
            <p:spPr>
              <a:xfrm flipH="1">
                <a:off x="5339596" y="3289304"/>
                <a:ext cx="31680" cy="31578"/>
              </a:xfrm>
              <a:custGeom>
                <a:avLst/>
                <a:gdLst>
                  <a:gd name="connsiteX0" fmla="*/ 1324 w 19832"/>
                  <a:gd name="connsiteY0" fmla="*/ 4248 h 19768"/>
                  <a:gd name="connsiteX1" fmla="*/ 4344 w 19832"/>
                  <a:gd name="connsiteY1" fmla="*/ 17373 h 19768"/>
                  <a:gd name="connsiteX2" fmla="*/ 5039 w 19832"/>
                  <a:gd name="connsiteY2" fmla="*/ 17773 h 19768"/>
                  <a:gd name="connsiteX3" fmla="*/ 18127 w 19832"/>
                  <a:gd name="connsiteY3" fmla="*/ 14582 h 19768"/>
                  <a:gd name="connsiteX4" fmla="*/ 18470 w 19832"/>
                  <a:gd name="connsiteY4" fmla="*/ 13963 h 19768"/>
                  <a:gd name="connsiteX5" fmla="*/ 14659 w 19832"/>
                  <a:gd name="connsiteY5" fmla="*/ 628 h 19768"/>
                  <a:gd name="connsiteX6" fmla="*/ 1324 w 19832"/>
                  <a:gd name="connsiteY6" fmla="*/ 4438 h 1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832" h="19768">
                    <a:moveTo>
                      <a:pt x="1324" y="4248"/>
                    </a:moveTo>
                    <a:cubicBezTo>
                      <a:pt x="-1466" y="8705"/>
                      <a:pt x="-114" y="14582"/>
                      <a:pt x="4344" y="17373"/>
                    </a:cubicBezTo>
                    <a:cubicBezTo>
                      <a:pt x="4573" y="17516"/>
                      <a:pt x="4801" y="17649"/>
                      <a:pt x="5039" y="17773"/>
                    </a:cubicBezTo>
                    <a:cubicBezTo>
                      <a:pt x="9535" y="20507"/>
                      <a:pt x="15393" y="19078"/>
                      <a:pt x="18127" y="14582"/>
                    </a:cubicBezTo>
                    <a:cubicBezTo>
                      <a:pt x="18250" y="14382"/>
                      <a:pt x="18365" y="14173"/>
                      <a:pt x="18470" y="13963"/>
                    </a:cubicBezTo>
                    <a:cubicBezTo>
                      <a:pt x="21098" y="9229"/>
                      <a:pt x="19393" y="3257"/>
                      <a:pt x="14659" y="628"/>
                    </a:cubicBezTo>
                    <a:cubicBezTo>
                      <a:pt x="9926" y="-2000"/>
                      <a:pt x="3953" y="-296"/>
                      <a:pt x="1324" y="4438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5" name="任意多边形 344"/>
              <p:cNvSpPr/>
              <p:nvPr/>
            </p:nvSpPr>
            <p:spPr>
              <a:xfrm flipH="1">
                <a:off x="5204631" y="3465341"/>
                <a:ext cx="298567" cy="230544"/>
              </a:xfrm>
              <a:custGeom>
                <a:avLst/>
                <a:gdLst>
                  <a:gd name="connsiteX0" fmla="*/ 186779 w 186906"/>
                  <a:gd name="connsiteY0" fmla="*/ 92262 h 144323"/>
                  <a:gd name="connsiteX1" fmla="*/ 166585 w 186906"/>
                  <a:gd name="connsiteY1" fmla="*/ 128361 h 144323"/>
                  <a:gd name="connsiteX2" fmla="*/ 61810 w 186906"/>
                  <a:gd name="connsiteY2" fmla="*/ 122741 h 144323"/>
                  <a:gd name="connsiteX3" fmla="*/ 3041 w 186906"/>
                  <a:gd name="connsiteY3" fmla="*/ 35397 h 144323"/>
                  <a:gd name="connsiteX4" fmla="*/ 23234 w 186906"/>
                  <a:gd name="connsiteY4" fmla="*/ -607 h 14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906" h="144323">
                    <a:moveTo>
                      <a:pt x="186779" y="92262"/>
                    </a:moveTo>
                    <a:lnTo>
                      <a:pt x="166585" y="128361"/>
                    </a:lnTo>
                    <a:cubicBezTo>
                      <a:pt x="153917" y="150840"/>
                      <a:pt x="107245" y="148364"/>
                      <a:pt x="61810" y="122741"/>
                    </a:cubicBezTo>
                    <a:cubicBezTo>
                      <a:pt x="16376" y="97119"/>
                      <a:pt x="-9532" y="57972"/>
                      <a:pt x="3041" y="35397"/>
                    </a:cubicBezTo>
                    <a:lnTo>
                      <a:pt x="23234" y="-607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6" name="任意多边形 345"/>
              <p:cNvSpPr/>
              <p:nvPr/>
            </p:nvSpPr>
            <p:spPr>
              <a:xfrm flipH="1">
                <a:off x="5198942" y="3440750"/>
                <a:ext cx="271412" cy="197778"/>
              </a:xfrm>
              <a:custGeom>
                <a:avLst/>
                <a:gdLst>
                  <a:gd name="connsiteX0" fmla="*/ 3055 w 169907"/>
                  <a:gd name="connsiteY0" fmla="*/ 14787 h 123811"/>
                  <a:gd name="connsiteX1" fmla="*/ 61729 w 169907"/>
                  <a:gd name="connsiteY1" fmla="*/ 102036 h 123811"/>
                  <a:gd name="connsiteX2" fmla="*/ 166504 w 169907"/>
                  <a:gd name="connsiteY2" fmla="*/ 107656 h 123811"/>
                  <a:gd name="connsiteX3" fmla="*/ 107734 w 169907"/>
                  <a:gd name="connsiteY3" fmla="*/ 20407 h 123811"/>
                  <a:gd name="connsiteX4" fmla="*/ 3055 w 169907"/>
                  <a:gd name="connsiteY4" fmla="*/ 14787 h 123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907" h="123811">
                    <a:moveTo>
                      <a:pt x="3055" y="14787"/>
                    </a:moveTo>
                    <a:cubicBezTo>
                      <a:pt x="-9614" y="37266"/>
                      <a:pt x="16675" y="76414"/>
                      <a:pt x="61729" y="102036"/>
                    </a:cubicBezTo>
                    <a:cubicBezTo>
                      <a:pt x="106782" y="127658"/>
                      <a:pt x="153550" y="130611"/>
                      <a:pt x="166504" y="107656"/>
                    </a:cubicBezTo>
                    <a:cubicBezTo>
                      <a:pt x="179458" y="84701"/>
                      <a:pt x="152788" y="46029"/>
                      <a:pt x="107734" y="20407"/>
                    </a:cubicBezTo>
                    <a:cubicBezTo>
                      <a:pt x="62681" y="-5215"/>
                      <a:pt x="15628" y="-7787"/>
                      <a:pt x="3055" y="14787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7" name="任意多边形 346"/>
              <p:cNvSpPr/>
              <p:nvPr/>
            </p:nvSpPr>
            <p:spPr>
              <a:xfrm flipH="1">
                <a:off x="5050804" y="3097737"/>
                <a:ext cx="335763" cy="473955"/>
              </a:xfrm>
              <a:custGeom>
                <a:avLst/>
                <a:gdLst>
                  <a:gd name="connsiteX0" fmla="*/ 210064 w 210191"/>
                  <a:gd name="connsiteY0" fmla="*/ 38255 h 296701"/>
                  <a:gd name="connsiteX1" fmla="*/ 69380 w 210191"/>
                  <a:gd name="connsiteY1" fmla="*/ 289620 h 296701"/>
                  <a:gd name="connsiteX2" fmla="*/ 25755 w 210191"/>
                  <a:gd name="connsiteY2" fmla="*/ 287239 h 296701"/>
                  <a:gd name="connsiteX3" fmla="*/ 1181 w 210191"/>
                  <a:gd name="connsiteY3" fmla="*/ 250758 h 296701"/>
                  <a:gd name="connsiteX4" fmla="*/ 141865 w 210191"/>
                  <a:gd name="connsiteY4" fmla="*/ -607 h 296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0191" h="296701">
                    <a:moveTo>
                      <a:pt x="210064" y="38255"/>
                    </a:moveTo>
                    <a:lnTo>
                      <a:pt x="69380" y="289620"/>
                    </a:lnTo>
                    <a:cubicBezTo>
                      <a:pt x="64141" y="299145"/>
                      <a:pt x="44615" y="298002"/>
                      <a:pt x="25755" y="287239"/>
                    </a:cubicBezTo>
                    <a:cubicBezTo>
                      <a:pt x="6896" y="276476"/>
                      <a:pt x="-4058" y="260188"/>
                      <a:pt x="1181" y="250758"/>
                    </a:cubicBezTo>
                    <a:lnTo>
                      <a:pt x="141865" y="-607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8" name="任意多边形 347"/>
              <p:cNvSpPr/>
              <p:nvPr/>
            </p:nvSpPr>
            <p:spPr>
              <a:xfrm flipH="1">
                <a:off x="4956315" y="3021508"/>
                <a:ext cx="298567" cy="230606"/>
              </a:xfrm>
              <a:custGeom>
                <a:avLst/>
                <a:gdLst>
                  <a:gd name="connsiteX0" fmla="*/ 186778 w 186906"/>
                  <a:gd name="connsiteY0" fmla="*/ 92262 h 144362"/>
                  <a:gd name="connsiteX1" fmla="*/ 166585 w 186906"/>
                  <a:gd name="connsiteY1" fmla="*/ 128362 h 144362"/>
                  <a:gd name="connsiteX2" fmla="*/ 61810 w 186906"/>
                  <a:gd name="connsiteY2" fmla="*/ 122742 h 144362"/>
                  <a:gd name="connsiteX3" fmla="*/ 3041 w 186906"/>
                  <a:gd name="connsiteY3" fmla="*/ 35398 h 144362"/>
                  <a:gd name="connsiteX4" fmla="*/ 23234 w 186906"/>
                  <a:gd name="connsiteY4" fmla="*/ -607 h 14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906" h="144362">
                    <a:moveTo>
                      <a:pt x="186778" y="92262"/>
                    </a:moveTo>
                    <a:lnTo>
                      <a:pt x="166585" y="128362"/>
                    </a:lnTo>
                    <a:cubicBezTo>
                      <a:pt x="154012" y="150936"/>
                      <a:pt x="107245" y="148364"/>
                      <a:pt x="61810" y="122742"/>
                    </a:cubicBezTo>
                    <a:cubicBezTo>
                      <a:pt x="16376" y="97120"/>
                      <a:pt x="-9532" y="57972"/>
                      <a:pt x="3041" y="35398"/>
                    </a:cubicBezTo>
                    <a:lnTo>
                      <a:pt x="23234" y="-607"/>
                    </a:ln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9" name="任意多边形 348"/>
              <p:cNvSpPr/>
              <p:nvPr/>
            </p:nvSpPr>
            <p:spPr>
              <a:xfrm flipH="1">
                <a:off x="4950462" y="2996917"/>
                <a:ext cx="271511" cy="197778"/>
              </a:xfrm>
              <a:custGeom>
                <a:avLst/>
                <a:gdLst>
                  <a:gd name="connsiteX0" fmla="*/ 3014 w 169969"/>
                  <a:gd name="connsiteY0" fmla="*/ 14787 h 123811"/>
                  <a:gd name="connsiteX1" fmla="*/ 61783 w 169969"/>
                  <a:gd name="connsiteY1" fmla="*/ 102037 h 123811"/>
                  <a:gd name="connsiteX2" fmla="*/ 166558 w 169969"/>
                  <a:gd name="connsiteY2" fmla="*/ 107656 h 123811"/>
                  <a:gd name="connsiteX3" fmla="*/ 107884 w 169969"/>
                  <a:gd name="connsiteY3" fmla="*/ 20407 h 123811"/>
                  <a:gd name="connsiteX4" fmla="*/ 3014 w 169969"/>
                  <a:gd name="connsiteY4" fmla="*/ 14787 h 123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969" h="123811">
                    <a:moveTo>
                      <a:pt x="3014" y="14787"/>
                    </a:moveTo>
                    <a:cubicBezTo>
                      <a:pt x="-9559" y="37361"/>
                      <a:pt x="16730" y="76414"/>
                      <a:pt x="61783" y="102037"/>
                    </a:cubicBezTo>
                    <a:cubicBezTo>
                      <a:pt x="106837" y="127659"/>
                      <a:pt x="153604" y="130612"/>
                      <a:pt x="166558" y="107656"/>
                    </a:cubicBezTo>
                    <a:cubicBezTo>
                      <a:pt x="179512" y="84701"/>
                      <a:pt x="152938" y="46030"/>
                      <a:pt x="107884" y="20407"/>
                    </a:cubicBezTo>
                    <a:cubicBezTo>
                      <a:pt x="62831" y="-5215"/>
                      <a:pt x="15682" y="-7787"/>
                      <a:pt x="3014" y="14787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0" name="任意多边形 349"/>
              <p:cNvSpPr/>
              <p:nvPr/>
            </p:nvSpPr>
            <p:spPr>
              <a:xfrm flipH="1">
                <a:off x="5034494" y="3058809"/>
                <a:ext cx="104080" cy="73746"/>
              </a:xfrm>
              <a:custGeom>
                <a:avLst/>
                <a:gdLst>
                  <a:gd name="connsiteX0" fmla="*/ 906 w 65155"/>
                  <a:gd name="connsiteY0" fmla="*/ 4522 h 46166"/>
                  <a:gd name="connsiteX1" fmla="*/ 24243 w 65155"/>
                  <a:gd name="connsiteY1" fmla="*/ 37002 h 46166"/>
                  <a:gd name="connsiteX2" fmla="*/ 63962 w 65155"/>
                  <a:gd name="connsiteY2" fmla="*/ 40431 h 46166"/>
                  <a:gd name="connsiteX3" fmla="*/ 40530 w 65155"/>
                  <a:gd name="connsiteY3" fmla="*/ 7951 h 46166"/>
                  <a:gd name="connsiteX4" fmla="*/ 906 w 65155"/>
                  <a:gd name="connsiteY4" fmla="*/ 4522 h 46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55" h="46166">
                    <a:moveTo>
                      <a:pt x="906" y="4522"/>
                    </a:moveTo>
                    <a:cubicBezTo>
                      <a:pt x="-3570" y="12523"/>
                      <a:pt x="6907" y="27096"/>
                      <a:pt x="24243" y="37002"/>
                    </a:cubicBezTo>
                    <a:cubicBezTo>
                      <a:pt x="41578" y="46908"/>
                      <a:pt x="59390" y="48432"/>
                      <a:pt x="63962" y="40431"/>
                    </a:cubicBezTo>
                    <a:cubicBezTo>
                      <a:pt x="68534" y="32430"/>
                      <a:pt x="57961" y="17857"/>
                      <a:pt x="40530" y="7951"/>
                    </a:cubicBezTo>
                    <a:cubicBezTo>
                      <a:pt x="23100" y="-1955"/>
                      <a:pt x="5383" y="-3479"/>
                      <a:pt x="906" y="4522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2" name="任意多边形 421"/>
              <p:cNvSpPr/>
              <p:nvPr/>
            </p:nvSpPr>
            <p:spPr>
              <a:xfrm flipH="1">
                <a:off x="3431095" y="4060907"/>
                <a:ext cx="422958" cy="333504"/>
              </a:xfrm>
              <a:custGeom>
                <a:avLst/>
                <a:gdLst>
                  <a:gd name="connsiteX0" fmla="*/ 33267 w 264776"/>
                  <a:gd name="connsiteY0" fmla="*/ 123482 h 208777"/>
                  <a:gd name="connsiteX1" fmla="*/ 166617 w 264776"/>
                  <a:gd name="connsiteY1" fmla="*/ 199682 h 208777"/>
                  <a:gd name="connsiteX2" fmla="*/ 255914 w 264776"/>
                  <a:gd name="connsiteY2" fmla="*/ 174870 h 208777"/>
                  <a:gd name="connsiteX3" fmla="*/ 256153 w 264776"/>
                  <a:gd name="connsiteY3" fmla="*/ 174441 h 208777"/>
                  <a:gd name="connsiteX4" fmla="*/ 256153 w 264776"/>
                  <a:gd name="connsiteY4" fmla="*/ 174441 h 208777"/>
                  <a:gd name="connsiteX5" fmla="*/ 231293 w 264776"/>
                  <a:gd name="connsiteY5" fmla="*/ 84144 h 208777"/>
                  <a:gd name="connsiteX6" fmla="*/ 97943 w 264776"/>
                  <a:gd name="connsiteY6" fmla="*/ 7944 h 208777"/>
                  <a:gd name="connsiteX7" fmla="*/ 8722 w 264776"/>
                  <a:gd name="connsiteY7" fmla="*/ 32528 h 208777"/>
                  <a:gd name="connsiteX8" fmla="*/ 8407 w 264776"/>
                  <a:gd name="connsiteY8" fmla="*/ 33090 h 208777"/>
                  <a:gd name="connsiteX9" fmla="*/ 8407 w 264776"/>
                  <a:gd name="connsiteY9" fmla="*/ 33090 h 208777"/>
                  <a:gd name="connsiteX10" fmla="*/ 33267 w 264776"/>
                  <a:gd name="connsiteY10" fmla="*/ 123482 h 208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776" h="208777">
                    <a:moveTo>
                      <a:pt x="33267" y="123482"/>
                    </a:moveTo>
                    <a:lnTo>
                      <a:pt x="166617" y="199682"/>
                    </a:lnTo>
                    <a:cubicBezTo>
                      <a:pt x="198127" y="217484"/>
                      <a:pt x="238103" y="206378"/>
                      <a:pt x="255914" y="174870"/>
                    </a:cubicBezTo>
                    <a:cubicBezTo>
                      <a:pt x="255991" y="174727"/>
                      <a:pt x="256077" y="174584"/>
                      <a:pt x="256153" y="174441"/>
                    </a:cubicBezTo>
                    <a:lnTo>
                      <a:pt x="256153" y="174441"/>
                    </a:lnTo>
                    <a:cubicBezTo>
                      <a:pt x="273955" y="142608"/>
                      <a:pt x="262887" y="102375"/>
                      <a:pt x="231293" y="84144"/>
                    </a:cubicBezTo>
                    <a:lnTo>
                      <a:pt x="97943" y="7944"/>
                    </a:lnTo>
                    <a:cubicBezTo>
                      <a:pt x="66520" y="-9906"/>
                      <a:pt x="26571" y="1095"/>
                      <a:pt x="8722" y="32528"/>
                    </a:cubicBezTo>
                    <a:cubicBezTo>
                      <a:pt x="8617" y="32708"/>
                      <a:pt x="8512" y="32899"/>
                      <a:pt x="8407" y="33090"/>
                    </a:cubicBezTo>
                    <a:lnTo>
                      <a:pt x="8407" y="33090"/>
                    </a:lnTo>
                    <a:cubicBezTo>
                      <a:pt x="-9461" y="64941"/>
                      <a:pt x="1626" y="105251"/>
                      <a:pt x="33267" y="123482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3" name="任意多边形 422"/>
              <p:cNvSpPr/>
              <p:nvPr/>
            </p:nvSpPr>
            <p:spPr>
              <a:xfrm flipH="1">
                <a:off x="3490030" y="4238147"/>
                <a:ext cx="31380" cy="31761"/>
              </a:xfrm>
              <a:custGeom>
                <a:avLst/>
                <a:gdLst>
                  <a:gd name="connsiteX0" fmla="*/ 1148 w 19644"/>
                  <a:gd name="connsiteY0" fmla="*/ 4431 h 19883"/>
                  <a:gd name="connsiteX1" fmla="*/ 4862 w 19644"/>
                  <a:gd name="connsiteY1" fmla="*/ 18052 h 19883"/>
                  <a:gd name="connsiteX2" fmla="*/ 18293 w 19644"/>
                  <a:gd name="connsiteY2" fmla="*/ 14147 h 19883"/>
                  <a:gd name="connsiteX3" fmla="*/ 14387 w 19644"/>
                  <a:gd name="connsiteY3" fmla="*/ 717 h 19883"/>
                  <a:gd name="connsiteX4" fmla="*/ 1348 w 19644"/>
                  <a:gd name="connsiteY4" fmla="*/ 4079 h 19883"/>
                  <a:gd name="connsiteX5" fmla="*/ 1148 w 19644"/>
                  <a:gd name="connsiteY5" fmla="*/ 4431 h 19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644" h="19883">
                    <a:moveTo>
                      <a:pt x="1148" y="4431"/>
                    </a:moveTo>
                    <a:cubicBezTo>
                      <a:pt x="-1520" y="9222"/>
                      <a:pt x="129" y="15280"/>
                      <a:pt x="4862" y="18052"/>
                    </a:cubicBezTo>
                    <a:cubicBezTo>
                      <a:pt x="9654" y="20681"/>
                      <a:pt x="15664" y="18938"/>
                      <a:pt x="18293" y="14147"/>
                    </a:cubicBezTo>
                    <a:cubicBezTo>
                      <a:pt x="20921" y="9356"/>
                      <a:pt x="19179" y="3345"/>
                      <a:pt x="14387" y="717"/>
                    </a:cubicBezTo>
                    <a:cubicBezTo>
                      <a:pt x="9853" y="-1960"/>
                      <a:pt x="4014" y="-446"/>
                      <a:pt x="1348" y="4079"/>
                    </a:cubicBezTo>
                    <a:cubicBezTo>
                      <a:pt x="1281" y="4193"/>
                      <a:pt x="1214" y="4317"/>
                      <a:pt x="1148" y="4431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4" name="任意多边形 423"/>
              <p:cNvSpPr/>
              <p:nvPr/>
            </p:nvSpPr>
            <p:spPr>
              <a:xfrm flipH="1">
                <a:off x="3533512" y="4315727"/>
                <a:ext cx="31536" cy="32345"/>
              </a:xfrm>
              <a:custGeom>
                <a:avLst/>
                <a:gdLst>
                  <a:gd name="connsiteX0" fmla="*/ 1128 w 19742"/>
                  <a:gd name="connsiteY0" fmla="*/ 4633 h 20248"/>
                  <a:gd name="connsiteX1" fmla="*/ 4938 w 19742"/>
                  <a:gd name="connsiteY1" fmla="*/ 18254 h 20248"/>
                  <a:gd name="connsiteX2" fmla="*/ 18026 w 19742"/>
                  <a:gd name="connsiteY2" fmla="*/ 15063 h 20248"/>
                  <a:gd name="connsiteX3" fmla="*/ 18369 w 19742"/>
                  <a:gd name="connsiteY3" fmla="*/ 14444 h 20248"/>
                  <a:gd name="connsiteX4" fmla="*/ 14654 w 19742"/>
                  <a:gd name="connsiteY4" fmla="*/ 823 h 20248"/>
                  <a:gd name="connsiteX5" fmla="*/ 1538 w 19742"/>
                  <a:gd name="connsiteY5" fmla="*/ 3900 h 20248"/>
                  <a:gd name="connsiteX6" fmla="*/ 1128 w 19742"/>
                  <a:gd name="connsiteY6" fmla="*/ 4633 h 20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742" h="20248">
                    <a:moveTo>
                      <a:pt x="1128" y="4633"/>
                    </a:moveTo>
                    <a:cubicBezTo>
                      <a:pt x="-1530" y="9453"/>
                      <a:pt x="166" y="15511"/>
                      <a:pt x="4938" y="18254"/>
                    </a:cubicBezTo>
                    <a:cubicBezTo>
                      <a:pt x="9434" y="20988"/>
                      <a:pt x="15292" y="19559"/>
                      <a:pt x="18026" y="15063"/>
                    </a:cubicBezTo>
                    <a:cubicBezTo>
                      <a:pt x="18149" y="14863"/>
                      <a:pt x="18263" y="14654"/>
                      <a:pt x="18369" y="14444"/>
                    </a:cubicBezTo>
                    <a:cubicBezTo>
                      <a:pt x="20988" y="9644"/>
                      <a:pt x="19349" y="3633"/>
                      <a:pt x="14654" y="823"/>
                    </a:cubicBezTo>
                    <a:cubicBezTo>
                      <a:pt x="10186" y="-1949"/>
                      <a:pt x="4309" y="-567"/>
                      <a:pt x="1538" y="3900"/>
                    </a:cubicBezTo>
                    <a:cubicBezTo>
                      <a:pt x="1395" y="4138"/>
                      <a:pt x="1252" y="4386"/>
                      <a:pt x="1128" y="4633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5" name="任意多边形 424"/>
              <p:cNvSpPr/>
              <p:nvPr/>
            </p:nvSpPr>
            <p:spPr>
              <a:xfrm flipH="1">
                <a:off x="3719863" y="4106972"/>
                <a:ext cx="31851" cy="32193"/>
              </a:xfrm>
              <a:custGeom>
                <a:avLst/>
                <a:gdLst>
                  <a:gd name="connsiteX0" fmla="*/ 1302 w 19939"/>
                  <a:gd name="connsiteY0" fmla="*/ 4633 h 20153"/>
                  <a:gd name="connsiteX1" fmla="*/ 4379 w 19939"/>
                  <a:gd name="connsiteY1" fmla="*/ 17749 h 20153"/>
                  <a:gd name="connsiteX2" fmla="*/ 5112 w 19939"/>
                  <a:gd name="connsiteY2" fmla="*/ 18158 h 20153"/>
                  <a:gd name="connsiteX3" fmla="*/ 18200 w 19939"/>
                  <a:gd name="connsiteY3" fmla="*/ 14968 h 20153"/>
                  <a:gd name="connsiteX4" fmla="*/ 18543 w 19939"/>
                  <a:gd name="connsiteY4" fmla="*/ 14349 h 20153"/>
                  <a:gd name="connsiteX5" fmla="*/ 14828 w 19939"/>
                  <a:gd name="connsiteY5" fmla="*/ 823 h 20153"/>
                  <a:gd name="connsiteX6" fmla="*/ 1712 w 19939"/>
                  <a:gd name="connsiteY6" fmla="*/ 3900 h 20153"/>
                  <a:gd name="connsiteX7" fmla="*/ 1302 w 19939"/>
                  <a:gd name="connsiteY7" fmla="*/ 4633 h 2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939" h="20153">
                    <a:moveTo>
                      <a:pt x="1302" y="4633"/>
                    </a:moveTo>
                    <a:cubicBezTo>
                      <a:pt x="-1470" y="9100"/>
                      <a:pt x="-89" y="14977"/>
                      <a:pt x="4379" y="17749"/>
                    </a:cubicBezTo>
                    <a:cubicBezTo>
                      <a:pt x="4617" y="17892"/>
                      <a:pt x="4864" y="18035"/>
                      <a:pt x="5112" y="18158"/>
                    </a:cubicBezTo>
                    <a:cubicBezTo>
                      <a:pt x="9608" y="20893"/>
                      <a:pt x="15466" y="19464"/>
                      <a:pt x="18200" y="14968"/>
                    </a:cubicBezTo>
                    <a:cubicBezTo>
                      <a:pt x="18323" y="14768"/>
                      <a:pt x="18437" y="14558"/>
                      <a:pt x="18543" y="14349"/>
                    </a:cubicBezTo>
                    <a:cubicBezTo>
                      <a:pt x="21200" y="9586"/>
                      <a:pt x="19552" y="3566"/>
                      <a:pt x="14828" y="823"/>
                    </a:cubicBezTo>
                    <a:cubicBezTo>
                      <a:pt x="10361" y="-1948"/>
                      <a:pt x="4484" y="-568"/>
                      <a:pt x="1712" y="3900"/>
                    </a:cubicBezTo>
                    <a:cubicBezTo>
                      <a:pt x="1569" y="4138"/>
                      <a:pt x="1426" y="4385"/>
                      <a:pt x="1302" y="4633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6" name="任意多边形 425"/>
              <p:cNvSpPr/>
              <p:nvPr/>
            </p:nvSpPr>
            <p:spPr>
              <a:xfrm flipH="1">
                <a:off x="3763604" y="4185046"/>
                <a:ext cx="31380" cy="31760"/>
              </a:xfrm>
              <a:custGeom>
                <a:avLst/>
                <a:gdLst>
                  <a:gd name="connsiteX0" fmla="*/ 1147 w 19644"/>
                  <a:gd name="connsiteY0" fmla="*/ 4431 h 19882"/>
                  <a:gd name="connsiteX1" fmla="*/ 4862 w 19644"/>
                  <a:gd name="connsiteY1" fmla="*/ 18052 h 19882"/>
                  <a:gd name="connsiteX2" fmla="*/ 18292 w 19644"/>
                  <a:gd name="connsiteY2" fmla="*/ 14147 h 19882"/>
                  <a:gd name="connsiteX3" fmla="*/ 14387 w 19644"/>
                  <a:gd name="connsiteY3" fmla="*/ 717 h 19882"/>
                  <a:gd name="connsiteX4" fmla="*/ 1347 w 19644"/>
                  <a:gd name="connsiteY4" fmla="*/ 4079 h 19882"/>
                  <a:gd name="connsiteX5" fmla="*/ 1147 w 19644"/>
                  <a:gd name="connsiteY5" fmla="*/ 4431 h 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644" h="19882">
                    <a:moveTo>
                      <a:pt x="1147" y="4431"/>
                    </a:moveTo>
                    <a:cubicBezTo>
                      <a:pt x="-1519" y="9222"/>
                      <a:pt x="128" y="15280"/>
                      <a:pt x="4862" y="18052"/>
                    </a:cubicBezTo>
                    <a:cubicBezTo>
                      <a:pt x="9653" y="20680"/>
                      <a:pt x="15663" y="18938"/>
                      <a:pt x="18292" y="14147"/>
                    </a:cubicBezTo>
                    <a:cubicBezTo>
                      <a:pt x="20921" y="9356"/>
                      <a:pt x="19178" y="3345"/>
                      <a:pt x="14387" y="717"/>
                    </a:cubicBezTo>
                    <a:cubicBezTo>
                      <a:pt x="9853" y="-1960"/>
                      <a:pt x="4015" y="-446"/>
                      <a:pt x="1347" y="4079"/>
                    </a:cubicBezTo>
                    <a:cubicBezTo>
                      <a:pt x="1271" y="4193"/>
                      <a:pt x="1214" y="4317"/>
                      <a:pt x="1147" y="4431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7" name="任意多边形 426"/>
              <p:cNvSpPr/>
              <p:nvPr/>
            </p:nvSpPr>
            <p:spPr>
              <a:xfrm flipH="1">
                <a:off x="3628620" y="4361375"/>
                <a:ext cx="298567" cy="230659"/>
              </a:xfrm>
              <a:custGeom>
                <a:avLst/>
                <a:gdLst>
                  <a:gd name="connsiteX0" fmla="*/ 186778 w 186906"/>
                  <a:gd name="connsiteY0" fmla="*/ 92357 h 144395"/>
                  <a:gd name="connsiteX1" fmla="*/ 166585 w 186906"/>
                  <a:gd name="connsiteY1" fmla="*/ 128362 h 144395"/>
                  <a:gd name="connsiteX2" fmla="*/ 61810 w 186906"/>
                  <a:gd name="connsiteY2" fmla="*/ 122742 h 144395"/>
                  <a:gd name="connsiteX3" fmla="*/ 3041 w 186906"/>
                  <a:gd name="connsiteY3" fmla="*/ 35493 h 144395"/>
                  <a:gd name="connsiteX4" fmla="*/ 23234 w 186906"/>
                  <a:gd name="connsiteY4" fmla="*/ -607 h 14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906" h="144395">
                    <a:moveTo>
                      <a:pt x="186778" y="92357"/>
                    </a:moveTo>
                    <a:lnTo>
                      <a:pt x="166585" y="128362"/>
                    </a:lnTo>
                    <a:cubicBezTo>
                      <a:pt x="154013" y="150936"/>
                      <a:pt x="107245" y="148460"/>
                      <a:pt x="61810" y="122742"/>
                    </a:cubicBezTo>
                    <a:cubicBezTo>
                      <a:pt x="16377" y="97024"/>
                      <a:pt x="-9532" y="58067"/>
                      <a:pt x="3041" y="35493"/>
                    </a:cubicBezTo>
                    <a:lnTo>
                      <a:pt x="23234" y="-607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8" name="任意多边形 427"/>
              <p:cNvSpPr/>
              <p:nvPr/>
            </p:nvSpPr>
            <p:spPr>
              <a:xfrm flipH="1">
                <a:off x="3622767" y="4336733"/>
                <a:ext cx="271510" cy="197725"/>
              </a:xfrm>
              <a:custGeom>
                <a:avLst/>
                <a:gdLst>
                  <a:gd name="connsiteX0" fmla="*/ 3014 w 169968"/>
                  <a:gd name="connsiteY0" fmla="*/ 14820 h 123778"/>
                  <a:gd name="connsiteX1" fmla="*/ 61783 w 169968"/>
                  <a:gd name="connsiteY1" fmla="*/ 102164 h 123778"/>
                  <a:gd name="connsiteX2" fmla="*/ 166558 w 169968"/>
                  <a:gd name="connsiteY2" fmla="*/ 107784 h 123778"/>
                  <a:gd name="connsiteX3" fmla="*/ 107884 w 169968"/>
                  <a:gd name="connsiteY3" fmla="*/ 20440 h 123778"/>
                  <a:gd name="connsiteX4" fmla="*/ 3014 w 169968"/>
                  <a:gd name="connsiteY4" fmla="*/ 14820 h 123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968" h="123778">
                    <a:moveTo>
                      <a:pt x="3014" y="14820"/>
                    </a:moveTo>
                    <a:cubicBezTo>
                      <a:pt x="-9559" y="37394"/>
                      <a:pt x="16730" y="76447"/>
                      <a:pt x="61783" y="102164"/>
                    </a:cubicBezTo>
                    <a:cubicBezTo>
                      <a:pt x="106836" y="127881"/>
                      <a:pt x="153604" y="130263"/>
                      <a:pt x="166558" y="107784"/>
                    </a:cubicBezTo>
                    <a:cubicBezTo>
                      <a:pt x="179512" y="85305"/>
                      <a:pt x="152937" y="46157"/>
                      <a:pt x="107884" y="20440"/>
                    </a:cubicBezTo>
                    <a:cubicBezTo>
                      <a:pt x="62831" y="-5278"/>
                      <a:pt x="15682" y="-7754"/>
                      <a:pt x="3014" y="14820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9" name="任意多边形 428"/>
              <p:cNvSpPr/>
              <p:nvPr/>
            </p:nvSpPr>
            <p:spPr>
              <a:xfrm flipH="1">
                <a:off x="3474641" y="3993924"/>
                <a:ext cx="335764" cy="473818"/>
              </a:xfrm>
              <a:custGeom>
                <a:avLst/>
                <a:gdLst>
                  <a:gd name="connsiteX0" fmla="*/ 210065 w 210192"/>
                  <a:gd name="connsiteY0" fmla="*/ 38160 h 296615"/>
                  <a:gd name="connsiteX1" fmla="*/ 69475 w 210192"/>
                  <a:gd name="connsiteY1" fmla="*/ 289524 h 296615"/>
                  <a:gd name="connsiteX2" fmla="*/ 25755 w 210192"/>
                  <a:gd name="connsiteY2" fmla="*/ 287238 h 296615"/>
                  <a:gd name="connsiteX3" fmla="*/ 1181 w 210192"/>
                  <a:gd name="connsiteY3" fmla="*/ 250758 h 296615"/>
                  <a:gd name="connsiteX4" fmla="*/ 141865 w 210192"/>
                  <a:gd name="connsiteY4" fmla="*/ -607 h 296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0192" h="296615">
                    <a:moveTo>
                      <a:pt x="210065" y="38160"/>
                    </a:moveTo>
                    <a:lnTo>
                      <a:pt x="69475" y="289524"/>
                    </a:lnTo>
                    <a:cubicBezTo>
                      <a:pt x="64142" y="299049"/>
                      <a:pt x="44615" y="297906"/>
                      <a:pt x="25755" y="287238"/>
                    </a:cubicBezTo>
                    <a:cubicBezTo>
                      <a:pt x="6896" y="276570"/>
                      <a:pt x="-4058" y="260188"/>
                      <a:pt x="1181" y="250758"/>
                    </a:cubicBezTo>
                    <a:lnTo>
                      <a:pt x="141865" y="-607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0" name="任意多边形 429"/>
              <p:cNvSpPr/>
              <p:nvPr/>
            </p:nvSpPr>
            <p:spPr>
              <a:xfrm flipH="1">
                <a:off x="3380153" y="3917542"/>
                <a:ext cx="298468" cy="230659"/>
              </a:xfrm>
              <a:custGeom>
                <a:avLst/>
                <a:gdLst>
                  <a:gd name="connsiteX0" fmla="*/ 186717 w 186844"/>
                  <a:gd name="connsiteY0" fmla="*/ 92357 h 144395"/>
                  <a:gd name="connsiteX1" fmla="*/ 166524 w 186844"/>
                  <a:gd name="connsiteY1" fmla="*/ 128361 h 144395"/>
                  <a:gd name="connsiteX2" fmla="*/ 61749 w 186844"/>
                  <a:gd name="connsiteY2" fmla="*/ 122742 h 144395"/>
                  <a:gd name="connsiteX3" fmla="*/ 3075 w 186844"/>
                  <a:gd name="connsiteY3" fmla="*/ 35493 h 144395"/>
                  <a:gd name="connsiteX4" fmla="*/ 23268 w 186844"/>
                  <a:gd name="connsiteY4" fmla="*/ -607 h 14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844" h="144395">
                    <a:moveTo>
                      <a:pt x="186717" y="92357"/>
                    </a:moveTo>
                    <a:lnTo>
                      <a:pt x="166524" y="128361"/>
                    </a:lnTo>
                    <a:cubicBezTo>
                      <a:pt x="153856" y="150936"/>
                      <a:pt x="107088" y="148460"/>
                      <a:pt x="61749" y="122742"/>
                    </a:cubicBezTo>
                    <a:cubicBezTo>
                      <a:pt x="16410" y="97024"/>
                      <a:pt x="-9593" y="58067"/>
                      <a:pt x="3075" y="35493"/>
                    </a:cubicBezTo>
                    <a:lnTo>
                      <a:pt x="23268" y="-607"/>
                    </a:ln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1" name="任意多边形 430"/>
              <p:cNvSpPr/>
              <p:nvPr/>
            </p:nvSpPr>
            <p:spPr>
              <a:xfrm flipH="1">
                <a:off x="3374463" y="3892961"/>
                <a:ext cx="271412" cy="197971"/>
              </a:xfrm>
              <a:custGeom>
                <a:avLst/>
                <a:gdLst>
                  <a:gd name="connsiteX0" fmla="*/ 3055 w 169907"/>
                  <a:gd name="connsiteY0" fmla="*/ 14781 h 123932"/>
                  <a:gd name="connsiteX1" fmla="*/ 61729 w 169907"/>
                  <a:gd name="connsiteY1" fmla="*/ 102125 h 123932"/>
                  <a:gd name="connsiteX2" fmla="*/ 166504 w 169907"/>
                  <a:gd name="connsiteY2" fmla="*/ 107745 h 123932"/>
                  <a:gd name="connsiteX3" fmla="*/ 107734 w 169907"/>
                  <a:gd name="connsiteY3" fmla="*/ 20401 h 123932"/>
                  <a:gd name="connsiteX4" fmla="*/ 3055 w 169907"/>
                  <a:gd name="connsiteY4" fmla="*/ 14781 h 123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907" h="123932">
                    <a:moveTo>
                      <a:pt x="3055" y="14781"/>
                    </a:moveTo>
                    <a:cubicBezTo>
                      <a:pt x="-9613" y="37355"/>
                      <a:pt x="16675" y="76408"/>
                      <a:pt x="61729" y="102125"/>
                    </a:cubicBezTo>
                    <a:cubicBezTo>
                      <a:pt x="106782" y="127843"/>
                      <a:pt x="153549" y="130700"/>
                      <a:pt x="166504" y="107745"/>
                    </a:cubicBezTo>
                    <a:cubicBezTo>
                      <a:pt x="179458" y="84790"/>
                      <a:pt x="152788" y="46118"/>
                      <a:pt x="107734" y="20401"/>
                    </a:cubicBezTo>
                    <a:cubicBezTo>
                      <a:pt x="62681" y="-5316"/>
                      <a:pt x="15723" y="-7698"/>
                      <a:pt x="3055" y="14781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2" name="任意多边形 431"/>
              <p:cNvSpPr/>
              <p:nvPr/>
            </p:nvSpPr>
            <p:spPr>
              <a:xfrm flipH="1">
                <a:off x="3458535" y="3954933"/>
                <a:ext cx="104027" cy="73810"/>
              </a:xfrm>
              <a:custGeom>
                <a:avLst/>
                <a:gdLst>
                  <a:gd name="connsiteX0" fmla="*/ 906 w 65122"/>
                  <a:gd name="connsiteY0" fmla="*/ 4562 h 46206"/>
                  <a:gd name="connsiteX1" fmla="*/ 24338 w 65122"/>
                  <a:gd name="connsiteY1" fmla="*/ 37042 h 46206"/>
                  <a:gd name="connsiteX2" fmla="*/ 63961 w 65122"/>
                  <a:gd name="connsiteY2" fmla="*/ 40471 h 46206"/>
                  <a:gd name="connsiteX3" fmla="*/ 40530 w 65122"/>
                  <a:gd name="connsiteY3" fmla="*/ 7990 h 46206"/>
                  <a:gd name="connsiteX4" fmla="*/ 906 w 65122"/>
                  <a:gd name="connsiteY4" fmla="*/ 4562 h 46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22" h="46206">
                    <a:moveTo>
                      <a:pt x="906" y="4562"/>
                    </a:moveTo>
                    <a:cubicBezTo>
                      <a:pt x="-3571" y="12563"/>
                      <a:pt x="6907" y="27136"/>
                      <a:pt x="24338" y="37042"/>
                    </a:cubicBezTo>
                    <a:cubicBezTo>
                      <a:pt x="41768" y="46948"/>
                      <a:pt x="59485" y="48472"/>
                      <a:pt x="63961" y="40471"/>
                    </a:cubicBezTo>
                    <a:cubicBezTo>
                      <a:pt x="68438" y="32470"/>
                      <a:pt x="57961" y="17897"/>
                      <a:pt x="40530" y="7990"/>
                    </a:cubicBezTo>
                    <a:cubicBezTo>
                      <a:pt x="23099" y="-1915"/>
                      <a:pt x="5383" y="-3534"/>
                      <a:pt x="906" y="4562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3" name="任意多边形 432"/>
              <p:cNvSpPr/>
              <p:nvPr/>
            </p:nvSpPr>
            <p:spPr>
              <a:xfrm flipH="1">
                <a:off x="4582170" y="1354052"/>
                <a:ext cx="670781" cy="688343"/>
              </a:xfrm>
              <a:custGeom>
                <a:avLst/>
                <a:gdLst>
                  <a:gd name="connsiteX0" fmla="*/ 1356 w 419916"/>
                  <a:gd name="connsiteY0" fmla="*/ 163985 h 430910"/>
                  <a:gd name="connsiteX1" fmla="*/ 31169 w 419916"/>
                  <a:gd name="connsiteY1" fmla="*/ 96167 h 430910"/>
                  <a:gd name="connsiteX2" fmla="*/ 21644 w 419916"/>
                  <a:gd name="connsiteY2" fmla="*/ 22158 h 430910"/>
                  <a:gd name="connsiteX3" fmla="*/ 258245 w 419916"/>
                  <a:gd name="connsiteY3" fmla="*/ -607 h 430910"/>
                  <a:gd name="connsiteX4" fmla="*/ 265960 w 419916"/>
                  <a:gd name="connsiteY4" fmla="*/ 80927 h 430910"/>
                  <a:gd name="connsiteX5" fmla="*/ 419789 w 419916"/>
                  <a:gd name="connsiteY5" fmla="*/ 322862 h 430910"/>
                  <a:gd name="connsiteX6" fmla="*/ 218811 w 419916"/>
                  <a:gd name="connsiteY6" fmla="*/ 430304 h 430910"/>
                  <a:gd name="connsiteX7" fmla="*/ 166519 w 419916"/>
                  <a:gd name="connsiteY7" fmla="*/ 321910 h 430910"/>
                  <a:gd name="connsiteX8" fmla="*/ 162614 w 419916"/>
                  <a:gd name="connsiteY8" fmla="*/ 323529 h 430910"/>
                  <a:gd name="connsiteX9" fmla="*/ 56124 w 419916"/>
                  <a:gd name="connsiteY9" fmla="*/ 278276 h 430910"/>
                  <a:gd name="connsiteX10" fmla="*/ 50695 w 419916"/>
                  <a:gd name="connsiteY10" fmla="*/ 256854 h 430910"/>
                  <a:gd name="connsiteX11" fmla="*/ 42504 w 419916"/>
                  <a:gd name="connsiteY11" fmla="*/ 190179 h 430910"/>
                  <a:gd name="connsiteX12" fmla="*/ 15834 w 419916"/>
                  <a:gd name="connsiteY12" fmla="*/ 188274 h 430910"/>
                  <a:gd name="connsiteX13" fmla="*/ -73 w 419916"/>
                  <a:gd name="connsiteY13" fmla="*/ 169614 h 430910"/>
                  <a:gd name="connsiteX14" fmla="*/ 1356 w 419916"/>
                  <a:gd name="connsiteY14" fmla="*/ 163985 h 430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19916" h="430910">
                    <a:moveTo>
                      <a:pt x="1356" y="163985"/>
                    </a:moveTo>
                    <a:lnTo>
                      <a:pt x="31169" y="96167"/>
                    </a:lnTo>
                    <a:lnTo>
                      <a:pt x="21644" y="22158"/>
                    </a:lnTo>
                    <a:lnTo>
                      <a:pt x="258245" y="-607"/>
                    </a:lnTo>
                    <a:lnTo>
                      <a:pt x="265960" y="80927"/>
                    </a:lnTo>
                    <a:lnTo>
                      <a:pt x="419789" y="322862"/>
                    </a:lnTo>
                    <a:lnTo>
                      <a:pt x="218811" y="430304"/>
                    </a:lnTo>
                    <a:lnTo>
                      <a:pt x="166519" y="321910"/>
                    </a:lnTo>
                    <a:lnTo>
                      <a:pt x="162614" y="323529"/>
                    </a:lnTo>
                    <a:cubicBezTo>
                      <a:pt x="120713" y="340436"/>
                      <a:pt x="73031" y="320176"/>
                      <a:pt x="56124" y="278276"/>
                    </a:cubicBezTo>
                    <a:cubicBezTo>
                      <a:pt x="53353" y="271408"/>
                      <a:pt x="51524" y="264207"/>
                      <a:pt x="50695" y="256854"/>
                    </a:cubicBezTo>
                    <a:lnTo>
                      <a:pt x="42504" y="190179"/>
                    </a:lnTo>
                    <a:lnTo>
                      <a:pt x="15834" y="188274"/>
                    </a:lnTo>
                    <a:cubicBezTo>
                      <a:pt x="6290" y="187512"/>
                      <a:pt x="-826" y="179158"/>
                      <a:pt x="-73" y="169614"/>
                    </a:cubicBezTo>
                    <a:cubicBezTo>
                      <a:pt x="89" y="167671"/>
                      <a:pt x="565" y="165766"/>
                      <a:pt x="1356" y="163985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4" name="任意多边形 433"/>
              <p:cNvSpPr/>
              <p:nvPr/>
            </p:nvSpPr>
            <p:spPr>
              <a:xfrm flipH="1">
                <a:off x="4945009" y="1577583"/>
                <a:ext cx="115335" cy="115318"/>
              </a:xfrm>
              <a:custGeom>
                <a:avLst/>
                <a:gdLst>
                  <a:gd name="connsiteX0" fmla="*/ -60 w 72201"/>
                  <a:gd name="connsiteY0" fmla="*/ 33292 h 72190"/>
                  <a:gd name="connsiteX1" fmla="*/ 33782 w 72201"/>
                  <a:gd name="connsiteY1" fmla="*/ 71516 h 72190"/>
                  <a:gd name="connsiteX2" fmla="*/ 72006 w 72201"/>
                  <a:gd name="connsiteY2" fmla="*/ 37673 h 72190"/>
                  <a:gd name="connsiteX3" fmla="*/ 38611 w 72201"/>
                  <a:gd name="connsiteY3" fmla="*/ -522 h 72190"/>
                  <a:gd name="connsiteX4" fmla="*/ -60 w 72201"/>
                  <a:gd name="connsiteY4" fmla="*/ 33225 h 72190"/>
                  <a:gd name="connsiteX5" fmla="*/ -60 w 72201"/>
                  <a:gd name="connsiteY5" fmla="*/ 33292 h 72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201" h="72190">
                    <a:moveTo>
                      <a:pt x="-60" y="33292"/>
                    </a:moveTo>
                    <a:cubicBezTo>
                      <a:pt x="-1270" y="53190"/>
                      <a:pt x="13884" y="70306"/>
                      <a:pt x="33782" y="71516"/>
                    </a:cubicBezTo>
                    <a:cubicBezTo>
                      <a:pt x="53680" y="72726"/>
                      <a:pt x="70796" y="57571"/>
                      <a:pt x="72006" y="37673"/>
                    </a:cubicBezTo>
                    <a:cubicBezTo>
                      <a:pt x="73206" y="17947"/>
                      <a:pt x="58319" y="926"/>
                      <a:pt x="38611" y="-522"/>
                    </a:cubicBezTo>
                    <a:cubicBezTo>
                      <a:pt x="18618" y="-1884"/>
                      <a:pt x="1302" y="13232"/>
                      <a:pt x="-60" y="33225"/>
                    </a:cubicBezTo>
                    <a:cubicBezTo>
                      <a:pt x="-60" y="33244"/>
                      <a:pt x="-60" y="33273"/>
                      <a:pt x="-60" y="33292"/>
                    </a:cubicBezTo>
                    <a:close/>
                  </a:path>
                </a:pathLst>
              </a:custGeom>
              <a:solidFill>
                <a:srgbClr val="E9A891">
                  <a:alpha val="42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5" name="任意多边形 434"/>
              <p:cNvSpPr/>
              <p:nvPr/>
            </p:nvSpPr>
            <p:spPr>
              <a:xfrm flipH="1">
                <a:off x="4797214" y="1793789"/>
                <a:ext cx="189532" cy="249216"/>
              </a:xfrm>
              <a:custGeom>
                <a:avLst/>
                <a:gdLst>
                  <a:gd name="connsiteX0" fmla="*/ -128 w 118649"/>
                  <a:gd name="connsiteY0" fmla="*/ 46630 h 156012"/>
                  <a:gd name="connsiteX1" fmla="*/ 68262 w 118649"/>
                  <a:gd name="connsiteY1" fmla="*/ 6149 h 156012"/>
                  <a:gd name="connsiteX2" fmla="*/ 111763 w 118649"/>
                  <a:gd name="connsiteY2" fmla="*/ 11044 h 156012"/>
                  <a:gd name="connsiteX3" fmla="*/ 118363 w 118649"/>
                  <a:gd name="connsiteY3" fmla="*/ 33486 h 156012"/>
                  <a:gd name="connsiteX4" fmla="*/ 52165 w 118649"/>
                  <a:gd name="connsiteY4" fmla="*/ 155405 h 156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649" h="156012">
                    <a:moveTo>
                      <a:pt x="-128" y="46630"/>
                    </a:moveTo>
                    <a:cubicBezTo>
                      <a:pt x="24009" y="35534"/>
                      <a:pt x="46926" y="21970"/>
                      <a:pt x="68262" y="6149"/>
                    </a:cubicBezTo>
                    <a:cubicBezTo>
                      <a:pt x="81625" y="-4510"/>
                      <a:pt x="101104" y="-2319"/>
                      <a:pt x="111763" y="11044"/>
                    </a:cubicBezTo>
                    <a:cubicBezTo>
                      <a:pt x="116811" y="17369"/>
                      <a:pt x="119182" y="25427"/>
                      <a:pt x="118363" y="33486"/>
                    </a:cubicBezTo>
                    <a:cubicBezTo>
                      <a:pt x="114077" y="74538"/>
                      <a:pt x="103123" y="133213"/>
                      <a:pt x="52165" y="155405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6" name="任意多边形 435"/>
              <p:cNvSpPr/>
              <p:nvPr/>
            </p:nvSpPr>
            <p:spPr>
              <a:xfrm flipH="1">
                <a:off x="4618974" y="1307494"/>
                <a:ext cx="407789" cy="368455"/>
              </a:xfrm>
              <a:custGeom>
                <a:avLst/>
                <a:gdLst>
                  <a:gd name="connsiteX0" fmla="*/ -128 w 255280"/>
                  <a:gd name="connsiteY0" fmla="*/ 27206 h 230657"/>
                  <a:gd name="connsiteX1" fmla="*/ 131699 w 255280"/>
                  <a:gd name="connsiteY1" fmla="*/ 165890 h 230657"/>
                  <a:gd name="connsiteX2" fmla="*/ 174561 w 255280"/>
                  <a:gd name="connsiteY2" fmla="*/ 223040 h 230657"/>
                  <a:gd name="connsiteX3" fmla="*/ 201364 w 255280"/>
                  <a:gd name="connsiteY3" fmla="*/ 225764 h 230657"/>
                  <a:gd name="connsiteX4" fmla="*/ 204089 w 255280"/>
                  <a:gd name="connsiteY4" fmla="*/ 223040 h 230657"/>
                  <a:gd name="connsiteX5" fmla="*/ 246665 w 255280"/>
                  <a:gd name="connsiteY5" fmla="*/ -607 h 230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5280" h="230657">
                    <a:moveTo>
                      <a:pt x="-128" y="27206"/>
                    </a:moveTo>
                    <a:cubicBezTo>
                      <a:pt x="-128" y="27206"/>
                      <a:pt x="15589" y="182178"/>
                      <a:pt x="131699" y="165890"/>
                    </a:cubicBezTo>
                    <a:lnTo>
                      <a:pt x="174561" y="223040"/>
                    </a:lnTo>
                    <a:cubicBezTo>
                      <a:pt x="181209" y="231194"/>
                      <a:pt x="193211" y="232413"/>
                      <a:pt x="201364" y="225764"/>
                    </a:cubicBezTo>
                    <a:cubicBezTo>
                      <a:pt x="202364" y="224954"/>
                      <a:pt x="203279" y="224040"/>
                      <a:pt x="204089" y="223040"/>
                    </a:cubicBezTo>
                    <a:cubicBezTo>
                      <a:pt x="262762" y="150079"/>
                      <a:pt x="261239" y="59210"/>
                      <a:pt x="246665" y="-607"/>
                    </a:cubicBezTo>
                    <a:close/>
                  </a:path>
                </a:pathLst>
              </a:custGeom>
              <a:solidFill>
                <a:srgbClr val="05050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7" name="任意多边形 436"/>
              <p:cNvSpPr/>
              <p:nvPr/>
            </p:nvSpPr>
            <p:spPr>
              <a:xfrm flipH="1">
                <a:off x="5099471" y="1489756"/>
                <a:ext cx="60874" cy="60870"/>
              </a:xfrm>
              <a:custGeom>
                <a:avLst/>
                <a:gdLst>
                  <a:gd name="connsiteX0" fmla="*/ 343 w 38108"/>
                  <a:gd name="connsiteY0" fmla="*/ 14263 h 38105"/>
                  <a:gd name="connsiteX1" fmla="*/ 14745 w 38108"/>
                  <a:gd name="connsiteY1" fmla="*/ 37028 h 38105"/>
                  <a:gd name="connsiteX2" fmla="*/ 37510 w 38108"/>
                  <a:gd name="connsiteY2" fmla="*/ 22636 h 38105"/>
                  <a:gd name="connsiteX3" fmla="*/ 23584 w 38108"/>
                  <a:gd name="connsiteY3" fmla="*/ -24 h 38105"/>
                  <a:gd name="connsiteX4" fmla="*/ 457 w 38108"/>
                  <a:gd name="connsiteY4" fmla="*/ 13787 h 38105"/>
                  <a:gd name="connsiteX5" fmla="*/ 343 w 38108"/>
                  <a:gd name="connsiteY5" fmla="*/ 14263 h 38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8" h="38105">
                    <a:moveTo>
                      <a:pt x="343" y="14263"/>
                    </a:moveTo>
                    <a:cubicBezTo>
                      <a:pt x="-1972" y="24531"/>
                      <a:pt x="4477" y="34723"/>
                      <a:pt x="14745" y="37028"/>
                    </a:cubicBezTo>
                    <a:cubicBezTo>
                      <a:pt x="25003" y="39343"/>
                      <a:pt x="35204" y="32894"/>
                      <a:pt x="37510" y="22636"/>
                    </a:cubicBezTo>
                    <a:cubicBezTo>
                      <a:pt x="39786" y="12549"/>
                      <a:pt x="33604" y="2500"/>
                      <a:pt x="23584" y="-24"/>
                    </a:cubicBezTo>
                    <a:cubicBezTo>
                      <a:pt x="13382" y="-2596"/>
                      <a:pt x="3029" y="3586"/>
                      <a:pt x="457" y="13787"/>
                    </a:cubicBezTo>
                    <a:cubicBezTo>
                      <a:pt x="419" y="13949"/>
                      <a:pt x="381" y="14102"/>
                      <a:pt x="343" y="14263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8" name="任意多边形 437"/>
              <p:cNvSpPr/>
              <p:nvPr/>
            </p:nvSpPr>
            <p:spPr>
              <a:xfrm flipH="1">
                <a:off x="5078952" y="1443269"/>
                <a:ext cx="95096" cy="32809"/>
              </a:xfrm>
              <a:custGeom>
                <a:avLst/>
                <a:gdLst>
                  <a:gd name="connsiteX0" fmla="*/ 7587 w 59531"/>
                  <a:gd name="connsiteY0" fmla="*/ 19932 h 20539"/>
                  <a:gd name="connsiteX1" fmla="*/ 52450 w 59531"/>
                  <a:gd name="connsiteY1" fmla="*/ 18980 h 20539"/>
                  <a:gd name="connsiteX2" fmla="*/ 59404 w 59531"/>
                  <a:gd name="connsiteY2" fmla="*/ 6312 h 20539"/>
                  <a:gd name="connsiteX3" fmla="*/ -128 w 59531"/>
                  <a:gd name="connsiteY3" fmla="*/ 7741 h 20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531" h="20539">
                    <a:moveTo>
                      <a:pt x="7587" y="19932"/>
                    </a:moveTo>
                    <a:cubicBezTo>
                      <a:pt x="21447" y="12151"/>
                      <a:pt x="38277" y="11789"/>
                      <a:pt x="52450" y="18980"/>
                    </a:cubicBezTo>
                    <a:lnTo>
                      <a:pt x="59404" y="6312"/>
                    </a:lnTo>
                    <a:cubicBezTo>
                      <a:pt x="40611" y="-3394"/>
                      <a:pt x="18170" y="-2861"/>
                      <a:pt x="-128" y="7741"/>
                    </a:cubicBezTo>
                    <a:close/>
                  </a:path>
                </a:pathLst>
              </a:custGeom>
              <a:solidFill>
                <a:srgbClr val="11111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9" name="任意多边形 438"/>
              <p:cNvSpPr/>
              <p:nvPr/>
            </p:nvSpPr>
            <p:spPr>
              <a:xfrm flipH="1">
                <a:off x="4475205" y="1813710"/>
                <a:ext cx="521582" cy="278746"/>
              </a:xfrm>
              <a:custGeom>
                <a:avLst/>
                <a:gdLst>
                  <a:gd name="connsiteX0" fmla="*/ 326517 w 326516"/>
                  <a:gd name="connsiteY0" fmla="*/ 0 h 174498"/>
                  <a:gd name="connsiteX1" fmla="*/ 0 w 326516"/>
                  <a:gd name="connsiteY1" fmla="*/ 174498 h 174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26516" h="174498">
                    <a:moveTo>
                      <a:pt x="326517" y="0"/>
                    </a:moveTo>
                    <a:lnTo>
                      <a:pt x="0" y="174498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0" name="任意多边形 439"/>
              <p:cNvSpPr/>
              <p:nvPr/>
            </p:nvSpPr>
            <p:spPr>
              <a:xfrm flipH="1">
                <a:off x="4728723" y="1458384"/>
                <a:ext cx="172029" cy="191006"/>
              </a:xfrm>
              <a:custGeom>
                <a:avLst/>
                <a:gdLst>
                  <a:gd name="connsiteX0" fmla="*/ 5952 w 107692"/>
                  <a:gd name="connsiteY0" fmla="*/ 37522 h 119572"/>
                  <a:gd name="connsiteX1" fmla="*/ 28812 w 107692"/>
                  <a:gd name="connsiteY1" fmla="*/ 114865 h 119572"/>
                  <a:gd name="connsiteX2" fmla="*/ 101488 w 107692"/>
                  <a:gd name="connsiteY2" fmla="*/ 80860 h 119572"/>
                  <a:gd name="connsiteX3" fmla="*/ 78532 w 107692"/>
                  <a:gd name="connsiteY3" fmla="*/ 3517 h 119572"/>
                  <a:gd name="connsiteX4" fmla="*/ 5952 w 107692"/>
                  <a:gd name="connsiteY4" fmla="*/ 37522 h 119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692" h="119572">
                    <a:moveTo>
                      <a:pt x="5952" y="37522"/>
                    </a:moveTo>
                    <a:cubicBezTo>
                      <a:pt x="-7764" y="68287"/>
                      <a:pt x="2523" y="102863"/>
                      <a:pt x="28812" y="114865"/>
                    </a:cubicBezTo>
                    <a:cubicBezTo>
                      <a:pt x="55101" y="126866"/>
                      <a:pt x="87772" y="111627"/>
                      <a:pt x="101488" y="80860"/>
                    </a:cubicBezTo>
                    <a:cubicBezTo>
                      <a:pt x="115203" y="50095"/>
                      <a:pt x="104917" y="15519"/>
                      <a:pt x="78532" y="3517"/>
                    </a:cubicBezTo>
                    <a:cubicBezTo>
                      <a:pt x="52148" y="-8484"/>
                      <a:pt x="19668" y="6566"/>
                      <a:pt x="5952" y="37522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1" name="任意多边形 440"/>
              <p:cNvSpPr/>
              <p:nvPr/>
            </p:nvSpPr>
            <p:spPr>
              <a:xfrm flipH="1">
                <a:off x="4762929" y="1518046"/>
                <a:ext cx="109854" cy="56477"/>
              </a:xfrm>
              <a:custGeom>
                <a:avLst/>
                <a:gdLst>
                  <a:gd name="connsiteX0" fmla="*/ 68642 w 68770"/>
                  <a:gd name="connsiteY0" fmla="*/ 5507 h 35355"/>
                  <a:gd name="connsiteX1" fmla="*/ -128 w 68770"/>
                  <a:gd name="connsiteY1" fmla="*/ 34749 h 35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770" h="35355">
                    <a:moveTo>
                      <a:pt x="68642" y="5507"/>
                    </a:moveTo>
                    <a:cubicBezTo>
                      <a:pt x="68642" y="5507"/>
                      <a:pt x="40068" y="-20496"/>
                      <a:pt x="-128" y="3474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2" name="任意多边形 441"/>
              <p:cNvSpPr/>
              <p:nvPr/>
            </p:nvSpPr>
            <p:spPr>
              <a:xfrm flipH="1">
                <a:off x="4428417" y="1260406"/>
                <a:ext cx="234851" cy="99123"/>
              </a:xfrm>
              <a:custGeom>
                <a:avLst/>
                <a:gdLst>
                  <a:gd name="connsiteX0" fmla="*/ 125031 w 147019"/>
                  <a:gd name="connsiteY0" fmla="*/ 48587 h 62052"/>
                  <a:gd name="connsiteX1" fmla="*/ 4921 w 147019"/>
                  <a:gd name="connsiteY1" fmla="*/ 61445 h 62052"/>
                  <a:gd name="connsiteX2" fmla="*/ -128 w 147019"/>
                  <a:gd name="connsiteY2" fmla="*/ 12391 h 62052"/>
                  <a:gd name="connsiteX3" fmla="*/ 119888 w 147019"/>
                  <a:gd name="connsiteY3" fmla="*/ -467 h 62052"/>
                  <a:gd name="connsiteX4" fmla="*/ 146720 w 147019"/>
                  <a:gd name="connsiteY4" fmla="*/ 21193 h 62052"/>
                  <a:gd name="connsiteX5" fmla="*/ 146748 w 147019"/>
                  <a:gd name="connsiteY5" fmla="*/ 21440 h 62052"/>
                  <a:gd name="connsiteX6" fmla="*/ 146748 w 147019"/>
                  <a:gd name="connsiteY6" fmla="*/ 21440 h 62052"/>
                  <a:gd name="connsiteX7" fmla="*/ 125031 w 147019"/>
                  <a:gd name="connsiteY7" fmla="*/ 48587 h 62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7019" h="62052">
                    <a:moveTo>
                      <a:pt x="125031" y="48587"/>
                    </a:moveTo>
                    <a:lnTo>
                      <a:pt x="4921" y="61445"/>
                    </a:lnTo>
                    <a:lnTo>
                      <a:pt x="-128" y="12391"/>
                    </a:lnTo>
                    <a:lnTo>
                      <a:pt x="119888" y="-467"/>
                    </a:lnTo>
                    <a:cubicBezTo>
                      <a:pt x="133280" y="-1896"/>
                      <a:pt x="145291" y="7800"/>
                      <a:pt x="146720" y="21193"/>
                    </a:cubicBezTo>
                    <a:cubicBezTo>
                      <a:pt x="146729" y="21269"/>
                      <a:pt x="146738" y="21355"/>
                      <a:pt x="146748" y="21440"/>
                    </a:cubicBezTo>
                    <a:lnTo>
                      <a:pt x="146748" y="21440"/>
                    </a:lnTo>
                    <a:cubicBezTo>
                      <a:pt x="148196" y="34918"/>
                      <a:pt x="138499" y="47043"/>
                      <a:pt x="125031" y="4858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3" name="任意多边形 442"/>
              <p:cNvSpPr/>
              <p:nvPr/>
            </p:nvSpPr>
            <p:spPr>
              <a:xfrm flipH="1">
                <a:off x="4576844" y="1273715"/>
                <a:ext cx="86879" cy="85815"/>
              </a:xfrm>
              <a:custGeom>
                <a:avLst/>
                <a:gdLst>
                  <a:gd name="connsiteX0" fmla="*/ 43306 w 54387"/>
                  <a:gd name="connsiteY0" fmla="*/ -607 h 53721"/>
                  <a:gd name="connsiteX1" fmla="*/ 54260 w 54387"/>
                  <a:gd name="connsiteY1" fmla="*/ 47876 h 53721"/>
                  <a:gd name="connsiteX2" fmla="*/ 4920 w 54387"/>
                  <a:gd name="connsiteY2" fmla="*/ 53114 h 53721"/>
                  <a:gd name="connsiteX3" fmla="*/ -128 w 54387"/>
                  <a:gd name="connsiteY3" fmla="*/ 4060 h 53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87" h="53721">
                    <a:moveTo>
                      <a:pt x="43306" y="-607"/>
                    </a:moveTo>
                    <a:cubicBezTo>
                      <a:pt x="48840" y="15071"/>
                      <a:pt x="52517" y="31340"/>
                      <a:pt x="54260" y="47876"/>
                    </a:cubicBezTo>
                    <a:lnTo>
                      <a:pt x="4920" y="53114"/>
                    </a:lnTo>
                    <a:lnTo>
                      <a:pt x="-128" y="4060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4" name="任意多边形 443"/>
              <p:cNvSpPr/>
              <p:nvPr/>
            </p:nvSpPr>
            <p:spPr>
              <a:xfrm flipH="1">
                <a:off x="4612144" y="1061913"/>
                <a:ext cx="882493" cy="387538"/>
              </a:xfrm>
              <a:custGeom>
                <a:avLst/>
                <a:gdLst>
                  <a:gd name="connsiteX0" fmla="*/ 168465 w 552450"/>
                  <a:gd name="connsiteY0" fmla="*/ 189324 h 242603"/>
                  <a:gd name="connsiteX1" fmla="*/ 339915 w 552450"/>
                  <a:gd name="connsiteY1" fmla="*/ 443 h 242603"/>
                  <a:gd name="connsiteX2" fmla="*/ 552323 w 552450"/>
                  <a:gd name="connsiteY2" fmla="*/ 182847 h 242603"/>
                  <a:gd name="connsiteX3" fmla="*/ -128 w 552450"/>
                  <a:gd name="connsiteY3" fmla="*/ 241997 h 242603"/>
                  <a:gd name="connsiteX4" fmla="*/ 168465 w 552450"/>
                  <a:gd name="connsiteY4" fmla="*/ 189324 h 2426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2450" h="242603">
                    <a:moveTo>
                      <a:pt x="168465" y="189324"/>
                    </a:moveTo>
                    <a:cubicBezTo>
                      <a:pt x="173894" y="91978"/>
                      <a:pt x="244665" y="10540"/>
                      <a:pt x="339915" y="443"/>
                    </a:cubicBezTo>
                    <a:cubicBezTo>
                      <a:pt x="445547" y="-10892"/>
                      <a:pt x="540702" y="70833"/>
                      <a:pt x="552323" y="182847"/>
                    </a:cubicBezTo>
                    <a:lnTo>
                      <a:pt x="-128" y="241997"/>
                    </a:lnTo>
                    <a:cubicBezTo>
                      <a:pt x="-128" y="241997"/>
                      <a:pt x="16827" y="210089"/>
                      <a:pt x="168465" y="18932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5" name="任意多边形 444"/>
              <p:cNvSpPr/>
              <p:nvPr/>
            </p:nvSpPr>
            <p:spPr>
              <a:xfrm flipH="1">
                <a:off x="4630402" y="1167359"/>
                <a:ext cx="121538" cy="123092"/>
              </a:xfrm>
              <a:custGeom>
                <a:avLst/>
                <a:gdLst>
                  <a:gd name="connsiteX0" fmla="*/ 75957 w 76084"/>
                  <a:gd name="connsiteY0" fmla="*/ 68354 h 77057"/>
                  <a:gd name="connsiteX1" fmla="*/ 328 w 76084"/>
                  <a:gd name="connsiteY1" fmla="*/ 76451 h 77057"/>
                  <a:gd name="connsiteX2" fmla="*/ 35856 w 76084"/>
                  <a:gd name="connsiteY2" fmla="*/ -607 h 77057"/>
                  <a:gd name="connsiteX3" fmla="*/ 75957 w 76084"/>
                  <a:gd name="connsiteY3" fmla="*/ 68354 h 7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084" h="77057">
                    <a:moveTo>
                      <a:pt x="75957" y="68354"/>
                    </a:moveTo>
                    <a:lnTo>
                      <a:pt x="328" y="76451"/>
                    </a:lnTo>
                    <a:cubicBezTo>
                      <a:pt x="-2853" y="46190"/>
                      <a:pt x="10777" y="16624"/>
                      <a:pt x="35856" y="-607"/>
                    </a:cubicBezTo>
                    <a:cubicBezTo>
                      <a:pt x="53544" y="19586"/>
                      <a:pt x="67156" y="42999"/>
                      <a:pt x="75957" y="68354"/>
                    </a:cubicBezTo>
                    <a:close/>
                  </a:path>
                </a:pathLst>
              </a:custGeom>
              <a:solidFill>
                <a:srgbClr val="07070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6" name="任意多边形 445"/>
              <p:cNvSpPr/>
              <p:nvPr/>
            </p:nvSpPr>
            <p:spPr>
              <a:xfrm flipH="1">
                <a:off x="5008460" y="1651818"/>
                <a:ext cx="138656" cy="145031"/>
              </a:xfrm>
              <a:custGeom>
                <a:avLst/>
                <a:gdLst>
                  <a:gd name="connsiteX0" fmla="*/ -128 w 86800"/>
                  <a:gd name="connsiteY0" fmla="*/ -607 h 90791"/>
                  <a:gd name="connsiteX1" fmla="*/ 86073 w 86800"/>
                  <a:gd name="connsiteY1" fmla="*/ 5584 h 90791"/>
                  <a:gd name="connsiteX2" fmla="*/ 53879 w 86800"/>
                  <a:gd name="connsiteY2" fmla="*/ 90071 h 90791"/>
                  <a:gd name="connsiteX3" fmla="*/ -128 w 86800"/>
                  <a:gd name="connsiteY3" fmla="*/ -607 h 9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800" h="90791">
                    <a:moveTo>
                      <a:pt x="-128" y="-607"/>
                    </a:moveTo>
                    <a:lnTo>
                      <a:pt x="86073" y="5584"/>
                    </a:lnTo>
                    <a:cubicBezTo>
                      <a:pt x="86073" y="5584"/>
                      <a:pt x="93789" y="93786"/>
                      <a:pt x="53879" y="90071"/>
                    </a:cubicBezTo>
                    <a:cubicBezTo>
                      <a:pt x="16636" y="86547"/>
                      <a:pt x="-128" y="-607"/>
                      <a:pt x="-128" y="-607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7" name="任意多边形 446"/>
              <p:cNvSpPr/>
              <p:nvPr/>
            </p:nvSpPr>
            <p:spPr>
              <a:xfrm flipH="1">
                <a:off x="5008808" y="1704945"/>
                <a:ext cx="115180" cy="91621"/>
              </a:xfrm>
              <a:custGeom>
                <a:avLst/>
                <a:gdLst>
                  <a:gd name="connsiteX0" fmla="*/ 71977 w 72104"/>
                  <a:gd name="connsiteY0" fmla="*/ -528 h 57356"/>
                  <a:gd name="connsiteX1" fmla="*/ 39401 w 72104"/>
                  <a:gd name="connsiteY1" fmla="*/ 56622 h 57356"/>
                  <a:gd name="connsiteX2" fmla="*/ -128 w 72104"/>
                  <a:gd name="connsiteY2" fmla="*/ 13378 h 57356"/>
                  <a:gd name="connsiteX3" fmla="*/ 71977 w 72104"/>
                  <a:gd name="connsiteY3" fmla="*/ -528 h 57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04" h="57356">
                    <a:moveTo>
                      <a:pt x="71977" y="-528"/>
                    </a:moveTo>
                    <a:cubicBezTo>
                      <a:pt x="70738" y="25095"/>
                      <a:pt x="64547" y="59098"/>
                      <a:pt x="39401" y="56622"/>
                    </a:cubicBezTo>
                    <a:cubicBezTo>
                      <a:pt x="21780" y="54908"/>
                      <a:pt x="8730" y="34429"/>
                      <a:pt x="-128" y="13378"/>
                    </a:cubicBezTo>
                    <a:cubicBezTo>
                      <a:pt x="22580" y="3463"/>
                      <a:pt x="47212" y="-1290"/>
                      <a:pt x="71977" y="-528"/>
                    </a:cubicBezTo>
                    <a:close/>
                  </a:path>
                </a:pathLst>
              </a:custGeom>
              <a:solidFill>
                <a:srgbClr val="E5772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2" name="任意多边形 511"/>
              <p:cNvSpPr/>
              <p:nvPr/>
            </p:nvSpPr>
            <p:spPr>
              <a:xfrm flipH="1">
                <a:off x="4137118" y="3837662"/>
                <a:ext cx="414006" cy="441368"/>
              </a:xfrm>
              <a:custGeom>
                <a:avLst/>
                <a:gdLst>
                  <a:gd name="connsiteX0" fmla="*/ 149222 w 259172"/>
                  <a:gd name="connsiteY0" fmla="*/ -607 h 276301"/>
                  <a:gd name="connsiteX1" fmla="*/ 84547 w 259172"/>
                  <a:gd name="connsiteY1" fmla="*/ 16443 h 276301"/>
                  <a:gd name="connsiteX2" fmla="*/ 20443 w 259172"/>
                  <a:gd name="connsiteY2" fmla="*/ 57019 h 276301"/>
                  <a:gd name="connsiteX3" fmla="*/ 4632 w 259172"/>
                  <a:gd name="connsiteY3" fmla="*/ 76069 h 276301"/>
                  <a:gd name="connsiteX4" fmla="*/ 1870 w 259172"/>
                  <a:gd name="connsiteY4" fmla="*/ 98358 h 276301"/>
                  <a:gd name="connsiteX5" fmla="*/ 1870 w 259172"/>
                  <a:gd name="connsiteY5" fmla="*/ 98358 h 276301"/>
                  <a:gd name="connsiteX6" fmla="*/ 29302 w 259172"/>
                  <a:gd name="connsiteY6" fmla="*/ 108455 h 276301"/>
                  <a:gd name="connsiteX7" fmla="*/ 30445 w 259172"/>
                  <a:gd name="connsiteY7" fmla="*/ 107883 h 276301"/>
                  <a:gd name="connsiteX8" fmla="*/ 54162 w 259172"/>
                  <a:gd name="connsiteY8" fmla="*/ 95215 h 276301"/>
                  <a:gd name="connsiteX9" fmla="*/ 23587 w 259172"/>
                  <a:gd name="connsiteY9" fmla="*/ 157222 h 276301"/>
                  <a:gd name="connsiteX10" fmla="*/ 38893 w 259172"/>
                  <a:gd name="connsiteY10" fmla="*/ 203524 h 276301"/>
                  <a:gd name="connsiteX11" fmla="*/ 41875 w 259172"/>
                  <a:gd name="connsiteY11" fmla="*/ 204847 h 276301"/>
                  <a:gd name="connsiteX12" fmla="*/ 56543 w 259172"/>
                  <a:gd name="connsiteY12" fmla="*/ 207610 h 276301"/>
                  <a:gd name="connsiteX13" fmla="*/ 104168 w 259172"/>
                  <a:gd name="connsiteY13" fmla="*/ 233708 h 276301"/>
                  <a:gd name="connsiteX14" fmla="*/ 150269 w 259172"/>
                  <a:gd name="connsiteY14" fmla="*/ 259902 h 276301"/>
                  <a:gd name="connsiteX15" fmla="*/ 163604 w 259172"/>
                  <a:gd name="connsiteY15" fmla="*/ 272856 h 276301"/>
                  <a:gd name="connsiteX16" fmla="*/ 211572 w 259172"/>
                  <a:gd name="connsiteY16" fmla="*/ 253129 h 276301"/>
                  <a:gd name="connsiteX17" fmla="*/ 213229 w 259172"/>
                  <a:gd name="connsiteY17" fmla="*/ 248186 h 276301"/>
                  <a:gd name="connsiteX18" fmla="*/ 245233 w 259172"/>
                  <a:gd name="connsiteY18" fmla="*/ 135601 h 276301"/>
                  <a:gd name="connsiteX19" fmla="*/ 253139 w 259172"/>
                  <a:gd name="connsiteY19" fmla="*/ 95405 h 276301"/>
                  <a:gd name="connsiteX20" fmla="*/ 259045 w 259172"/>
                  <a:gd name="connsiteY20" fmla="*/ 43208 h 276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9172" h="276301">
                    <a:moveTo>
                      <a:pt x="149222" y="-607"/>
                    </a:moveTo>
                    <a:lnTo>
                      <a:pt x="84547" y="16443"/>
                    </a:lnTo>
                    <a:cubicBezTo>
                      <a:pt x="59525" y="23073"/>
                      <a:pt x="37141" y="37236"/>
                      <a:pt x="20443" y="57019"/>
                    </a:cubicBezTo>
                    <a:lnTo>
                      <a:pt x="4632" y="76069"/>
                    </a:lnTo>
                    <a:cubicBezTo>
                      <a:pt x="-502" y="82346"/>
                      <a:pt x="-1578" y="91014"/>
                      <a:pt x="1870" y="98358"/>
                    </a:cubicBezTo>
                    <a:lnTo>
                      <a:pt x="1870" y="98358"/>
                    </a:lnTo>
                    <a:cubicBezTo>
                      <a:pt x="6661" y="108721"/>
                      <a:pt x="18938" y="113246"/>
                      <a:pt x="29302" y="108455"/>
                    </a:cubicBezTo>
                    <a:cubicBezTo>
                      <a:pt x="29692" y="108274"/>
                      <a:pt x="30073" y="108083"/>
                      <a:pt x="30445" y="107883"/>
                    </a:cubicBezTo>
                    <a:lnTo>
                      <a:pt x="54162" y="95215"/>
                    </a:lnTo>
                    <a:lnTo>
                      <a:pt x="23587" y="157222"/>
                    </a:lnTo>
                    <a:cubicBezTo>
                      <a:pt x="15033" y="174234"/>
                      <a:pt x="21882" y="194960"/>
                      <a:pt x="38893" y="203524"/>
                    </a:cubicBezTo>
                    <a:cubicBezTo>
                      <a:pt x="39865" y="204009"/>
                      <a:pt x="40865" y="204457"/>
                      <a:pt x="41875" y="204847"/>
                    </a:cubicBezTo>
                    <a:cubicBezTo>
                      <a:pt x="46580" y="206553"/>
                      <a:pt x="51533" y="207486"/>
                      <a:pt x="56543" y="207610"/>
                    </a:cubicBezTo>
                    <a:cubicBezTo>
                      <a:pt x="61592" y="230374"/>
                      <a:pt x="92548" y="236185"/>
                      <a:pt x="104168" y="233708"/>
                    </a:cubicBezTo>
                    <a:cubicBezTo>
                      <a:pt x="106549" y="250282"/>
                      <a:pt x="132743" y="264760"/>
                      <a:pt x="150269" y="259902"/>
                    </a:cubicBezTo>
                    <a:cubicBezTo>
                      <a:pt x="152965" y="265712"/>
                      <a:pt x="157718" y="270332"/>
                      <a:pt x="163604" y="272856"/>
                    </a:cubicBezTo>
                    <a:cubicBezTo>
                      <a:pt x="182292" y="280657"/>
                      <a:pt x="203771" y="271827"/>
                      <a:pt x="211572" y="253129"/>
                    </a:cubicBezTo>
                    <a:cubicBezTo>
                      <a:pt x="212239" y="251530"/>
                      <a:pt x="212791" y="249872"/>
                      <a:pt x="213229" y="248186"/>
                    </a:cubicBezTo>
                    <a:lnTo>
                      <a:pt x="245233" y="135601"/>
                    </a:lnTo>
                    <a:cubicBezTo>
                      <a:pt x="248967" y="122437"/>
                      <a:pt x="251606" y="108998"/>
                      <a:pt x="253139" y="95405"/>
                    </a:cubicBezTo>
                    <a:lnTo>
                      <a:pt x="259045" y="43208"/>
                    </a:ln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3" name="任意多边形 512"/>
              <p:cNvSpPr/>
              <p:nvPr/>
            </p:nvSpPr>
            <p:spPr>
              <a:xfrm flipH="1">
                <a:off x="3341576" y="2016074"/>
                <a:ext cx="1320626" cy="1929845"/>
              </a:xfrm>
              <a:custGeom>
                <a:avLst/>
                <a:gdLst>
                  <a:gd name="connsiteX0" fmla="*/ 320198 w 826726"/>
                  <a:gd name="connsiteY0" fmla="*/ -607 h 1208103"/>
                  <a:gd name="connsiteX1" fmla="*/ 761491 w 826726"/>
                  <a:gd name="connsiteY1" fmla="*/ 487930 h 1208103"/>
                  <a:gd name="connsiteX2" fmla="*/ 742385 w 826726"/>
                  <a:gd name="connsiteY2" fmla="*/ 846680 h 1208103"/>
                  <a:gd name="connsiteX3" fmla="*/ 741679 w 826726"/>
                  <a:gd name="connsiteY3" fmla="*/ 847308 h 1208103"/>
                  <a:gd name="connsiteX4" fmla="*/ 741679 w 826726"/>
                  <a:gd name="connsiteY4" fmla="*/ 847308 h 1208103"/>
                  <a:gd name="connsiteX5" fmla="*/ 624903 w 826726"/>
                  <a:gd name="connsiteY5" fmla="*/ 1041333 h 1208103"/>
                  <a:gd name="connsiteX6" fmla="*/ 626046 w 826726"/>
                  <a:gd name="connsiteY6" fmla="*/ 1049429 h 1208103"/>
                  <a:gd name="connsiteX7" fmla="*/ 497563 w 826726"/>
                  <a:gd name="connsiteY7" fmla="*/ 1206772 h 1208103"/>
                  <a:gd name="connsiteX8" fmla="*/ 416972 w 826726"/>
                  <a:gd name="connsiteY8" fmla="*/ 1191351 h 1208103"/>
                  <a:gd name="connsiteX9" fmla="*/ 270763 w 826726"/>
                  <a:gd name="connsiteY9" fmla="*/ 1115151 h 1208103"/>
                  <a:gd name="connsiteX10" fmla="*/ 217043 w 826726"/>
                  <a:gd name="connsiteY10" fmla="*/ 962751 h 1208103"/>
                  <a:gd name="connsiteX11" fmla="*/ 342772 w 826726"/>
                  <a:gd name="connsiteY11" fmla="*/ 668810 h 1208103"/>
                  <a:gd name="connsiteX12" fmla="*/ -128 w 826726"/>
                  <a:gd name="connsiteY12" fmla="*/ 324291 h 1208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26726" h="1208103">
                    <a:moveTo>
                      <a:pt x="320198" y="-607"/>
                    </a:moveTo>
                    <a:lnTo>
                      <a:pt x="761491" y="487930"/>
                    </a:lnTo>
                    <a:cubicBezTo>
                      <a:pt x="855284" y="592267"/>
                      <a:pt x="846721" y="752887"/>
                      <a:pt x="742385" y="846680"/>
                    </a:cubicBezTo>
                    <a:cubicBezTo>
                      <a:pt x="742146" y="846889"/>
                      <a:pt x="741918" y="847099"/>
                      <a:pt x="741679" y="847308"/>
                    </a:cubicBezTo>
                    <a:lnTo>
                      <a:pt x="741679" y="847308"/>
                    </a:lnTo>
                    <a:cubicBezTo>
                      <a:pt x="741679" y="847308"/>
                      <a:pt x="788447" y="999708"/>
                      <a:pt x="624903" y="1041333"/>
                    </a:cubicBezTo>
                    <a:cubicBezTo>
                      <a:pt x="624903" y="1041333"/>
                      <a:pt x="625474" y="1044285"/>
                      <a:pt x="626046" y="1049429"/>
                    </a:cubicBezTo>
                    <a:cubicBezTo>
                      <a:pt x="634018" y="1128353"/>
                      <a:pt x="576497" y="1198800"/>
                      <a:pt x="497563" y="1206772"/>
                    </a:cubicBezTo>
                    <a:cubicBezTo>
                      <a:pt x="469779" y="1209573"/>
                      <a:pt x="441766" y="1204220"/>
                      <a:pt x="416972" y="1191351"/>
                    </a:cubicBezTo>
                    <a:lnTo>
                      <a:pt x="270763" y="1115151"/>
                    </a:lnTo>
                    <a:cubicBezTo>
                      <a:pt x="215918" y="1086072"/>
                      <a:pt x="192554" y="1019787"/>
                      <a:pt x="217043" y="962751"/>
                    </a:cubicBezTo>
                    <a:lnTo>
                      <a:pt x="342772" y="668810"/>
                    </a:lnTo>
                    <a:lnTo>
                      <a:pt x="-128" y="32429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4" name="任意多边形 513"/>
              <p:cNvSpPr/>
              <p:nvPr/>
            </p:nvSpPr>
            <p:spPr>
              <a:xfrm flipH="1">
                <a:off x="4006723" y="3678661"/>
                <a:ext cx="394838" cy="346606"/>
              </a:xfrm>
              <a:custGeom>
                <a:avLst/>
                <a:gdLst>
                  <a:gd name="connsiteX0" fmla="*/ 63722 w 247173"/>
                  <a:gd name="connsiteY0" fmla="*/ 0 h 216979"/>
                  <a:gd name="connsiteX1" fmla="*/ 0 w 247173"/>
                  <a:gd name="connsiteY1" fmla="*/ 96679 h 216979"/>
                  <a:gd name="connsiteX2" fmla="*/ 179165 w 247173"/>
                  <a:gd name="connsiteY2" fmla="*/ 216979 h 216979"/>
                  <a:gd name="connsiteX3" fmla="*/ 247174 w 247173"/>
                  <a:gd name="connsiteY3" fmla="*/ 119825 h 216979"/>
                  <a:gd name="connsiteX4" fmla="*/ 63722 w 247173"/>
                  <a:gd name="connsiteY4" fmla="*/ 0 h 216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173" h="216979">
                    <a:moveTo>
                      <a:pt x="63722" y="0"/>
                    </a:moveTo>
                    <a:lnTo>
                      <a:pt x="0" y="96679"/>
                    </a:lnTo>
                    <a:lnTo>
                      <a:pt x="179165" y="216979"/>
                    </a:lnTo>
                    <a:lnTo>
                      <a:pt x="247174" y="119825"/>
                    </a:lnTo>
                    <a:lnTo>
                      <a:pt x="63722" y="0"/>
                    </a:lnTo>
                    <a:close/>
                  </a:path>
                </a:pathLst>
              </a:custGeom>
              <a:solidFill>
                <a:srgbClr val="E5772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5" name="任意多边形 514"/>
              <p:cNvSpPr/>
              <p:nvPr/>
            </p:nvSpPr>
            <p:spPr>
              <a:xfrm flipH="1">
                <a:off x="3760233" y="2839803"/>
                <a:ext cx="290156" cy="185813"/>
              </a:xfrm>
              <a:custGeom>
                <a:avLst/>
                <a:gdLst>
                  <a:gd name="connsiteX0" fmla="*/ -128 w 181641"/>
                  <a:gd name="connsiteY0" fmla="*/ 115714 h 116321"/>
                  <a:gd name="connsiteX1" fmla="*/ 181514 w 181641"/>
                  <a:gd name="connsiteY1" fmla="*/ -109 h 116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1641" h="116321">
                    <a:moveTo>
                      <a:pt x="-128" y="115714"/>
                    </a:moveTo>
                    <a:cubicBezTo>
                      <a:pt x="-128" y="115714"/>
                      <a:pt x="67786" y="-9444"/>
                      <a:pt x="181514" y="-10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6" name="任意多边形 515"/>
              <p:cNvSpPr/>
              <p:nvPr/>
            </p:nvSpPr>
            <p:spPr>
              <a:xfrm flipH="1">
                <a:off x="3706523" y="3078007"/>
                <a:ext cx="315718" cy="32511"/>
              </a:xfrm>
              <a:custGeom>
                <a:avLst/>
                <a:gdLst>
                  <a:gd name="connsiteX0" fmla="*/ -128 w 197643"/>
                  <a:gd name="connsiteY0" fmla="*/ 5553 h 20352"/>
                  <a:gd name="connsiteX1" fmla="*/ 197516 w 197643"/>
                  <a:gd name="connsiteY1" fmla="*/ 19745 h 2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7643" h="20352">
                    <a:moveTo>
                      <a:pt x="-128" y="5553"/>
                    </a:moveTo>
                    <a:cubicBezTo>
                      <a:pt x="-128" y="5553"/>
                      <a:pt x="65214" y="-15306"/>
                      <a:pt x="197516" y="19745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7" name="任意多边形 516"/>
              <p:cNvSpPr/>
              <p:nvPr/>
            </p:nvSpPr>
            <p:spPr>
              <a:xfrm flipH="1">
                <a:off x="4038066" y="3727045"/>
                <a:ext cx="235686" cy="162044"/>
              </a:xfrm>
              <a:custGeom>
                <a:avLst/>
                <a:gdLst>
                  <a:gd name="connsiteX0" fmla="*/ 147542 w 147542"/>
                  <a:gd name="connsiteY0" fmla="*/ 101441 h 101441"/>
                  <a:gd name="connsiteX1" fmla="*/ 0 w 147542"/>
                  <a:gd name="connsiteY1" fmla="*/ 0 h 101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7542" h="101441">
                    <a:moveTo>
                      <a:pt x="147542" y="101441"/>
                    </a:moveTo>
                    <a:lnTo>
                      <a:pt x="0" y="0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8" name="任意多边形 517"/>
              <p:cNvSpPr/>
              <p:nvPr/>
            </p:nvSpPr>
            <p:spPr>
              <a:xfrm flipH="1">
                <a:off x="4159942" y="3866724"/>
                <a:ext cx="191561" cy="128570"/>
              </a:xfrm>
              <a:custGeom>
                <a:avLst/>
                <a:gdLst>
                  <a:gd name="connsiteX0" fmla="*/ 119920 w 119919"/>
                  <a:gd name="connsiteY0" fmla="*/ 80486 h 80486"/>
                  <a:gd name="connsiteX1" fmla="*/ 0 w 119919"/>
                  <a:gd name="connsiteY1" fmla="*/ 0 h 80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19" h="80486">
                    <a:moveTo>
                      <a:pt x="119920" y="80486"/>
                    </a:moveTo>
                    <a:lnTo>
                      <a:pt x="0" y="0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9" name="任意多边形 518"/>
              <p:cNvSpPr/>
              <p:nvPr/>
            </p:nvSpPr>
            <p:spPr>
              <a:xfrm flipH="1">
                <a:off x="5497832" y="3010401"/>
                <a:ext cx="97717" cy="465743"/>
              </a:xfrm>
              <a:custGeom>
                <a:avLst/>
                <a:gdLst>
                  <a:gd name="connsiteX0" fmla="*/ 21421 w 61172"/>
                  <a:gd name="connsiteY0" fmla="*/ -607 h 291560"/>
                  <a:gd name="connsiteX1" fmla="*/ 61045 w 61172"/>
                  <a:gd name="connsiteY1" fmla="*/ 290953 h 291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1172" h="291560">
                    <a:moveTo>
                      <a:pt x="21421" y="-607"/>
                    </a:moveTo>
                    <a:cubicBezTo>
                      <a:pt x="21421" y="-607"/>
                      <a:pt x="-47445" y="142268"/>
                      <a:pt x="61045" y="290953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矩形 1"/>
          <p:cNvSpPr>
            <a:spLocks noChangeAspect="1" noChangeArrowheads="1" noTextEdit="1"/>
          </p:cNvSpPr>
          <p:nvPr/>
        </p:nvSpPr>
        <p:spPr bwMode="auto">
          <a:xfrm>
            <a:off x="1588" y="0"/>
            <a:ext cx="12188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401" y="1130300"/>
            <a:ext cx="5708649" cy="2469411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695981"/>
            <a:ext cx="5245099" cy="564869"/>
          </a:xfrm>
          <a:prstGeom prst="rect">
            <a:avLst/>
          </a:prstGeom>
          <a:noFill/>
          <a:ln w="25400">
            <a:noFill/>
          </a:ln>
          <a:effectLst/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270000" y="4815270"/>
            <a:ext cx="3939023" cy="345518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 </a:t>
            </a:r>
            <a:endParaRPr 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1270001" y="5174394"/>
            <a:ext cx="3939023" cy="345518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 </a:t>
            </a:r>
            <a:endParaRPr lang="en-US"/>
          </a:p>
        </p:txBody>
      </p:sp>
      <p:sp>
        <p:nvSpPr>
          <p:cNvPr id="6" name="矩形 5"/>
          <p:cNvSpPr/>
          <p:nvPr/>
        </p:nvSpPr>
        <p:spPr>
          <a:xfrm rot="16200000">
            <a:off x="1424737" y="3321794"/>
            <a:ext cx="45719" cy="1368839"/>
          </a:xfrm>
          <a:prstGeom prst="rect">
            <a:avLst/>
          </a:prstGeom>
          <a:solidFill>
            <a:schemeClr val="accent2"/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54"/>
            <a:endParaRPr lang="zh-CN" altLang="en-US" sz="1400" b="1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>
            <a:spLocks/>
          </p:cNvSpPr>
          <p:nvPr/>
        </p:nvSpPr>
        <p:spPr bwMode="auto">
          <a:xfrm>
            <a:off x="247650" y="191770"/>
            <a:ext cx="11683998" cy="6474461"/>
          </a:xfrm>
          <a:prstGeom prst="roundRect">
            <a:avLst>
              <a:gd name="adj" fmla="val 2023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2025/6/27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 smtClean="0"/>
              <a:t> 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10" name="组合 9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2" name="直接连接符 11"/>
            <p:cNvCxnSpPr>
              <a:cxnSpLocks/>
            </p:cNvCxnSpPr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任意多边形 12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矩形 88"/>
          <p:cNvSpPr>
            <a:spLocks noChangeAspect="1" noChangeArrowheads="1" noTextEdit="1"/>
          </p:cNvSpPr>
          <p:nvPr/>
        </p:nvSpPr>
        <p:spPr bwMode="auto">
          <a:xfrm>
            <a:off x="1588" y="0"/>
            <a:ext cx="12188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" name="任意多边形 89"/>
          <p:cNvSpPr>
            <a:spLocks/>
          </p:cNvSpPr>
          <p:nvPr/>
        </p:nvSpPr>
        <p:spPr bwMode="auto">
          <a:xfrm>
            <a:off x="450850" y="654051"/>
            <a:ext cx="7797800" cy="5657849"/>
          </a:xfrm>
          <a:custGeom>
            <a:avLst/>
            <a:gdLst>
              <a:gd name="T0" fmla="*/ 3758 w 3838"/>
              <a:gd name="T1" fmla="*/ 3838 h 3838"/>
              <a:gd name="T2" fmla="*/ 80 w 3838"/>
              <a:gd name="T3" fmla="*/ 3838 h 3838"/>
              <a:gd name="T4" fmla="*/ 0 w 3838"/>
              <a:gd name="T5" fmla="*/ 3758 h 3838"/>
              <a:gd name="T6" fmla="*/ 0 w 3838"/>
              <a:gd name="T7" fmla="*/ 80 h 3838"/>
              <a:gd name="T8" fmla="*/ 80 w 3838"/>
              <a:gd name="T9" fmla="*/ 0 h 3838"/>
              <a:gd name="T10" fmla="*/ 3758 w 3838"/>
              <a:gd name="T11" fmla="*/ 0 h 3838"/>
              <a:gd name="T12" fmla="*/ 3838 w 3838"/>
              <a:gd name="T13" fmla="*/ 80 h 3838"/>
              <a:gd name="T14" fmla="*/ 3838 w 3838"/>
              <a:gd name="T15" fmla="*/ 3758 h 3838"/>
              <a:gd name="T16" fmla="*/ 3758 w 3838"/>
              <a:gd name="T17" fmla="*/ 3838 h 38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838" h="3838">
                <a:moveTo>
                  <a:pt x="3758" y="3838"/>
                </a:moveTo>
                <a:cubicBezTo>
                  <a:pt x="80" y="3838"/>
                  <a:pt x="80" y="3838"/>
                  <a:pt x="80" y="3838"/>
                </a:cubicBezTo>
                <a:cubicBezTo>
                  <a:pt x="36" y="3838"/>
                  <a:pt x="0" y="3802"/>
                  <a:pt x="0" y="3758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36"/>
                  <a:pt x="36" y="0"/>
                  <a:pt x="80" y="0"/>
                </a:cubicBezTo>
                <a:cubicBezTo>
                  <a:pt x="3758" y="0"/>
                  <a:pt x="3758" y="0"/>
                  <a:pt x="3758" y="0"/>
                </a:cubicBezTo>
                <a:cubicBezTo>
                  <a:pt x="3802" y="0"/>
                  <a:pt x="3838" y="36"/>
                  <a:pt x="3838" y="80"/>
                </a:cubicBezTo>
                <a:cubicBezTo>
                  <a:pt x="3838" y="3758"/>
                  <a:pt x="3838" y="3758"/>
                  <a:pt x="3838" y="3758"/>
                </a:cubicBezTo>
                <a:cubicBezTo>
                  <a:pt x="3838" y="3802"/>
                  <a:pt x="3802" y="3838"/>
                  <a:pt x="3758" y="3838"/>
                </a:cubicBezTo>
              </a:path>
            </a:pathLst>
          </a:custGeom>
          <a:solidFill>
            <a:schemeClr val="bg1">
              <a:alpha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en-US"/>
          </a:p>
        </p:txBody>
      </p:sp>
      <p:sp>
        <p:nvSpPr>
          <p:cNvPr id="91" name="任意多边形 90"/>
          <p:cNvSpPr>
            <a:spLocks/>
          </p:cNvSpPr>
          <p:nvPr/>
        </p:nvSpPr>
        <p:spPr bwMode="auto">
          <a:xfrm>
            <a:off x="8775654" y="654050"/>
            <a:ext cx="2160588" cy="4149725"/>
          </a:xfrm>
          <a:custGeom>
            <a:avLst/>
            <a:gdLst>
              <a:gd name="T0" fmla="*/ 1282 w 1362"/>
              <a:gd name="T1" fmla="*/ 2770 h 2770"/>
              <a:gd name="T2" fmla="*/ 80 w 1362"/>
              <a:gd name="T3" fmla="*/ 2770 h 2770"/>
              <a:gd name="T4" fmla="*/ 0 w 1362"/>
              <a:gd name="T5" fmla="*/ 2690 h 2770"/>
              <a:gd name="T6" fmla="*/ 0 w 1362"/>
              <a:gd name="T7" fmla="*/ 80 h 2770"/>
              <a:gd name="T8" fmla="*/ 80 w 1362"/>
              <a:gd name="T9" fmla="*/ 0 h 2770"/>
              <a:gd name="T10" fmla="*/ 1282 w 1362"/>
              <a:gd name="T11" fmla="*/ 0 h 2770"/>
              <a:gd name="T12" fmla="*/ 1362 w 1362"/>
              <a:gd name="T13" fmla="*/ 80 h 2770"/>
              <a:gd name="T14" fmla="*/ 1362 w 1362"/>
              <a:gd name="T15" fmla="*/ 2690 h 2770"/>
              <a:gd name="T16" fmla="*/ 1282 w 1362"/>
              <a:gd name="T17" fmla="*/ 2770 h 27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62" h="2770">
                <a:moveTo>
                  <a:pt x="1282" y="2770"/>
                </a:moveTo>
                <a:cubicBezTo>
                  <a:pt x="80" y="2770"/>
                  <a:pt x="80" y="2770"/>
                  <a:pt x="80" y="2770"/>
                </a:cubicBezTo>
                <a:cubicBezTo>
                  <a:pt x="36" y="2770"/>
                  <a:pt x="0" y="2735"/>
                  <a:pt x="0" y="269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36"/>
                  <a:pt x="36" y="0"/>
                  <a:pt x="80" y="0"/>
                </a:cubicBezTo>
                <a:cubicBezTo>
                  <a:pt x="1282" y="0"/>
                  <a:pt x="1282" y="0"/>
                  <a:pt x="1282" y="0"/>
                </a:cubicBezTo>
                <a:cubicBezTo>
                  <a:pt x="1326" y="0"/>
                  <a:pt x="1362" y="36"/>
                  <a:pt x="1362" y="80"/>
                </a:cubicBezTo>
                <a:cubicBezTo>
                  <a:pt x="1362" y="2690"/>
                  <a:pt x="1362" y="2690"/>
                  <a:pt x="1362" y="2690"/>
                </a:cubicBezTo>
                <a:cubicBezTo>
                  <a:pt x="1362" y="2735"/>
                  <a:pt x="1326" y="2770"/>
                  <a:pt x="1282" y="2770"/>
                </a:cubicBezTo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92" name="组合 91"/>
          <p:cNvGrpSpPr/>
          <p:nvPr/>
        </p:nvGrpSpPr>
        <p:grpSpPr>
          <a:xfrm>
            <a:off x="660399" y="4871571"/>
            <a:ext cx="601664" cy="604838"/>
            <a:chOff x="5953125" y="5551878"/>
            <a:chExt cx="601664" cy="604838"/>
          </a:xfrm>
        </p:grpSpPr>
        <p:sp>
          <p:nvSpPr>
            <p:cNvPr id="206" name="任意多边形 205"/>
            <p:cNvSpPr>
              <a:spLocks/>
            </p:cNvSpPr>
            <p:nvPr/>
          </p:nvSpPr>
          <p:spPr bwMode="auto">
            <a:xfrm>
              <a:off x="5953125" y="5905891"/>
              <a:ext cx="601663" cy="250825"/>
            </a:xfrm>
            <a:custGeom>
              <a:avLst/>
              <a:gdLst>
                <a:gd name="T0" fmla="*/ 372 w 379"/>
                <a:gd name="T1" fmla="*/ 69 h 158"/>
                <a:gd name="T2" fmla="*/ 257 w 379"/>
                <a:gd name="T3" fmla="*/ 5 h 158"/>
                <a:gd name="T4" fmla="*/ 242 w 379"/>
                <a:gd name="T5" fmla="*/ 14 h 158"/>
                <a:gd name="T6" fmla="*/ 242 w 379"/>
                <a:gd name="T7" fmla="*/ 53 h 158"/>
                <a:gd name="T8" fmla="*/ 12 w 379"/>
                <a:gd name="T9" fmla="*/ 53 h 158"/>
                <a:gd name="T10" fmla="*/ 0 w 379"/>
                <a:gd name="T11" fmla="*/ 65 h 158"/>
                <a:gd name="T12" fmla="*/ 0 w 379"/>
                <a:gd name="T13" fmla="*/ 93 h 158"/>
                <a:gd name="T14" fmla="*/ 11 w 379"/>
                <a:gd name="T15" fmla="*/ 104 h 158"/>
                <a:gd name="T16" fmla="*/ 242 w 379"/>
                <a:gd name="T17" fmla="*/ 104 h 158"/>
                <a:gd name="T18" fmla="*/ 242 w 379"/>
                <a:gd name="T19" fmla="*/ 142 h 158"/>
                <a:gd name="T20" fmla="*/ 259 w 379"/>
                <a:gd name="T21" fmla="*/ 152 h 158"/>
                <a:gd name="T22" fmla="*/ 372 w 379"/>
                <a:gd name="T23" fmla="*/ 89 h 158"/>
                <a:gd name="T24" fmla="*/ 379 w 379"/>
                <a:gd name="T25" fmla="*/ 79 h 158"/>
                <a:gd name="T26" fmla="*/ 372 w 379"/>
                <a:gd name="T27" fmla="*/ 6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9" h="158">
                  <a:moveTo>
                    <a:pt x="372" y="69"/>
                  </a:moveTo>
                  <a:cubicBezTo>
                    <a:pt x="334" y="48"/>
                    <a:pt x="295" y="26"/>
                    <a:pt x="257" y="5"/>
                  </a:cubicBezTo>
                  <a:cubicBezTo>
                    <a:pt x="248" y="0"/>
                    <a:pt x="242" y="3"/>
                    <a:pt x="242" y="14"/>
                  </a:cubicBezTo>
                  <a:cubicBezTo>
                    <a:pt x="242" y="21"/>
                    <a:pt x="242" y="36"/>
                    <a:pt x="242" y="53"/>
                  </a:cubicBezTo>
                  <a:cubicBezTo>
                    <a:pt x="210" y="53"/>
                    <a:pt x="27" y="53"/>
                    <a:pt x="12" y="53"/>
                  </a:cubicBezTo>
                  <a:cubicBezTo>
                    <a:pt x="4" y="53"/>
                    <a:pt x="0" y="57"/>
                    <a:pt x="0" y="65"/>
                  </a:cubicBezTo>
                  <a:cubicBezTo>
                    <a:pt x="0" y="74"/>
                    <a:pt x="0" y="84"/>
                    <a:pt x="0" y="93"/>
                  </a:cubicBezTo>
                  <a:cubicBezTo>
                    <a:pt x="0" y="101"/>
                    <a:pt x="4" y="104"/>
                    <a:pt x="11" y="104"/>
                  </a:cubicBezTo>
                  <a:cubicBezTo>
                    <a:pt x="23" y="104"/>
                    <a:pt x="209" y="104"/>
                    <a:pt x="242" y="104"/>
                  </a:cubicBezTo>
                  <a:cubicBezTo>
                    <a:pt x="242" y="121"/>
                    <a:pt x="242" y="135"/>
                    <a:pt x="242" y="142"/>
                  </a:cubicBezTo>
                  <a:cubicBezTo>
                    <a:pt x="242" y="154"/>
                    <a:pt x="249" y="158"/>
                    <a:pt x="259" y="152"/>
                  </a:cubicBezTo>
                  <a:cubicBezTo>
                    <a:pt x="297" y="131"/>
                    <a:pt x="334" y="110"/>
                    <a:pt x="372" y="89"/>
                  </a:cubicBezTo>
                  <a:cubicBezTo>
                    <a:pt x="376" y="87"/>
                    <a:pt x="379" y="84"/>
                    <a:pt x="379" y="79"/>
                  </a:cubicBezTo>
                  <a:cubicBezTo>
                    <a:pt x="379" y="74"/>
                    <a:pt x="376" y="71"/>
                    <a:pt x="372" y="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任意多边形 206"/>
            <p:cNvSpPr>
              <a:spLocks/>
            </p:cNvSpPr>
            <p:nvPr/>
          </p:nvSpPr>
          <p:spPr bwMode="auto">
            <a:xfrm>
              <a:off x="5953126" y="5551878"/>
              <a:ext cx="601663" cy="250825"/>
            </a:xfrm>
            <a:custGeom>
              <a:avLst/>
              <a:gdLst>
                <a:gd name="T0" fmla="*/ 372 w 379"/>
                <a:gd name="T1" fmla="*/ 69 h 158"/>
                <a:gd name="T2" fmla="*/ 257 w 379"/>
                <a:gd name="T3" fmla="*/ 5 h 158"/>
                <a:gd name="T4" fmla="*/ 242 w 379"/>
                <a:gd name="T5" fmla="*/ 14 h 158"/>
                <a:gd name="T6" fmla="*/ 242 w 379"/>
                <a:gd name="T7" fmla="*/ 53 h 158"/>
                <a:gd name="T8" fmla="*/ 12 w 379"/>
                <a:gd name="T9" fmla="*/ 53 h 158"/>
                <a:gd name="T10" fmla="*/ 0 w 379"/>
                <a:gd name="T11" fmla="*/ 65 h 158"/>
                <a:gd name="T12" fmla="*/ 0 w 379"/>
                <a:gd name="T13" fmla="*/ 93 h 158"/>
                <a:gd name="T14" fmla="*/ 11 w 379"/>
                <a:gd name="T15" fmla="*/ 104 h 158"/>
                <a:gd name="T16" fmla="*/ 242 w 379"/>
                <a:gd name="T17" fmla="*/ 104 h 158"/>
                <a:gd name="T18" fmla="*/ 242 w 379"/>
                <a:gd name="T19" fmla="*/ 142 h 158"/>
                <a:gd name="T20" fmla="*/ 259 w 379"/>
                <a:gd name="T21" fmla="*/ 152 h 158"/>
                <a:gd name="T22" fmla="*/ 372 w 379"/>
                <a:gd name="T23" fmla="*/ 89 h 158"/>
                <a:gd name="T24" fmla="*/ 379 w 379"/>
                <a:gd name="T25" fmla="*/ 79 h 158"/>
                <a:gd name="T26" fmla="*/ 372 w 379"/>
                <a:gd name="T27" fmla="*/ 6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9" h="158">
                  <a:moveTo>
                    <a:pt x="372" y="69"/>
                  </a:moveTo>
                  <a:cubicBezTo>
                    <a:pt x="334" y="48"/>
                    <a:pt x="295" y="26"/>
                    <a:pt x="257" y="5"/>
                  </a:cubicBezTo>
                  <a:cubicBezTo>
                    <a:pt x="248" y="0"/>
                    <a:pt x="242" y="3"/>
                    <a:pt x="242" y="14"/>
                  </a:cubicBezTo>
                  <a:cubicBezTo>
                    <a:pt x="242" y="21"/>
                    <a:pt x="242" y="36"/>
                    <a:pt x="242" y="53"/>
                  </a:cubicBezTo>
                  <a:cubicBezTo>
                    <a:pt x="210" y="53"/>
                    <a:pt x="27" y="53"/>
                    <a:pt x="12" y="53"/>
                  </a:cubicBezTo>
                  <a:cubicBezTo>
                    <a:pt x="4" y="53"/>
                    <a:pt x="0" y="57"/>
                    <a:pt x="0" y="65"/>
                  </a:cubicBezTo>
                  <a:cubicBezTo>
                    <a:pt x="0" y="74"/>
                    <a:pt x="0" y="84"/>
                    <a:pt x="0" y="93"/>
                  </a:cubicBezTo>
                  <a:cubicBezTo>
                    <a:pt x="0" y="101"/>
                    <a:pt x="4" y="104"/>
                    <a:pt x="11" y="104"/>
                  </a:cubicBezTo>
                  <a:cubicBezTo>
                    <a:pt x="23" y="104"/>
                    <a:pt x="209" y="104"/>
                    <a:pt x="242" y="104"/>
                  </a:cubicBezTo>
                  <a:cubicBezTo>
                    <a:pt x="242" y="121"/>
                    <a:pt x="242" y="135"/>
                    <a:pt x="242" y="142"/>
                  </a:cubicBezTo>
                  <a:cubicBezTo>
                    <a:pt x="242" y="154"/>
                    <a:pt x="249" y="158"/>
                    <a:pt x="259" y="152"/>
                  </a:cubicBezTo>
                  <a:cubicBezTo>
                    <a:pt x="297" y="131"/>
                    <a:pt x="334" y="110"/>
                    <a:pt x="372" y="89"/>
                  </a:cubicBezTo>
                  <a:cubicBezTo>
                    <a:pt x="376" y="87"/>
                    <a:pt x="379" y="84"/>
                    <a:pt x="379" y="79"/>
                  </a:cubicBezTo>
                  <a:cubicBezTo>
                    <a:pt x="379" y="74"/>
                    <a:pt x="376" y="71"/>
                    <a:pt x="372" y="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93" name="任意多边形 92"/>
          <p:cNvSpPr>
            <a:spLocks/>
          </p:cNvSpPr>
          <p:nvPr/>
        </p:nvSpPr>
        <p:spPr bwMode="auto">
          <a:xfrm>
            <a:off x="11293429" y="874713"/>
            <a:ext cx="603250" cy="250825"/>
          </a:xfrm>
          <a:custGeom>
            <a:avLst/>
            <a:gdLst>
              <a:gd name="T0" fmla="*/ 7 w 380"/>
              <a:gd name="T1" fmla="*/ 89 h 158"/>
              <a:gd name="T2" fmla="*/ 123 w 380"/>
              <a:gd name="T3" fmla="*/ 153 h 158"/>
              <a:gd name="T4" fmla="*/ 138 w 380"/>
              <a:gd name="T5" fmla="*/ 144 h 158"/>
              <a:gd name="T6" fmla="*/ 138 w 380"/>
              <a:gd name="T7" fmla="*/ 105 h 158"/>
              <a:gd name="T8" fmla="*/ 368 w 380"/>
              <a:gd name="T9" fmla="*/ 105 h 158"/>
              <a:gd name="T10" fmla="*/ 380 w 380"/>
              <a:gd name="T11" fmla="*/ 93 h 158"/>
              <a:gd name="T12" fmla="*/ 379 w 380"/>
              <a:gd name="T13" fmla="*/ 65 h 158"/>
              <a:gd name="T14" fmla="*/ 368 w 380"/>
              <a:gd name="T15" fmla="*/ 54 h 158"/>
              <a:gd name="T16" fmla="*/ 138 w 380"/>
              <a:gd name="T17" fmla="*/ 54 h 158"/>
              <a:gd name="T18" fmla="*/ 138 w 380"/>
              <a:gd name="T19" fmla="*/ 16 h 158"/>
              <a:gd name="T20" fmla="*/ 121 w 380"/>
              <a:gd name="T21" fmla="*/ 6 h 158"/>
              <a:gd name="T22" fmla="*/ 7 w 380"/>
              <a:gd name="T23" fmla="*/ 69 h 158"/>
              <a:gd name="T24" fmla="*/ 0 w 380"/>
              <a:gd name="T25" fmla="*/ 79 h 158"/>
              <a:gd name="T26" fmla="*/ 7 w 380"/>
              <a:gd name="T27" fmla="*/ 89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80" h="158">
                <a:moveTo>
                  <a:pt x="7" y="89"/>
                </a:moveTo>
                <a:cubicBezTo>
                  <a:pt x="46" y="110"/>
                  <a:pt x="84" y="132"/>
                  <a:pt x="123" y="153"/>
                </a:cubicBezTo>
                <a:cubicBezTo>
                  <a:pt x="131" y="158"/>
                  <a:pt x="138" y="154"/>
                  <a:pt x="138" y="144"/>
                </a:cubicBezTo>
                <a:cubicBezTo>
                  <a:pt x="138" y="137"/>
                  <a:pt x="138" y="122"/>
                  <a:pt x="138" y="105"/>
                </a:cubicBezTo>
                <a:cubicBezTo>
                  <a:pt x="170" y="105"/>
                  <a:pt x="353" y="105"/>
                  <a:pt x="368" y="105"/>
                </a:cubicBezTo>
                <a:cubicBezTo>
                  <a:pt x="376" y="105"/>
                  <a:pt x="379" y="101"/>
                  <a:pt x="380" y="93"/>
                </a:cubicBezTo>
                <a:cubicBezTo>
                  <a:pt x="380" y="84"/>
                  <a:pt x="380" y="74"/>
                  <a:pt x="379" y="65"/>
                </a:cubicBezTo>
                <a:cubicBezTo>
                  <a:pt x="379" y="57"/>
                  <a:pt x="376" y="54"/>
                  <a:pt x="368" y="54"/>
                </a:cubicBezTo>
                <a:cubicBezTo>
                  <a:pt x="356" y="54"/>
                  <a:pt x="171" y="54"/>
                  <a:pt x="138" y="54"/>
                </a:cubicBezTo>
                <a:cubicBezTo>
                  <a:pt x="138" y="37"/>
                  <a:pt x="138" y="23"/>
                  <a:pt x="138" y="16"/>
                </a:cubicBezTo>
                <a:cubicBezTo>
                  <a:pt x="138" y="4"/>
                  <a:pt x="131" y="0"/>
                  <a:pt x="121" y="6"/>
                </a:cubicBezTo>
                <a:cubicBezTo>
                  <a:pt x="83" y="27"/>
                  <a:pt x="45" y="48"/>
                  <a:pt x="7" y="69"/>
                </a:cubicBezTo>
                <a:cubicBezTo>
                  <a:pt x="3" y="71"/>
                  <a:pt x="0" y="74"/>
                  <a:pt x="0" y="79"/>
                </a:cubicBezTo>
                <a:cubicBezTo>
                  <a:pt x="0" y="84"/>
                  <a:pt x="3" y="87"/>
                  <a:pt x="7" y="89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" name="任意多边形 93"/>
          <p:cNvSpPr>
            <a:spLocks/>
          </p:cNvSpPr>
          <p:nvPr/>
        </p:nvSpPr>
        <p:spPr bwMode="auto">
          <a:xfrm>
            <a:off x="11293429" y="1179513"/>
            <a:ext cx="603250" cy="250825"/>
          </a:xfrm>
          <a:custGeom>
            <a:avLst/>
            <a:gdLst>
              <a:gd name="T0" fmla="*/ 7 w 380"/>
              <a:gd name="T1" fmla="*/ 89 h 158"/>
              <a:gd name="T2" fmla="*/ 123 w 380"/>
              <a:gd name="T3" fmla="*/ 153 h 158"/>
              <a:gd name="T4" fmla="*/ 138 w 380"/>
              <a:gd name="T5" fmla="*/ 144 h 158"/>
              <a:gd name="T6" fmla="*/ 138 w 380"/>
              <a:gd name="T7" fmla="*/ 105 h 158"/>
              <a:gd name="T8" fmla="*/ 368 w 380"/>
              <a:gd name="T9" fmla="*/ 105 h 158"/>
              <a:gd name="T10" fmla="*/ 380 w 380"/>
              <a:gd name="T11" fmla="*/ 93 h 158"/>
              <a:gd name="T12" fmla="*/ 379 w 380"/>
              <a:gd name="T13" fmla="*/ 65 h 158"/>
              <a:gd name="T14" fmla="*/ 368 w 380"/>
              <a:gd name="T15" fmla="*/ 54 h 158"/>
              <a:gd name="T16" fmla="*/ 138 w 380"/>
              <a:gd name="T17" fmla="*/ 54 h 158"/>
              <a:gd name="T18" fmla="*/ 138 w 380"/>
              <a:gd name="T19" fmla="*/ 16 h 158"/>
              <a:gd name="T20" fmla="*/ 121 w 380"/>
              <a:gd name="T21" fmla="*/ 6 h 158"/>
              <a:gd name="T22" fmla="*/ 7 w 380"/>
              <a:gd name="T23" fmla="*/ 69 h 158"/>
              <a:gd name="T24" fmla="*/ 0 w 380"/>
              <a:gd name="T25" fmla="*/ 79 h 158"/>
              <a:gd name="T26" fmla="*/ 7 w 380"/>
              <a:gd name="T27" fmla="*/ 89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80" h="158">
                <a:moveTo>
                  <a:pt x="7" y="89"/>
                </a:moveTo>
                <a:cubicBezTo>
                  <a:pt x="46" y="110"/>
                  <a:pt x="84" y="132"/>
                  <a:pt x="123" y="153"/>
                </a:cubicBezTo>
                <a:cubicBezTo>
                  <a:pt x="131" y="158"/>
                  <a:pt x="138" y="154"/>
                  <a:pt x="138" y="144"/>
                </a:cubicBezTo>
                <a:cubicBezTo>
                  <a:pt x="138" y="137"/>
                  <a:pt x="138" y="122"/>
                  <a:pt x="138" y="105"/>
                </a:cubicBezTo>
                <a:cubicBezTo>
                  <a:pt x="170" y="105"/>
                  <a:pt x="353" y="105"/>
                  <a:pt x="368" y="105"/>
                </a:cubicBezTo>
                <a:cubicBezTo>
                  <a:pt x="376" y="105"/>
                  <a:pt x="379" y="101"/>
                  <a:pt x="380" y="93"/>
                </a:cubicBezTo>
                <a:cubicBezTo>
                  <a:pt x="380" y="84"/>
                  <a:pt x="380" y="74"/>
                  <a:pt x="379" y="65"/>
                </a:cubicBezTo>
                <a:cubicBezTo>
                  <a:pt x="379" y="57"/>
                  <a:pt x="376" y="54"/>
                  <a:pt x="368" y="54"/>
                </a:cubicBezTo>
                <a:cubicBezTo>
                  <a:pt x="356" y="54"/>
                  <a:pt x="171" y="54"/>
                  <a:pt x="138" y="54"/>
                </a:cubicBezTo>
                <a:cubicBezTo>
                  <a:pt x="138" y="37"/>
                  <a:pt x="138" y="23"/>
                  <a:pt x="138" y="16"/>
                </a:cubicBezTo>
                <a:cubicBezTo>
                  <a:pt x="138" y="4"/>
                  <a:pt x="131" y="0"/>
                  <a:pt x="121" y="6"/>
                </a:cubicBezTo>
                <a:cubicBezTo>
                  <a:pt x="83" y="27"/>
                  <a:pt x="45" y="48"/>
                  <a:pt x="7" y="69"/>
                </a:cubicBezTo>
                <a:cubicBezTo>
                  <a:pt x="3" y="71"/>
                  <a:pt x="0" y="74"/>
                  <a:pt x="0" y="79"/>
                </a:cubicBezTo>
                <a:cubicBezTo>
                  <a:pt x="0" y="84"/>
                  <a:pt x="3" y="87"/>
                  <a:pt x="7" y="89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" name="圆角矩形 94"/>
          <p:cNvSpPr/>
          <p:nvPr/>
        </p:nvSpPr>
        <p:spPr>
          <a:xfrm rot="19424302">
            <a:off x="7845515" y="351943"/>
            <a:ext cx="304800" cy="109273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圆角矩形 95"/>
          <p:cNvSpPr/>
          <p:nvPr/>
        </p:nvSpPr>
        <p:spPr>
          <a:xfrm rot="19424302">
            <a:off x="507999" y="5460732"/>
            <a:ext cx="304800" cy="109273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5" name="组合 214"/>
          <p:cNvGrpSpPr/>
          <p:nvPr/>
        </p:nvGrpSpPr>
        <p:grpSpPr>
          <a:xfrm>
            <a:off x="7452261" y="1028700"/>
            <a:ext cx="3201671" cy="5829301"/>
            <a:chOff x="7613342" y="1028700"/>
            <a:chExt cx="3201671" cy="5829301"/>
          </a:xfrm>
        </p:grpSpPr>
        <p:sp>
          <p:nvSpPr>
            <p:cNvPr id="209" name="任意多边形 208"/>
            <p:cNvSpPr/>
            <p:nvPr/>
          </p:nvSpPr>
          <p:spPr>
            <a:xfrm>
              <a:off x="8483083" y="4368248"/>
              <a:ext cx="1729676" cy="2489752"/>
            </a:xfrm>
            <a:custGeom>
              <a:avLst/>
              <a:gdLst>
                <a:gd name="connsiteX0" fmla="*/ 0 w 1729676"/>
                <a:gd name="connsiteY0" fmla="*/ 0 h 2489752"/>
                <a:gd name="connsiteX1" fmla="*/ 1185171 w 1729676"/>
                <a:gd name="connsiteY1" fmla="*/ 84778 h 2489752"/>
                <a:gd name="connsiteX2" fmla="*/ 1179520 w 1729676"/>
                <a:gd name="connsiteY2" fmla="*/ 1759388 h 2489752"/>
                <a:gd name="connsiteX3" fmla="*/ 1729676 w 1729676"/>
                <a:gd name="connsiteY3" fmla="*/ 2489752 h 2489752"/>
                <a:gd name="connsiteX4" fmla="*/ 524228 w 1729676"/>
                <a:gd name="connsiteY4" fmla="*/ 2489752 h 2489752"/>
                <a:gd name="connsiteX5" fmla="*/ 492456 w 1729676"/>
                <a:gd name="connsiteY5" fmla="*/ 2451538 h 2489752"/>
                <a:gd name="connsiteX6" fmla="*/ 90240 w 1729676"/>
                <a:gd name="connsiteY6" fmla="*/ 1436862 h 2489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9676" h="2489752">
                  <a:moveTo>
                    <a:pt x="0" y="0"/>
                  </a:moveTo>
                  <a:lnTo>
                    <a:pt x="1185171" y="84778"/>
                  </a:lnTo>
                  <a:lnTo>
                    <a:pt x="1179520" y="1759388"/>
                  </a:lnTo>
                  <a:lnTo>
                    <a:pt x="1729676" y="2489752"/>
                  </a:lnTo>
                  <a:lnTo>
                    <a:pt x="524228" y="2489752"/>
                  </a:lnTo>
                  <a:lnTo>
                    <a:pt x="492456" y="2451538"/>
                  </a:lnTo>
                  <a:cubicBezTo>
                    <a:pt x="254159" y="2164543"/>
                    <a:pt x="113298" y="1809178"/>
                    <a:pt x="90240" y="1436862"/>
                  </a:cubicBezTo>
                  <a:close/>
                </a:path>
              </a:pathLst>
            </a:custGeom>
            <a:solidFill>
              <a:srgbClr val="619FF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01" name="任意多边形 100"/>
            <p:cNvSpPr/>
            <p:nvPr/>
          </p:nvSpPr>
          <p:spPr>
            <a:xfrm>
              <a:off x="9083927" y="4461007"/>
              <a:ext cx="702435" cy="2396994"/>
            </a:xfrm>
            <a:custGeom>
              <a:avLst/>
              <a:gdLst>
                <a:gd name="connsiteX0" fmla="*/ -128 w 506825"/>
                <a:gd name="connsiteY0" fmla="*/ -607 h 1506664"/>
                <a:gd name="connsiteX1" fmla="*/ 56165 w 506825"/>
                <a:gd name="connsiteY1" fmla="*/ 783396 h 1506664"/>
                <a:gd name="connsiteX2" fmla="*/ 124459 w 506825"/>
                <a:gd name="connsiteY2" fmla="*/ 972658 h 1506664"/>
                <a:gd name="connsiteX3" fmla="*/ 506698 w 506825"/>
                <a:gd name="connsiteY3" fmla="*/ 1506058 h 150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825" h="1506664">
                  <a:moveTo>
                    <a:pt x="-128" y="-607"/>
                  </a:moveTo>
                  <a:lnTo>
                    <a:pt x="56165" y="783396"/>
                  </a:lnTo>
                  <a:cubicBezTo>
                    <a:pt x="61013" y="851576"/>
                    <a:pt x="84654" y="917089"/>
                    <a:pt x="124459" y="972658"/>
                  </a:cubicBezTo>
                  <a:lnTo>
                    <a:pt x="506698" y="1506058"/>
                  </a:lnTo>
                </a:path>
              </a:pathLst>
            </a:custGeom>
            <a:noFill/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 101"/>
            <p:cNvSpPr/>
            <p:nvPr/>
          </p:nvSpPr>
          <p:spPr>
            <a:xfrm>
              <a:off x="8944329" y="6113575"/>
              <a:ext cx="540870" cy="1695"/>
            </a:xfrm>
            <a:custGeom>
              <a:avLst/>
              <a:gdLst>
                <a:gd name="connsiteX0" fmla="*/ 273463 w 273462"/>
                <a:gd name="connsiteY0" fmla="*/ 857 h 857"/>
                <a:gd name="connsiteX1" fmla="*/ 0 w 273462"/>
                <a:gd name="connsiteY1" fmla="*/ 0 h 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3462" h="857">
                  <a:moveTo>
                    <a:pt x="273463" y="857"/>
                  </a:moveTo>
                  <a:lnTo>
                    <a:pt x="0" y="0"/>
                  </a:lnTo>
                </a:path>
              </a:pathLst>
            </a:custGeom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 102"/>
            <p:cNvSpPr/>
            <p:nvPr/>
          </p:nvSpPr>
          <p:spPr>
            <a:xfrm>
              <a:off x="8947030" y="6223088"/>
              <a:ext cx="405416" cy="174827"/>
            </a:xfrm>
            <a:custGeom>
              <a:avLst/>
              <a:gdLst>
                <a:gd name="connsiteX0" fmla="*/ 204978 w 204977"/>
                <a:gd name="connsiteY0" fmla="*/ 0 h 88392"/>
                <a:gd name="connsiteX1" fmla="*/ 0 w 204977"/>
                <a:gd name="connsiteY1" fmla="*/ 88392 h 88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977" h="88392">
                  <a:moveTo>
                    <a:pt x="204978" y="0"/>
                  </a:moveTo>
                  <a:lnTo>
                    <a:pt x="0" y="88392"/>
                  </a:lnTo>
                </a:path>
              </a:pathLst>
            </a:custGeom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 103"/>
            <p:cNvSpPr/>
            <p:nvPr/>
          </p:nvSpPr>
          <p:spPr>
            <a:xfrm>
              <a:off x="8483336" y="4369449"/>
              <a:ext cx="1185169" cy="2044425"/>
            </a:xfrm>
            <a:custGeom>
              <a:avLst/>
              <a:gdLst>
                <a:gd name="connsiteX0" fmla="*/ 45497 w 599217"/>
                <a:gd name="connsiteY0" fmla="*/ 725865 h 1033654"/>
                <a:gd name="connsiteX1" fmla="*/ -128 w 599217"/>
                <a:gd name="connsiteY1" fmla="*/ -607 h 1033654"/>
                <a:gd name="connsiteX2" fmla="*/ 599090 w 599217"/>
                <a:gd name="connsiteY2" fmla="*/ 42256 h 1033654"/>
                <a:gd name="connsiteX3" fmla="*/ 597566 w 599217"/>
                <a:gd name="connsiteY3" fmla="*/ 484787 h 1033654"/>
                <a:gd name="connsiteX4" fmla="*/ 536701 w 599217"/>
                <a:gd name="connsiteY4" fmla="*/ 556320 h 1033654"/>
                <a:gd name="connsiteX5" fmla="*/ 536701 w 599217"/>
                <a:gd name="connsiteY5" fmla="*/ 556320 h 1033654"/>
                <a:gd name="connsiteX6" fmla="*/ 462406 w 599217"/>
                <a:gd name="connsiteY6" fmla="*/ 604516 h 1033654"/>
                <a:gd name="connsiteX7" fmla="*/ 197135 w 599217"/>
                <a:gd name="connsiteY7" fmla="*/ 1009805 h 1033654"/>
                <a:gd name="connsiteX8" fmla="*/ 127240 w 599217"/>
                <a:gd name="connsiteY8" fmla="*/ 1025017 h 1033654"/>
                <a:gd name="connsiteX9" fmla="*/ 107695 w 599217"/>
                <a:gd name="connsiteY9" fmla="*/ 1001423 h 1033654"/>
                <a:gd name="connsiteX10" fmla="*/ 45497 w 599217"/>
                <a:gd name="connsiteY10" fmla="*/ 725865 h 1033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99217" h="1033654">
                  <a:moveTo>
                    <a:pt x="45497" y="725865"/>
                  </a:moveTo>
                  <a:lnTo>
                    <a:pt x="-128" y="-607"/>
                  </a:lnTo>
                  <a:lnTo>
                    <a:pt x="599090" y="42256"/>
                  </a:lnTo>
                  <a:lnTo>
                    <a:pt x="597566" y="484787"/>
                  </a:lnTo>
                  <a:cubicBezTo>
                    <a:pt x="597642" y="520353"/>
                    <a:pt x="571820" y="550700"/>
                    <a:pt x="536701" y="556320"/>
                  </a:cubicBezTo>
                  <a:lnTo>
                    <a:pt x="536701" y="556320"/>
                  </a:lnTo>
                  <a:cubicBezTo>
                    <a:pt x="506231" y="561158"/>
                    <a:pt x="479237" y="578665"/>
                    <a:pt x="462406" y="604516"/>
                  </a:cubicBezTo>
                  <a:lnTo>
                    <a:pt x="197135" y="1009805"/>
                  </a:lnTo>
                  <a:cubicBezTo>
                    <a:pt x="182038" y="1033303"/>
                    <a:pt x="150738" y="1040113"/>
                    <a:pt x="127240" y="1025017"/>
                  </a:cubicBezTo>
                  <a:cubicBezTo>
                    <a:pt x="118449" y="1019359"/>
                    <a:pt x="111620" y="1011119"/>
                    <a:pt x="107695" y="1001423"/>
                  </a:cubicBezTo>
                  <a:cubicBezTo>
                    <a:pt x="72424" y="913469"/>
                    <a:pt x="51431" y="820438"/>
                    <a:pt x="45497" y="725865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多边形 212"/>
            <p:cNvSpPr/>
            <p:nvPr/>
          </p:nvSpPr>
          <p:spPr>
            <a:xfrm>
              <a:off x="7613342" y="4354682"/>
              <a:ext cx="2017985" cy="2503318"/>
            </a:xfrm>
            <a:custGeom>
              <a:avLst/>
              <a:gdLst>
                <a:gd name="connsiteX0" fmla="*/ 679653 w 2017985"/>
                <a:gd name="connsiteY0" fmla="*/ 0 h 2503318"/>
                <a:gd name="connsiteX1" fmla="*/ 2017985 w 2017985"/>
                <a:gd name="connsiteY1" fmla="*/ 96081 h 2503318"/>
                <a:gd name="connsiteX2" fmla="*/ 1076028 w 2017985"/>
                <a:gd name="connsiteY2" fmla="*/ 1948911 h 2503318"/>
                <a:gd name="connsiteX3" fmla="*/ 1084627 w 2017985"/>
                <a:gd name="connsiteY3" fmla="*/ 2503318 h 2503318"/>
                <a:gd name="connsiteX4" fmla="*/ 8786 w 2017985"/>
                <a:gd name="connsiteY4" fmla="*/ 2503318 h 2503318"/>
                <a:gd name="connsiteX5" fmla="*/ 1633 w 2017985"/>
                <a:gd name="connsiteY5" fmla="*/ 2313259 h 2503318"/>
                <a:gd name="connsiteX6" fmla="*/ 141232 w 2017985"/>
                <a:gd name="connsiteY6" fmla="*/ 1445151 h 250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17985" h="2503318">
                  <a:moveTo>
                    <a:pt x="679653" y="0"/>
                  </a:moveTo>
                  <a:lnTo>
                    <a:pt x="2017985" y="96081"/>
                  </a:lnTo>
                  <a:lnTo>
                    <a:pt x="1076028" y="1948911"/>
                  </a:lnTo>
                  <a:lnTo>
                    <a:pt x="1084627" y="2503318"/>
                  </a:lnTo>
                  <a:lnTo>
                    <a:pt x="8786" y="2503318"/>
                  </a:lnTo>
                  <a:lnTo>
                    <a:pt x="1633" y="2313259"/>
                  </a:lnTo>
                  <a:cubicBezTo>
                    <a:pt x="-9671" y="2017503"/>
                    <a:pt x="37766" y="1722446"/>
                    <a:pt x="141232" y="1445151"/>
                  </a:cubicBezTo>
                  <a:close/>
                </a:path>
              </a:pathLst>
            </a:custGeom>
            <a:solidFill>
              <a:srgbClr val="619FF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07" name="任意多边形 106"/>
            <p:cNvSpPr/>
            <p:nvPr/>
          </p:nvSpPr>
          <p:spPr>
            <a:xfrm>
              <a:off x="8040051" y="6048769"/>
              <a:ext cx="485106" cy="206100"/>
            </a:xfrm>
            <a:custGeom>
              <a:avLst/>
              <a:gdLst>
                <a:gd name="connsiteX0" fmla="*/ 245269 w 245268"/>
                <a:gd name="connsiteY0" fmla="*/ 104203 h 104203"/>
                <a:gd name="connsiteX1" fmla="*/ 0 w 245268"/>
                <a:gd name="connsiteY1" fmla="*/ 0 h 104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5268" h="104203">
                  <a:moveTo>
                    <a:pt x="245269" y="104203"/>
                  </a:moveTo>
                  <a:lnTo>
                    <a:pt x="0" y="0"/>
                  </a:lnTo>
                </a:path>
              </a:pathLst>
            </a:custGeom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 107"/>
            <p:cNvSpPr/>
            <p:nvPr/>
          </p:nvSpPr>
          <p:spPr>
            <a:xfrm>
              <a:off x="7945101" y="6276346"/>
              <a:ext cx="454776" cy="32591"/>
            </a:xfrm>
            <a:custGeom>
              <a:avLst/>
              <a:gdLst>
                <a:gd name="connsiteX0" fmla="*/ 229933 w 229933"/>
                <a:gd name="connsiteY0" fmla="*/ 16478 h 16478"/>
                <a:gd name="connsiteX1" fmla="*/ 0 w 229933"/>
                <a:gd name="connsiteY1" fmla="*/ 0 h 1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9933" h="16478">
                  <a:moveTo>
                    <a:pt x="229933" y="16478"/>
                  </a:moveTo>
                  <a:lnTo>
                    <a:pt x="0" y="0"/>
                  </a:lnTo>
                </a:path>
              </a:pathLst>
            </a:custGeom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 108"/>
            <p:cNvSpPr/>
            <p:nvPr/>
          </p:nvSpPr>
          <p:spPr>
            <a:xfrm>
              <a:off x="8544810" y="4378490"/>
              <a:ext cx="201708" cy="541814"/>
            </a:xfrm>
            <a:custGeom>
              <a:avLst/>
              <a:gdLst>
                <a:gd name="connsiteX0" fmla="*/ 33086 w 101983"/>
                <a:gd name="connsiteY0" fmla="*/ -607 h 273939"/>
                <a:gd name="connsiteX1" fmla="*/ 101856 w 101983"/>
                <a:gd name="connsiteY1" fmla="*/ 273332 h 27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983" h="273939">
                  <a:moveTo>
                    <a:pt x="33086" y="-607"/>
                  </a:moveTo>
                  <a:cubicBezTo>
                    <a:pt x="33086" y="-607"/>
                    <a:pt x="-76262" y="213706"/>
                    <a:pt x="101856" y="273332"/>
                  </a:cubicBezTo>
                </a:path>
              </a:pathLst>
            </a:custGeom>
            <a:noFill/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多边形 115"/>
            <p:cNvSpPr/>
            <p:nvPr/>
          </p:nvSpPr>
          <p:spPr>
            <a:xfrm>
              <a:off x="8086711" y="1716327"/>
              <a:ext cx="1729650" cy="2847807"/>
            </a:xfrm>
            <a:custGeom>
              <a:avLst/>
              <a:gdLst>
                <a:gd name="connsiteX0" fmla="*/ 761999 w 874505"/>
                <a:gd name="connsiteY0" fmla="*/ 300672 h 1439841"/>
                <a:gd name="connsiteX1" fmla="*/ 787241 w 874505"/>
                <a:gd name="connsiteY1" fmla="*/ 177990 h 1439841"/>
                <a:gd name="connsiteX2" fmla="*/ 597598 w 874505"/>
                <a:gd name="connsiteY2" fmla="*/ 7302 h 1439841"/>
                <a:gd name="connsiteX3" fmla="*/ 137445 w 874505"/>
                <a:gd name="connsiteY3" fmla="*/ 265049 h 1439841"/>
                <a:gd name="connsiteX4" fmla="*/ 130758 w 874505"/>
                <a:gd name="connsiteY4" fmla="*/ 359108 h 1439841"/>
                <a:gd name="connsiteX5" fmla="*/ 141922 w 874505"/>
                <a:gd name="connsiteY5" fmla="*/ 369347 h 1439841"/>
                <a:gd name="connsiteX6" fmla="*/ 187927 w 874505"/>
                <a:gd name="connsiteY6" fmla="*/ 403161 h 1439841"/>
                <a:gd name="connsiteX7" fmla="*/ 81152 w 874505"/>
                <a:gd name="connsiteY7" fmla="*/ 1222883 h 1439841"/>
                <a:gd name="connsiteX8" fmla="*/ 81152 w 874505"/>
                <a:gd name="connsiteY8" fmla="*/ 1386998 h 1439841"/>
                <a:gd name="connsiteX9" fmla="*/ 810196 w 874505"/>
                <a:gd name="connsiteY9" fmla="*/ 1439100 h 1439841"/>
                <a:gd name="connsiteX10" fmla="*/ 874242 w 874505"/>
                <a:gd name="connsiteY10" fmla="*/ 1383017 h 1439841"/>
                <a:gd name="connsiteX11" fmla="*/ 874013 w 874505"/>
                <a:gd name="connsiteY11" fmla="*/ 1372425 h 1439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4505" h="1439841">
                  <a:moveTo>
                    <a:pt x="761999" y="300672"/>
                  </a:moveTo>
                  <a:lnTo>
                    <a:pt x="787241" y="177990"/>
                  </a:lnTo>
                  <a:cubicBezTo>
                    <a:pt x="810291" y="66166"/>
                    <a:pt x="704754" y="-29179"/>
                    <a:pt x="597598" y="7302"/>
                  </a:cubicBezTo>
                  <a:cubicBezTo>
                    <a:pt x="463581" y="52831"/>
                    <a:pt x="292226" y="131127"/>
                    <a:pt x="137445" y="265049"/>
                  </a:cubicBezTo>
                  <a:cubicBezTo>
                    <a:pt x="109623" y="289175"/>
                    <a:pt x="106632" y="331285"/>
                    <a:pt x="130758" y="359108"/>
                  </a:cubicBezTo>
                  <a:cubicBezTo>
                    <a:pt x="134083" y="362927"/>
                    <a:pt x="137826" y="366366"/>
                    <a:pt x="141922" y="369347"/>
                  </a:cubicBezTo>
                  <a:lnTo>
                    <a:pt x="187927" y="403161"/>
                  </a:lnTo>
                  <a:lnTo>
                    <a:pt x="81152" y="1222883"/>
                  </a:lnTo>
                  <a:cubicBezTo>
                    <a:pt x="81152" y="1222883"/>
                    <a:pt x="-101728" y="1373854"/>
                    <a:pt x="81152" y="1386998"/>
                  </a:cubicBezTo>
                  <a:lnTo>
                    <a:pt x="810196" y="1439100"/>
                  </a:lnTo>
                  <a:cubicBezTo>
                    <a:pt x="843371" y="1441300"/>
                    <a:pt x="872041" y="1416192"/>
                    <a:pt x="874242" y="1383017"/>
                  </a:cubicBezTo>
                  <a:cubicBezTo>
                    <a:pt x="874480" y="1379483"/>
                    <a:pt x="874404" y="1375940"/>
                    <a:pt x="874013" y="1372425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多边形 116"/>
            <p:cNvSpPr/>
            <p:nvPr/>
          </p:nvSpPr>
          <p:spPr>
            <a:xfrm>
              <a:off x="8804731" y="1829171"/>
              <a:ext cx="236238" cy="247933"/>
            </a:xfrm>
            <a:custGeom>
              <a:avLst/>
              <a:gdLst>
                <a:gd name="connsiteX0" fmla="*/ 51688 w 119441"/>
                <a:gd name="connsiteY0" fmla="*/ 124747 h 125354"/>
                <a:gd name="connsiteX1" fmla="*/ -128 w 119441"/>
                <a:gd name="connsiteY1" fmla="*/ 52928 h 125354"/>
                <a:gd name="connsiteX2" fmla="*/ 106743 w 119441"/>
                <a:gd name="connsiteY2" fmla="*/ 160 h 125354"/>
                <a:gd name="connsiteX3" fmla="*/ 118554 w 119441"/>
                <a:gd name="connsiteY3" fmla="*/ 4732 h 125354"/>
                <a:gd name="connsiteX4" fmla="*/ 118745 w 119441"/>
                <a:gd name="connsiteY4" fmla="*/ 11495 h 125354"/>
                <a:gd name="connsiteX5" fmla="*/ 110267 w 119441"/>
                <a:gd name="connsiteY5" fmla="*/ 93410 h 125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441" h="125354">
                  <a:moveTo>
                    <a:pt x="51688" y="124747"/>
                  </a:moveTo>
                  <a:lnTo>
                    <a:pt x="-128" y="52928"/>
                  </a:lnTo>
                  <a:cubicBezTo>
                    <a:pt x="36162" y="33116"/>
                    <a:pt x="71977" y="15591"/>
                    <a:pt x="106743" y="160"/>
                  </a:cubicBezTo>
                  <a:cubicBezTo>
                    <a:pt x="111267" y="-1840"/>
                    <a:pt x="116554" y="208"/>
                    <a:pt x="118554" y="4732"/>
                  </a:cubicBezTo>
                  <a:cubicBezTo>
                    <a:pt x="119497" y="6875"/>
                    <a:pt x="119564" y="9304"/>
                    <a:pt x="118745" y="11495"/>
                  </a:cubicBezTo>
                  <a:cubicBezTo>
                    <a:pt x="109715" y="37793"/>
                    <a:pt x="106819" y="65816"/>
                    <a:pt x="110267" y="93410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多边形 117"/>
            <p:cNvSpPr/>
            <p:nvPr/>
          </p:nvSpPr>
          <p:spPr>
            <a:xfrm>
              <a:off x="8388388" y="2965933"/>
              <a:ext cx="1428546" cy="1598198"/>
            </a:xfrm>
            <a:custGeom>
              <a:avLst/>
              <a:gdLst>
                <a:gd name="connsiteX0" fmla="*/ 336771 w 722268"/>
                <a:gd name="connsiteY0" fmla="*/ -607 h 808043"/>
                <a:gd name="connsiteX1" fmla="*/ 658716 w 722268"/>
                <a:gd name="connsiteY1" fmla="*/ 139601 h 808043"/>
                <a:gd name="connsiteX2" fmla="*/ 721772 w 722268"/>
                <a:gd name="connsiteY2" fmla="*/ 740629 h 808043"/>
                <a:gd name="connsiteX3" fmla="*/ 668546 w 722268"/>
                <a:gd name="connsiteY3" fmla="*/ 807075 h 808043"/>
                <a:gd name="connsiteX4" fmla="*/ 657954 w 722268"/>
                <a:gd name="connsiteY4" fmla="*/ 807304 h 808043"/>
                <a:gd name="connsiteX5" fmla="*/ -128 w 722268"/>
                <a:gd name="connsiteY5" fmla="*/ 760250 h 808043"/>
                <a:gd name="connsiteX6" fmla="*/ 342772 w 722268"/>
                <a:gd name="connsiteY6" fmla="*/ 406587 h 808043"/>
                <a:gd name="connsiteX7" fmla="*/ 392779 w 722268"/>
                <a:gd name="connsiteY7" fmla="*/ 126838 h 80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2268" h="808043">
                  <a:moveTo>
                    <a:pt x="336771" y="-607"/>
                  </a:moveTo>
                  <a:lnTo>
                    <a:pt x="658716" y="139601"/>
                  </a:lnTo>
                  <a:lnTo>
                    <a:pt x="721772" y="740629"/>
                  </a:lnTo>
                  <a:cubicBezTo>
                    <a:pt x="725420" y="773671"/>
                    <a:pt x="701589" y="803417"/>
                    <a:pt x="668546" y="807075"/>
                  </a:cubicBezTo>
                  <a:cubicBezTo>
                    <a:pt x="665032" y="807456"/>
                    <a:pt x="661488" y="807542"/>
                    <a:pt x="657954" y="807304"/>
                  </a:cubicBezTo>
                  <a:lnTo>
                    <a:pt x="-128" y="760250"/>
                  </a:lnTo>
                  <a:lnTo>
                    <a:pt x="342772" y="406587"/>
                  </a:lnTo>
                  <a:cubicBezTo>
                    <a:pt x="414724" y="332158"/>
                    <a:pt x="434488" y="221583"/>
                    <a:pt x="392779" y="126838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多边形 118"/>
            <p:cNvSpPr/>
            <p:nvPr/>
          </p:nvSpPr>
          <p:spPr>
            <a:xfrm>
              <a:off x="8798566" y="2098872"/>
              <a:ext cx="708298" cy="715029"/>
            </a:xfrm>
            <a:custGeom>
              <a:avLst/>
              <a:gdLst>
                <a:gd name="connsiteX0" fmla="*/ 357986 w 358113"/>
                <a:gd name="connsiteY0" fmla="*/ 42012 h 361516"/>
                <a:gd name="connsiteX1" fmla="*/ 63854 w 358113"/>
                <a:gd name="connsiteY1" fmla="*/ 70587 h 361516"/>
                <a:gd name="connsiteX2" fmla="*/ 28611 w 358113"/>
                <a:gd name="connsiteY2" fmla="*/ 360910 h 36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113" h="361516">
                  <a:moveTo>
                    <a:pt x="357986" y="42012"/>
                  </a:moveTo>
                  <a:cubicBezTo>
                    <a:pt x="357986" y="42012"/>
                    <a:pt x="210348" y="-70763"/>
                    <a:pt x="63854" y="70587"/>
                  </a:cubicBezTo>
                  <a:cubicBezTo>
                    <a:pt x="-55399" y="186031"/>
                    <a:pt x="28611" y="360910"/>
                    <a:pt x="28611" y="360910"/>
                  </a:cubicBezTo>
                </a:path>
              </a:pathLst>
            </a:custGeom>
            <a:noFill/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多边形 119"/>
            <p:cNvSpPr/>
            <p:nvPr/>
          </p:nvSpPr>
          <p:spPr>
            <a:xfrm>
              <a:off x="7763632" y="3165430"/>
              <a:ext cx="3051381" cy="2133891"/>
            </a:xfrm>
            <a:custGeom>
              <a:avLst/>
              <a:gdLst>
                <a:gd name="connsiteX0" fmla="*/ 311459 w 1542767"/>
                <a:gd name="connsiteY0" fmla="*/ 51119 h 1078888"/>
                <a:gd name="connsiteX1" fmla="*/ 357370 w 1542767"/>
                <a:gd name="connsiteY1" fmla="*/ 91219 h 1078888"/>
                <a:gd name="connsiteX2" fmla="*/ 1352637 w 1542767"/>
                <a:gd name="connsiteY2" fmla="*/ 657957 h 1078888"/>
                <a:gd name="connsiteX3" fmla="*/ 1409787 w 1542767"/>
                <a:gd name="connsiteY3" fmla="*/ 676435 h 1078888"/>
                <a:gd name="connsiteX4" fmla="*/ 1516563 w 1542767"/>
                <a:gd name="connsiteY4" fmla="*/ 940373 h 1078888"/>
                <a:gd name="connsiteX5" fmla="*/ 1516563 w 1542767"/>
                <a:gd name="connsiteY5" fmla="*/ 940373 h 1078888"/>
                <a:gd name="connsiteX6" fmla="*/ 1191474 w 1542767"/>
                <a:gd name="connsiteY6" fmla="*/ 1066389 h 1078888"/>
                <a:gd name="connsiteX7" fmla="*/ 1133848 w 1542767"/>
                <a:gd name="connsiteY7" fmla="*/ 1048005 h 1078888"/>
                <a:gd name="connsiteX8" fmla="*/ 138295 w 1542767"/>
                <a:gd name="connsiteY8" fmla="*/ 481744 h 1078888"/>
                <a:gd name="connsiteX9" fmla="*/ 92861 w 1542767"/>
                <a:gd name="connsiteY9" fmla="*/ 441453 h 1078888"/>
                <a:gd name="connsiteX10" fmla="*/ 31900 w 1542767"/>
                <a:gd name="connsiteY10" fmla="*/ 95601 h 1078888"/>
                <a:gd name="connsiteX11" fmla="*/ 31900 w 1542767"/>
                <a:gd name="connsiteY11" fmla="*/ 95601 h 1078888"/>
                <a:gd name="connsiteX12" fmla="*/ 311459 w 1542767"/>
                <a:gd name="connsiteY12" fmla="*/ 51119 h 1078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42767" h="1078888">
                  <a:moveTo>
                    <a:pt x="311459" y="51119"/>
                  </a:moveTo>
                  <a:lnTo>
                    <a:pt x="357370" y="91219"/>
                  </a:lnTo>
                  <a:lnTo>
                    <a:pt x="1352637" y="657957"/>
                  </a:lnTo>
                  <a:lnTo>
                    <a:pt x="1409787" y="676435"/>
                  </a:lnTo>
                  <a:cubicBezTo>
                    <a:pt x="1529040" y="714535"/>
                    <a:pt x="1576856" y="832645"/>
                    <a:pt x="1516563" y="940373"/>
                  </a:cubicBezTo>
                  <a:lnTo>
                    <a:pt x="1516563" y="940373"/>
                  </a:lnTo>
                  <a:cubicBezTo>
                    <a:pt x="1456269" y="1048005"/>
                    <a:pt x="1310727" y="1104489"/>
                    <a:pt x="1191474" y="1066389"/>
                  </a:cubicBezTo>
                  <a:lnTo>
                    <a:pt x="1133848" y="1048005"/>
                  </a:lnTo>
                  <a:lnTo>
                    <a:pt x="138295" y="481744"/>
                  </a:lnTo>
                  <a:lnTo>
                    <a:pt x="92861" y="441453"/>
                  </a:lnTo>
                  <a:cubicBezTo>
                    <a:pt x="-1056" y="358110"/>
                    <a:pt x="-28393" y="203328"/>
                    <a:pt x="31900" y="95601"/>
                  </a:cubicBezTo>
                  <a:lnTo>
                    <a:pt x="31900" y="95601"/>
                  </a:lnTo>
                  <a:cubicBezTo>
                    <a:pt x="92575" y="-12508"/>
                    <a:pt x="217543" y="-32606"/>
                    <a:pt x="311459" y="51119"/>
                  </a:cubicBezTo>
                  <a:close/>
                </a:path>
              </a:pathLst>
            </a:custGeom>
            <a:solidFill>
              <a:srgbClr val="FFF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多边形 120"/>
            <p:cNvSpPr/>
            <p:nvPr/>
          </p:nvSpPr>
          <p:spPr>
            <a:xfrm>
              <a:off x="7739228" y="3210721"/>
              <a:ext cx="3049600" cy="2134000"/>
            </a:xfrm>
            <a:custGeom>
              <a:avLst/>
              <a:gdLst>
                <a:gd name="connsiteX0" fmla="*/ 311132 w 1541867"/>
                <a:gd name="connsiteY0" fmla="*/ 50984 h 1078943"/>
                <a:gd name="connsiteX1" fmla="*/ 356470 w 1541867"/>
                <a:gd name="connsiteY1" fmla="*/ 91275 h 1078943"/>
                <a:gd name="connsiteX2" fmla="*/ 1351738 w 1541867"/>
                <a:gd name="connsiteY2" fmla="*/ 658108 h 1078943"/>
                <a:gd name="connsiteX3" fmla="*/ 1408888 w 1541867"/>
                <a:gd name="connsiteY3" fmla="*/ 676491 h 1078943"/>
                <a:gd name="connsiteX4" fmla="*/ 1515663 w 1541867"/>
                <a:gd name="connsiteY4" fmla="*/ 940429 h 1078943"/>
                <a:gd name="connsiteX5" fmla="*/ 1515663 w 1541867"/>
                <a:gd name="connsiteY5" fmla="*/ 940429 h 1078943"/>
                <a:gd name="connsiteX6" fmla="*/ 1190575 w 1541867"/>
                <a:gd name="connsiteY6" fmla="*/ 1066444 h 1078943"/>
                <a:gd name="connsiteX7" fmla="*/ 1132949 w 1541867"/>
                <a:gd name="connsiteY7" fmla="*/ 1048061 h 1078943"/>
                <a:gd name="connsiteX8" fmla="*/ 138253 w 1541867"/>
                <a:gd name="connsiteY8" fmla="*/ 481324 h 1078943"/>
                <a:gd name="connsiteX9" fmla="*/ 92818 w 1541867"/>
                <a:gd name="connsiteY9" fmla="*/ 441033 h 1078943"/>
                <a:gd name="connsiteX10" fmla="*/ 31858 w 1541867"/>
                <a:gd name="connsiteY10" fmla="*/ 95085 h 1078943"/>
                <a:gd name="connsiteX11" fmla="*/ 31858 w 1541867"/>
                <a:gd name="connsiteY11" fmla="*/ 95085 h 1078943"/>
                <a:gd name="connsiteX12" fmla="*/ 311132 w 1541867"/>
                <a:gd name="connsiteY12" fmla="*/ 50984 h 107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41867" h="1078943">
                  <a:moveTo>
                    <a:pt x="311132" y="50984"/>
                  </a:moveTo>
                  <a:lnTo>
                    <a:pt x="356470" y="91275"/>
                  </a:lnTo>
                  <a:lnTo>
                    <a:pt x="1351738" y="658108"/>
                  </a:lnTo>
                  <a:lnTo>
                    <a:pt x="1408888" y="676491"/>
                  </a:lnTo>
                  <a:cubicBezTo>
                    <a:pt x="1528141" y="714591"/>
                    <a:pt x="1575956" y="832701"/>
                    <a:pt x="1515663" y="940429"/>
                  </a:cubicBezTo>
                  <a:lnTo>
                    <a:pt x="1515663" y="940429"/>
                  </a:lnTo>
                  <a:cubicBezTo>
                    <a:pt x="1455370" y="1048061"/>
                    <a:pt x="1309923" y="1104544"/>
                    <a:pt x="1190575" y="1066444"/>
                  </a:cubicBezTo>
                  <a:lnTo>
                    <a:pt x="1132949" y="1048061"/>
                  </a:lnTo>
                  <a:lnTo>
                    <a:pt x="138253" y="481324"/>
                  </a:lnTo>
                  <a:lnTo>
                    <a:pt x="92818" y="441033"/>
                  </a:lnTo>
                  <a:cubicBezTo>
                    <a:pt x="-1098" y="357689"/>
                    <a:pt x="-28340" y="202908"/>
                    <a:pt x="31858" y="95085"/>
                  </a:cubicBezTo>
                  <a:lnTo>
                    <a:pt x="31858" y="95085"/>
                  </a:lnTo>
                  <a:cubicBezTo>
                    <a:pt x="92152" y="-12643"/>
                    <a:pt x="217310" y="-32360"/>
                    <a:pt x="311132" y="50984"/>
                  </a:cubicBezTo>
                  <a:close/>
                </a:path>
              </a:pathLst>
            </a:custGeom>
            <a:solidFill>
              <a:srgbClr val="FDD9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任意多边形 121"/>
            <p:cNvSpPr/>
            <p:nvPr/>
          </p:nvSpPr>
          <p:spPr>
            <a:xfrm>
              <a:off x="7944690" y="3632438"/>
              <a:ext cx="523611" cy="412889"/>
            </a:xfrm>
            <a:custGeom>
              <a:avLst/>
              <a:gdLst>
                <a:gd name="connsiteX0" fmla="*/ 33228 w 264736"/>
                <a:gd name="connsiteY0" fmla="*/ 123420 h 208755"/>
                <a:gd name="connsiteX1" fmla="*/ 166578 w 264736"/>
                <a:gd name="connsiteY1" fmla="*/ 199620 h 208755"/>
                <a:gd name="connsiteX2" fmla="*/ 255780 w 264736"/>
                <a:gd name="connsiteY2" fmla="*/ 174979 h 208755"/>
                <a:gd name="connsiteX3" fmla="*/ 256113 w 264736"/>
                <a:gd name="connsiteY3" fmla="*/ 174379 h 208755"/>
                <a:gd name="connsiteX4" fmla="*/ 256113 w 264736"/>
                <a:gd name="connsiteY4" fmla="*/ 174379 h 208755"/>
                <a:gd name="connsiteX5" fmla="*/ 231253 w 264736"/>
                <a:gd name="connsiteY5" fmla="*/ 84082 h 208755"/>
                <a:gd name="connsiteX6" fmla="*/ 97903 w 264736"/>
                <a:gd name="connsiteY6" fmla="*/ 7882 h 208755"/>
                <a:gd name="connsiteX7" fmla="*/ 8606 w 264736"/>
                <a:gd name="connsiteY7" fmla="*/ 32695 h 208755"/>
                <a:gd name="connsiteX8" fmla="*/ 8368 w 264736"/>
                <a:gd name="connsiteY8" fmla="*/ 33124 h 208755"/>
                <a:gd name="connsiteX9" fmla="*/ 8368 w 264736"/>
                <a:gd name="connsiteY9" fmla="*/ 33124 h 208755"/>
                <a:gd name="connsiteX10" fmla="*/ 33228 w 264736"/>
                <a:gd name="connsiteY10" fmla="*/ 123420 h 208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4736" h="208755">
                  <a:moveTo>
                    <a:pt x="33228" y="123420"/>
                  </a:moveTo>
                  <a:lnTo>
                    <a:pt x="166578" y="199620"/>
                  </a:lnTo>
                  <a:cubicBezTo>
                    <a:pt x="198011" y="217451"/>
                    <a:pt x="237949" y="206412"/>
                    <a:pt x="255780" y="174979"/>
                  </a:cubicBezTo>
                  <a:cubicBezTo>
                    <a:pt x="255894" y="174779"/>
                    <a:pt x="255999" y="174579"/>
                    <a:pt x="256113" y="174379"/>
                  </a:cubicBezTo>
                  <a:lnTo>
                    <a:pt x="256113" y="174379"/>
                  </a:lnTo>
                  <a:cubicBezTo>
                    <a:pt x="273915" y="142546"/>
                    <a:pt x="262847" y="102313"/>
                    <a:pt x="231253" y="84082"/>
                  </a:cubicBezTo>
                  <a:lnTo>
                    <a:pt x="97903" y="7882"/>
                  </a:lnTo>
                  <a:cubicBezTo>
                    <a:pt x="66394" y="-9920"/>
                    <a:pt x="26418" y="1186"/>
                    <a:pt x="8606" y="32695"/>
                  </a:cubicBezTo>
                  <a:cubicBezTo>
                    <a:pt x="8530" y="32837"/>
                    <a:pt x="8444" y="32981"/>
                    <a:pt x="8368" y="33124"/>
                  </a:cubicBezTo>
                  <a:lnTo>
                    <a:pt x="8368" y="33124"/>
                  </a:lnTo>
                  <a:cubicBezTo>
                    <a:pt x="-9434" y="64956"/>
                    <a:pt x="1634" y="105189"/>
                    <a:pt x="33228" y="123420"/>
                  </a:cubicBezTo>
                  <a:close/>
                </a:path>
              </a:pathLst>
            </a:custGeom>
            <a:solidFill>
              <a:srgbClr val="FFF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" name="任意多边形 122"/>
            <p:cNvSpPr/>
            <p:nvPr/>
          </p:nvSpPr>
          <p:spPr>
            <a:xfrm>
              <a:off x="8356125" y="3852319"/>
              <a:ext cx="39225" cy="39099"/>
            </a:xfrm>
            <a:custGeom>
              <a:avLst/>
              <a:gdLst>
                <a:gd name="connsiteX0" fmla="*/ 1325 w 19832"/>
                <a:gd name="connsiteY0" fmla="*/ 4248 h 19768"/>
                <a:gd name="connsiteX1" fmla="*/ 4344 w 19832"/>
                <a:gd name="connsiteY1" fmla="*/ 17373 h 19768"/>
                <a:gd name="connsiteX2" fmla="*/ 5039 w 19832"/>
                <a:gd name="connsiteY2" fmla="*/ 17773 h 19768"/>
                <a:gd name="connsiteX3" fmla="*/ 18127 w 19832"/>
                <a:gd name="connsiteY3" fmla="*/ 14582 h 19768"/>
                <a:gd name="connsiteX4" fmla="*/ 18469 w 19832"/>
                <a:gd name="connsiteY4" fmla="*/ 13963 h 19768"/>
                <a:gd name="connsiteX5" fmla="*/ 14659 w 19832"/>
                <a:gd name="connsiteY5" fmla="*/ 628 h 19768"/>
                <a:gd name="connsiteX6" fmla="*/ 1325 w 19832"/>
                <a:gd name="connsiteY6" fmla="*/ 4438 h 19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32" h="19768">
                  <a:moveTo>
                    <a:pt x="1325" y="4248"/>
                  </a:moveTo>
                  <a:cubicBezTo>
                    <a:pt x="-1466" y="8705"/>
                    <a:pt x="-114" y="14582"/>
                    <a:pt x="4344" y="17373"/>
                  </a:cubicBezTo>
                  <a:cubicBezTo>
                    <a:pt x="4573" y="17516"/>
                    <a:pt x="4801" y="17649"/>
                    <a:pt x="5039" y="17773"/>
                  </a:cubicBezTo>
                  <a:cubicBezTo>
                    <a:pt x="9535" y="20507"/>
                    <a:pt x="15393" y="19078"/>
                    <a:pt x="18127" y="14582"/>
                  </a:cubicBezTo>
                  <a:cubicBezTo>
                    <a:pt x="18250" y="14382"/>
                    <a:pt x="18365" y="14173"/>
                    <a:pt x="18469" y="13963"/>
                  </a:cubicBezTo>
                  <a:cubicBezTo>
                    <a:pt x="21098" y="9230"/>
                    <a:pt x="19393" y="3257"/>
                    <a:pt x="14659" y="628"/>
                  </a:cubicBezTo>
                  <a:cubicBezTo>
                    <a:pt x="9925" y="-2001"/>
                    <a:pt x="3953" y="-295"/>
                    <a:pt x="1325" y="4438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任意多边形 123"/>
            <p:cNvSpPr/>
            <p:nvPr/>
          </p:nvSpPr>
          <p:spPr>
            <a:xfrm>
              <a:off x="8302421" y="3949541"/>
              <a:ext cx="37316" cy="37680"/>
            </a:xfrm>
            <a:custGeom>
              <a:avLst/>
              <a:gdLst>
                <a:gd name="connsiteX0" fmla="*/ 1141 w 18867"/>
                <a:gd name="connsiteY0" fmla="*/ 3861 h 19051"/>
                <a:gd name="connsiteX1" fmla="*/ 4856 w 18867"/>
                <a:gd name="connsiteY1" fmla="*/ 17386 h 19051"/>
                <a:gd name="connsiteX2" fmla="*/ 17686 w 18867"/>
                <a:gd name="connsiteY2" fmla="*/ 13272 h 19051"/>
                <a:gd name="connsiteX3" fmla="*/ 13571 w 18867"/>
                <a:gd name="connsiteY3" fmla="*/ 451 h 19051"/>
                <a:gd name="connsiteX4" fmla="*/ 1141 w 18867"/>
                <a:gd name="connsiteY4" fmla="*/ 3861 h 19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67" h="19051">
                  <a:moveTo>
                    <a:pt x="1141" y="3861"/>
                  </a:moveTo>
                  <a:cubicBezTo>
                    <a:pt x="-1516" y="8624"/>
                    <a:pt x="132" y="14643"/>
                    <a:pt x="4856" y="17386"/>
                  </a:cubicBezTo>
                  <a:cubicBezTo>
                    <a:pt x="9533" y="19796"/>
                    <a:pt x="15276" y="17949"/>
                    <a:pt x="17686" y="13272"/>
                  </a:cubicBezTo>
                  <a:cubicBezTo>
                    <a:pt x="20086" y="8595"/>
                    <a:pt x="18248" y="2851"/>
                    <a:pt x="13571" y="451"/>
                  </a:cubicBezTo>
                  <a:cubicBezTo>
                    <a:pt x="9171" y="-1816"/>
                    <a:pt x="3770" y="-330"/>
                    <a:pt x="1141" y="3861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多边形 124"/>
            <p:cNvSpPr/>
            <p:nvPr/>
          </p:nvSpPr>
          <p:spPr>
            <a:xfrm>
              <a:off x="8072582" y="3689437"/>
              <a:ext cx="39381" cy="39821"/>
            </a:xfrm>
            <a:custGeom>
              <a:avLst/>
              <a:gdLst>
                <a:gd name="connsiteX0" fmla="*/ 1141 w 19911"/>
                <a:gd name="connsiteY0" fmla="*/ 4591 h 20133"/>
                <a:gd name="connsiteX1" fmla="*/ 4856 w 19911"/>
                <a:gd name="connsiteY1" fmla="*/ 18117 h 20133"/>
                <a:gd name="connsiteX2" fmla="*/ 17953 w 19911"/>
                <a:gd name="connsiteY2" fmla="*/ 14983 h 20133"/>
                <a:gd name="connsiteX3" fmla="*/ 18286 w 19911"/>
                <a:gd name="connsiteY3" fmla="*/ 14402 h 20133"/>
                <a:gd name="connsiteX4" fmla="*/ 15391 w 19911"/>
                <a:gd name="connsiteY4" fmla="*/ 1248 h 20133"/>
                <a:gd name="connsiteX5" fmla="*/ 14571 w 19911"/>
                <a:gd name="connsiteY5" fmla="*/ 781 h 20133"/>
                <a:gd name="connsiteX6" fmla="*/ 1484 w 19911"/>
                <a:gd name="connsiteY6" fmla="*/ 3972 h 20133"/>
                <a:gd name="connsiteX7" fmla="*/ 1141 w 19911"/>
                <a:gd name="connsiteY7" fmla="*/ 4591 h 20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11" h="20133">
                  <a:moveTo>
                    <a:pt x="1141" y="4591"/>
                  </a:moveTo>
                  <a:cubicBezTo>
                    <a:pt x="-1516" y="9353"/>
                    <a:pt x="132" y="15373"/>
                    <a:pt x="4856" y="18117"/>
                  </a:cubicBezTo>
                  <a:cubicBezTo>
                    <a:pt x="9342" y="20870"/>
                    <a:pt x="15200" y="19469"/>
                    <a:pt x="17953" y="14983"/>
                  </a:cubicBezTo>
                  <a:cubicBezTo>
                    <a:pt x="18077" y="14793"/>
                    <a:pt x="18181" y="14602"/>
                    <a:pt x="18286" y="14402"/>
                  </a:cubicBezTo>
                  <a:cubicBezTo>
                    <a:pt x="21115" y="9973"/>
                    <a:pt x="19820" y="4077"/>
                    <a:pt x="15391" y="1248"/>
                  </a:cubicBezTo>
                  <a:cubicBezTo>
                    <a:pt x="15124" y="1077"/>
                    <a:pt x="14848" y="924"/>
                    <a:pt x="14571" y="781"/>
                  </a:cubicBezTo>
                  <a:cubicBezTo>
                    <a:pt x="10076" y="-1952"/>
                    <a:pt x="4218" y="-524"/>
                    <a:pt x="1484" y="3972"/>
                  </a:cubicBezTo>
                  <a:cubicBezTo>
                    <a:pt x="1360" y="4172"/>
                    <a:pt x="1246" y="4382"/>
                    <a:pt x="1141" y="4591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多边形 125"/>
            <p:cNvSpPr/>
            <p:nvPr/>
          </p:nvSpPr>
          <p:spPr>
            <a:xfrm>
              <a:off x="8017398" y="3786572"/>
              <a:ext cx="39225" cy="39099"/>
            </a:xfrm>
            <a:custGeom>
              <a:avLst/>
              <a:gdLst>
                <a:gd name="connsiteX0" fmla="*/ 1324 w 19832"/>
                <a:gd name="connsiteY0" fmla="*/ 4248 h 19768"/>
                <a:gd name="connsiteX1" fmla="*/ 4344 w 19832"/>
                <a:gd name="connsiteY1" fmla="*/ 17373 h 19768"/>
                <a:gd name="connsiteX2" fmla="*/ 5039 w 19832"/>
                <a:gd name="connsiteY2" fmla="*/ 17773 h 19768"/>
                <a:gd name="connsiteX3" fmla="*/ 18127 w 19832"/>
                <a:gd name="connsiteY3" fmla="*/ 14582 h 19768"/>
                <a:gd name="connsiteX4" fmla="*/ 18470 w 19832"/>
                <a:gd name="connsiteY4" fmla="*/ 13963 h 19768"/>
                <a:gd name="connsiteX5" fmla="*/ 14659 w 19832"/>
                <a:gd name="connsiteY5" fmla="*/ 628 h 19768"/>
                <a:gd name="connsiteX6" fmla="*/ 1324 w 19832"/>
                <a:gd name="connsiteY6" fmla="*/ 4438 h 19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32" h="19768">
                  <a:moveTo>
                    <a:pt x="1324" y="4248"/>
                  </a:moveTo>
                  <a:cubicBezTo>
                    <a:pt x="-1466" y="8705"/>
                    <a:pt x="-114" y="14582"/>
                    <a:pt x="4344" y="17373"/>
                  </a:cubicBezTo>
                  <a:cubicBezTo>
                    <a:pt x="4573" y="17516"/>
                    <a:pt x="4801" y="17649"/>
                    <a:pt x="5039" y="17773"/>
                  </a:cubicBezTo>
                  <a:cubicBezTo>
                    <a:pt x="9535" y="20507"/>
                    <a:pt x="15393" y="19078"/>
                    <a:pt x="18127" y="14582"/>
                  </a:cubicBezTo>
                  <a:cubicBezTo>
                    <a:pt x="18250" y="14382"/>
                    <a:pt x="18365" y="14173"/>
                    <a:pt x="18470" y="13963"/>
                  </a:cubicBezTo>
                  <a:cubicBezTo>
                    <a:pt x="21098" y="9229"/>
                    <a:pt x="19393" y="3257"/>
                    <a:pt x="14659" y="628"/>
                  </a:cubicBezTo>
                  <a:cubicBezTo>
                    <a:pt x="9926" y="-2000"/>
                    <a:pt x="3953" y="-296"/>
                    <a:pt x="1324" y="4438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>
              <a:off x="7854058" y="4004534"/>
              <a:ext cx="369674" cy="285451"/>
            </a:xfrm>
            <a:custGeom>
              <a:avLst/>
              <a:gdLst>
                <a:gd name="connsiteX0" fmla="*/ 186779 w 186906"/>
                <a:gd name="connsiteY0" fmla="*/ 92262 h 144323"/>
                <a:gd name="connsiteX1" fmla="*/ 166585 w 186906"/>
                <a:gd name="connsiteY1" fmla="*/ 128361 h 144323"/>
                <a:gd name="connsiteX2" fmla="*/ 61810 w 186906"/>
                <a:gd name="connsiteY2" fmla="*/ 122741 h 144323"/>
                <a:gd name="connsiteX3" fmla="*/ 3041 w 186906"/>
                <a:gd name="connsiteY3" fmla="*/ 35397 h 144323"/>
                <a:gd name="connsiteX4" fmla="*/ 23234 w 186906"/>
                <a:gd name="connsiteY4" fmla="*/ -607 h 14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906" h="144323">
                  <a:moveTo>
                    <a:pt x="186779" y="92262"/>
                  </a:moveTo>
                  <a:lnTo>
                    <a:pt x="166585" y="128361"/>
                  </a:lnTo>
                  <a:cubicBezTo>
                    <a:pt x="153917" y="150840"/>
                    <a:pt x="107245" y="148364"/>
                    <a:pt x="61810" y="122741"/>
                  </a:cubicBezTo>
                  <a:cubicBezTo>
                    <a:pt x="16376" y="97119"/>
                    <a:pt x="-9532" y="57972"/>
                    <a:pt x="3041" y="35397"/>
                  </a:cubicBezTo>
                  <a:lnTo>
                    <a:pt x="23234" y="-607"/>
                  </a:ln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>
              <a:off x="7894724" y="3974087"/>
              <a:ext cx="336052" cy="244881"/>
            </a:xfrm>
            <a:custGeom>
              <a:avLst/>
              <a:gdLst>
                <a:gd name="connsiteX0" fmla="*/ 3055 w 169907"/>
                <a:gd name="connsiteY0" fmla="*/ 14787 h 123811"/>
                <a:gd name="connsiteX1" fmla="*/ 61729 w 169907"/>
                <a:gd name="connsiteY1" fmla="*/ 102036 h 123811"/>
                <a:gd name="connsiteX2" fmla="*/ 166504 w 169907"/>
                <a:gd name="connsiteY2" fmla="*/ 107656 h 123811"/>
                <a:gd name="connsiteX3" fmla="*/ 107734 w 169907"/>
                <a:gd name="connsiteY3" fmla="*/ 20407 h 123811"/>
                <a:gd name="connsiteX4" fmla="*/ 3055 w 169907"/>
                <a:gd name="connsiteY4" fmla="*/ 14787 h 123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907" h="123811">
                  <a:moveTo>
                    <a:pt x="3055" y="14787"/>
                  </a:moveTo>
                  <a:cubicBezTo>
                    <a:pt x="-9614" y="37266"/>
                    <a:pt x="16675" y="76414"/>
                    <a:pt x="61729" y="102036"/>
                  </a:cubicBezTo>
                  <a:cubicBezTo>
                    <a:pt x="106782" y="127658"/>
                    <a:pt x="153550" y="130611"/>
                    <a:pt x="166504" y="107656"/>
                  </a:cubicBezTo>
                  <a:cubicBezTo>
                    <a:pt x="179458" y="84701"/>
                    <a:pt x="152788" y="46029"/>
                    <a:pt x="107734" y="20407"/>
                  </a:cubicBezTo>
                  <a:cubicBezTo>
                    <a:pt x="62681" y="-5215"/>
                    <a:pt x="15628" y="-7787"/>
                    <a:pt x="3055" y="14787"/>
                  </a:cubicBezTo>
                  <a:close/>
                </a:path>
              </a:pathLst>
            </a:custGeom>
            <a:solidFill>
              <a:srgbClr val="FFF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>
              <a:off x="7998466" y="3549381"/>
              <a:ext cx="415729" cy="586833"/>
            </a:xfrm>
            <a:custGeom>
              <a:avLst/>
              <a:gdLst>
                <a:gd name="connsiteX0" fmla="*/ 210064 w 210191"/>
                <a:gd name="connsiteY0" fmla="*/ 38255 h 296701"/>
                <a:gd name="connsiteX1" fmla="*/ 69380 w 210191"/>
                <a:gd name="connsiteY1" fmla="*/ 289620 h 296701"/>
                <a:gd name="connsiteX2" fmla="*/ 25755 w 210191"/>
                <a:gd name="connsiteY2" fmla="*/ 287239 h 296701"/>
                <a:gd name="connsiteX3" fmla="*/ 1181 w 210191"/>
                <a:gd name="connsiteY3" fmla="*/ 250758 h 296701"/>
                <a:gd name="connsiteX4" fmla="*/ 141865 w 210191"/>
                <a:gd name="connsiteY4" fmla="*/ -607 h 29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191" h="296701">
                  <a:moveTo>
                    <a:pt x="210064" y="38255"/>
                  </a:moveTo>
                  <a:lnTo>
                    <a:pt x="69380" y="289620"/>
                  </a:lnTo>
                  <a:cubicBezTo>
                    <a:pt x="64141" y="299145"/>
                    <a:pt x="44615" y="298002"/>
                    <a:pt x="25755" y="287239"/>
                  </a:cubicBezTo>
                  <a:cubicBezTo>
                    <a:pt x="6896" y="276476"/>
                    <a:pt x="-4058" y="260188"/>
                    <a:pt x="1181" y="250758"/>
                  </a:cubicBezTo>
                  <a:lnTo>
                    <a:pt x="141865" y="-607"/>
                  </a:ln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>
              <a:off x="8161513" y="3454997"/>
              <a:ext cx="369674" cy="285528"/>
            </a:xfrm>
            <a:custGeom>
              <a:avLst/>
              <a:gdLst>
                <a:gd name="connsiteX0" fmla="*/ 186778 w 186906"/>
                <a:gd name="connsiteY0" fmla="*/ 92262 h 144362"/>
                <a:gd name="connsiteX1" fmla="*/ 166585 w 186906"/>
                <a:gd name="connsiteY1" fmla="*/ 128362 h 144362"/>
                <a:gd name="connsiteX2" fmla="*/ 61810 w 186906"/>
                <a:gd name="connsiteY2" fmla="*/ 122742 h 144362"/>
                <a:gd name="connsiteX3" fmla="*/ 3041 w 186906"/>
                <a:gd name="connsiteY3" fmla="*/ 35398 h 144362"/>
                <a:gd name="connsiteX4" fmla="*/ 23234 w 186906"/>
                <a:gd name="connsiteY4" fmla="*/ -607 h 14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906" h="144362">
                  <a:moveTo>
                    <a:pt x="186778" y="92262"/>
                  </a:moveTo>
                  <a:lnTo>
                    <a:pt x="166585" y="128362"/>
                  </a:lnTo>
                  <a:cubicBezTo>
                    <a:pt x="154012" y="150936"/>
                    <a:pt x="107245" y="148364"/>
                    <a:pt x="61810" y="122742"/>
                  </a:cubicBezTo>
                  <a:cubicBezTo>
                    <a:pt x="16376" y="97120"/>
                    <a:pt x="-9532" y="57972"/>
                    <a:pt x="3041" y="35398"/>
                  </a:cubicBezTo>
                  <a:lnTo>
                    <a:pt x="23234" y="-607"/>
                  </a:lnTo>
                  <a:close/>
                </a:path>
              </a:pathLst>
            </a:custGeom>
            <a:solidFill>
              <a:srgbClr val="FFF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多边形 130"/>
            <p:cNvSpPr/>
            <p:nvPr/>
          </p:nvSpPr>
          <p:spPr>
            <a:xfrm>
              <a:off x="8202260" y="3424549"/>
              <a:ext cx="336175" cy="244881"/>
            </a:xfrm>
            <a:custGeom>
              <a:avLst/>
              <a:gdLst>
                <a:gd name="connsiteX0" fmla="*/ 3014 w 169969"/>
                <a:gd name="connsiteY0" fmla="*/ 14787 h 123811"/>
                <a:gd name="connsiteX1" fmla="*/ 61783 w 169969"/>
                <a:gd name="connsiteY1" fmla="*/ 102037 h 123811"/>
                <a:gd name="connsiteX2" fmla="*/ 166558 w 169969"/>
                <a:gd name="connsiteY2" fmla="*/ 107656 h 123811"/>
                <a:gd name="connsiteX3" fmla="*/ 107884 w 169969"/>
                <a:gd name="connsiteY3" fmla="*/ 20407 h 123811"/>
                <a:gd name="connsiteX4" fmla="*/ 3014 w 169969"/>
                <a:gd name="connsiteY4" fmla="*/ 14787 h 123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969" h="123811">
                  <a:moveTo>
                    <a:pt x="3014" y="14787"/>
                  </a:moveTo>
                  <a:cubicBezTo>
                    <a:pt x="-9559" y="37361"/>
                    <a:pt x="16730" y="76414"/>
                    <a:pt x="61783" y="102037"/>
                  </a:cubicBezTo>
                  <a:cubicBezTo>
                    <a:pt x="106837" y="127659"/>
                    <a:pt x="153604" y="130612"/>
                    <a:pt x="166558" y="107656"/>
                  </a:cubicBezTo>
                  <a:cubicBezTo>
                    <a:pt x="179512" y="84701"/>
                    <a:pt x="152938" y="46030"/>
                    <a:pt x="107884" y="20407"/>
                  </a:cubicBezTo>
                  <a:cubicBezTo>
                    <a:pt x="62831" y="-5215"/>
                    <a:pt x="15682" y="-7787"/>
                    <a:pt x="3014" y="14787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>
              <a:off x="8305521" y="3501182"/>
              <a:ext cx="128868" cy="91310"/>
            </a:xfrm>
            <a:custGeom>
              <a:avLst/>
              <a:gdLst>
                <a:gd name="connsiteX0" fmla="*/ 906 w 65155"/>
                <a:gd name="connsiteY0" fmla="*/ 4522 h 46166"/>
                <a:gd name="connsiteX1" fmla="*/ 24243 w 65155"/>
                <a:gd name="connsiteY1" fmla="*/ 37002 h 46166"/>
                <a:gd name="connsiteX2" fmla="*/ 63962 w 65155"/>
                <a:gd name="connsiteY2" fmla="*/ 40431 h 46166"/>
                <a:gd name="connsiteX3" fmla="*/ 40530 w 65155"/>
                <a:gd name="connsiteY3" fmla="*/ 7951 h 46166"/>
                <a:gd name="connsiteX4" fmla="*/ 906 w 65155"/>
                <a:gd name="connsiteY4" fmla="*/ 4522 h 4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55" h="46166">
                  <a:moveTo>
                    <a:pt x="906" y="4522"/>
                  </a:moveTo>
                  <a:cubicBezTo>
                    <a:pt x="-3570" y="12523"/>
                    <a:pt x="6907" y="27096"/>
                    <a:pt x="24243" y="37002"/>
                  </a:cubicBezTo>
                  <a:cubicBezTo>
                    <a:pt x="41578" y="46908"/>
                    <a:pt x="59390" y="48432"/>
                    <a:pt x="63962" y="40431"/>
                  </a:cubicBezTo>
                  <a:cubicBezTo>
                    <a:pt x="68534" y="32430"/>
                    <a:pt x="57961" y="17857"/>
                    <a:pt x="40530" y="7951"/>
                  </a:cubicBezTo>
                  <a:cubicBezTo>
                    <a:pt x="23100" y="-1955"/>
                    <a:pt x="5383" y="-3479"/>
                    <a:pt x="906" y="4522"/>
                  </a:cubicBezTo>
                  <a:close/>
                </a:path>
              </a:pathLst>
            </a:custGeom>
            <a:solidFill>
              <a:srgbClr val="FFF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任意多边形 132"/>
            <p:cNvSpPr/>
            <p:nvPr/>
          </p:nvSpPr>
          <p:spPr>
            <a:xfrm>
              <a:off x="9895967" y="4741942"/>
              <a:ext cx="523691" cy="412932"/>
            </a:xfrm>
            <a:custGeom>
              <a:avLst/>
              <a:gdLst>
                <a:gd name="connsiteX0" fmla="*/ 33267 w 264776"/>
                <a:gd name="connsiteY0" fmla="*/ 123482 h 208777"/>
                <a:gd name="connsiteX1" fmla="*/ 166617 w 264776"/>
                <a:gd name="connsiteY1" fmla="*/ 199682 h 208777"/>
                <a:gd name="connsiteX2" fmla="*/ 255914 w 264776"/>
                <a:gd name="connsiteY2" fmla="*/ 174870 h 208777"/>
                <a:gd name="connsiteX3" fmla="*/ 256153 w 264776"/>
                <a:gd name="connsiteY3" fmla="*/ 174441 h 208777"/>
                <a:gd name="connsiteX4" fmla="*/ 256153 w 264776"/>
                <a:gd name="connsiteY4" fmla="*/ 174441 h 208777"/>
                <a:gd name="connsiteX5" fmla="*/ 231293 w 264776"/>
                <a:gd name="connsiteY5" fmla="*/ 84144 h 208777"/>
                <a:gd name="connsiteX6" fmla="*/ 97943 w 264776"/>
                <a:gd name="connsiteY6" fmla="*/ 7944 h 208777"/>
                <a:gd name="connsiteX7" fmla="*/ 8722 w 264776"/>
                <a:gd name="connsiteY7" fmla="*/ 32528 h 208777"/>
                <a:gd name="connsiteX8" fmla="*/ 8407 w 264776"/>
                <a:gd name="connsiteY8" fmla="*/ 33090 h 208777"/>
                <a:gd name="connsiteX9" fmla="*/ 8407 w 264776"/>
                <a:gd name="connsiteY9" fmla="*/ 33090 h 208777"/>
                <a:gd name="connsiteX10" fmla="*/ 33267 w 264776"/>
                <a:gd name="connsiteY10" fmla="*/ 123482 h 20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4776" h="208777">
                  <a:moveTo>
                    <a:pt x="33267" y="123482"/>
                  </a:moveTo>
                  <a:lnTo>
                    <a:pt x="166617" y="199682"/>
                  </a:lnTo>
                  <a:cubicBezTo>
                    <a:pt x="198127" y="217484"/>
                    <a:pt x="238103" y="206378"/>
                    <a:pt x="255914" y="174870"/>
                  </a:cubicBezTo>
                  <a:cubicBezTo>
                    <a:pt x="255991" y="174727"/>
                    <a:pt x="256077" y="174584"/>
                    <a:pt x="256153" y="174441"/>
                  </a:cubicBezTo>
                  <a:lnTo>
                    <a:pt x="256153" y="174441"/>
                  </a:lnTo>
                  <a:cubicBezTo>
                    <a:pt x="273955" y="142608"/>
                    <a:pt x="262887" y="102375"/>
                    <a:pt x="231293" y="84144"/>
                  </a:cubicBezTo>
                  <a:lnTo>
                    <a:pt x="97943" y="7944"/>
                  </a:lnTo>
                  <a:cubicBezTo>
                    <a:pt x="66520" y="-9906"/>
                    <a:pt x="26571" y="1095"/>
                    <a:pt x="8722" y="32528"/>
                  </a:cubicBezTo>
                  <a:cubicBezTo>
                    <a:pt x="8617" y="32708"/>
                    <a:pt x="8512" y="32899"/>
                    <a:pt x="8407" y="33090"/>
                  </a:cubicBezTo>
                  <a:lnTo>
                    <a:pt x="8407" y="33090"/>
                  </a:lnTo>
                  <a:cubicBezTo>
                    <a:pt x="-9461" y="64941"/>
                    <a:pt x="1626" y="105251"/>
                    <a:pt x="33267" y="123482"/>
                  </a:cubicBezTo>
                  <a:close/>
                </a:path>
              </a:pathLst>
            </a:custGeom>
            <a:solidFill>
              <a:srgbClr val="FFF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" name="任意多边形 133"/>
            <p:cNvSpPr/>
            <p:nvPr/>
          </p:nvSpPr>
          <p:spPr>
            <a:xfrm>
              <a:off x="10307833" y="4961394"/>
              <a:ext cx="38854" cy="39325"/>
            </a:xfrm>
            <a:custGeom>
              <a:avLst/>
              <a:gdLst>
                <a:gd name="connsiteX0" fmla="*/ 1148 w 19644"/>
                <a:gd name="connsiteY0" fmla="*/ 4431 h 19883"/>
                <a:gd name="connsiteX1" fmla="*/ 4862 w 19644"/>
                <a:gd name="connsiteY1" fmla="*/ 18052 h 19883"/>
                <a:gd name="connsiteX2" fmla="*/ 18293 w 19644"/>
                <a:gd name="connsiteY2" fmla="*/ 14147 h 19883"/>
                <a:gd name="connsiteX3" fmla="*/ 14387 w 19644"/>
                <a:gd name="connsiteY3" fmla="*/ 717 h 19883"/>
                <a:gd name="connsiteX4" fmla="*/ 1348 w 19644"/>
                <a:gd name="connsiteY4" fmla="*/ 4079 h 19883"/>
                <a:gd name="connsiteX5" fmla="*/ 1148 w 19644"/>
                <a:gd name="connsiteY5" fmla="*/ 4431 h 19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644" h="19883">
                  <a:moveTo>
                    <a:pt x="1148" y="4431"/>
                  </a:moveTo>
                  <a:cubicBezTo>
                    <a:pt x="-1520" y="9222"/>
                    <a:pt x="129" y="15280"/>
                    <a:pt x="4862" y="18052"/>
                  </a:cubicBezTo>
                  <a:cubicBezTo>
                    <a:pt x="9654" y="20681"/>
                    <a:pt x="15664" y="18938"/>
                    <a:pt x="18293" y="14147"/>
                  </a:cubicBezTo>
                  <a:cubicBezTo>
                    <a:pt x="20921" y="9356"/>
                    <a:pt x="19179" y="3345"/>
                    <a:pt x="14387" y="717"/>
                  </a:cubicBezTo>
                  <a:cubicBezTo>
                    <a:pt x="9853" y="-1960"/>
                    <a:pt x="4014" y="-446"/>
                    <a:pt x="1348" y="4079"/>
                  </a:cubicBezTo>
                  <a:cubicBezTo>
                    <a:pt x="1281" y="4193"/>
                    <a:pt x="1214" y="4317"/>
                    <a:pt x="1148" y="4431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任意多边形 134"/>
            <p:cNvSpPr/>
            <p:nvPr/>
          </p:nvSpPr>
          <p:spPr>
            <a:xfrm>
              <a:off x="10253802" y="5057450"/>
              <a:ext cx="39047" cy="40048"/>
            </a:xfrm>
            <a:custGeom>
              <a:avLst/>
              <a:gdLst>
                <a:gd name="connsiteX0" fmla="*/ 1128 w 19742"/>
                <a:gd name="connsiteY0" fmla="*/ 4633 h 20248"/>
                <a:gd name="connsiteX1" fmla="*/ 4938 w 19742"/>
                <a:gd name="connsiteY1" fmla="*/ 18254 h 20248"/>
                <a:gd name="connsiteX2" fmla="*/ 18026 w 19742"/>
                <a:gd name="connsiteY2" fmla="*/ 15063 h 20248"/>
                <a:gd name="connsiteX3" fmla="*/ 18369 w 19742"/>
                <a:gd name="connsiteY3" fmla="*/ 14444 h 20248"/>
                <a:gd name="connsiteX4" fmla="*/ 14654 w 19742"/>
                <a:gd name="connsiteY4" fmla="*/ 823 h 20248"/>
                <a:gd name="connsiteX5" fmla="*/ 1538 w 19742"/>
                <a:gd name="connsiteY5" fmla="*/ 3900 h 20248"/>
                <a:gd name="connsiteX6" fmla="*/ 1128 w 19742"/>
                <a:gd name="connsiteY6" fmla="*/ 4633 h 2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742" h="20248">
                  <a:moveTo>
                    <a:pt x="1128" y="4633"/>
                  </a:moveTo>
                  <a:cubicBezTo>
                    <a:pt x="-1530" y="9453"/>
                    <a:pt x="166" y="15511"/>
                    <a:pt x="4938" y="18254"/>
                  </a:cubicBezTo>
                  <a:cubicBezTo>
                    <a:pt x="9434" y="20988"/>
                    <a:pt x="15292" y="19559"/>
                    <a:pt x="18026" y="15063"/>
                  </a:cubicBezTo>
                  <a:cubicBezTo>
                    <a:pt x="18149" y="14863"/>
                    <a:pt x="18263" y="14654"/>
                    <a:pt x="18369" y="14444"/>
                  </a:cubicBezTo>
                  <a:cubicBezTo>
                    <a:pt x="20988" y="9644"/>
                    <a:pt x="19349" y="3633"/>
                    <a:pt x="14654" y="823"/>
                  </a:cubicBezTo>
                  <a:cubicBezTo>
                    <a:pt x="10186" y="-1949"/>
                    <a:pt x="4309" y="-567"/>
                    <a:pt x="1538" y="3900"/>
                  </a:cubicBezTo>
                  <a:cubicBezTo>
                    <a:pt x="1395" y="4138"/>
                    <a:pt x="1252" y="4386"/>
                    <a:pt x="1128" y="4633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>
              <a:off x="10022679" y="4798978"/>
              <a:ext cx="39437" cy="39860"/>
            </a:xfrm>
            <a:custGeom>
              <a:avLst/>
              <a:gdLst>
                <a:gd name="connsiteX0" fmla="*/ 1302 w 19939"/>
                <a:gd name="connsiteY0" fmla="*/ 4633 h 20153"/>
                <a:gd name="connsiteX1" fmla="*/ 4379 w 19939"/>
                <a:gd name="connsiteY1" fmla="*/ 17749 h 20153"/>
                <a:gd name="connsiteX2" fmla="*/ 5112 w 19939"/>
                <a:gd name="connsiteY2" fmla="*/ 18158 h 20153"/>
                <a:gd name="connsiteX3" fmla="*/ 18200 w 19939"/>
                <a:gd name="connsiteY3" fmla="*/ 14968 h 20153"/>
                <a:gd name="connsiteX4" fmla="*/ 18543 w 19939"/>
                <a:gd name="connsiteY4" fmla="*/ 14349 h 20153"/>
                <a:gd name="connsiteX5" fmla="*/ 14828 w 19939"/>
                <a:gd name="connsiteY5" fmla="*/ 823 h 20153"/>
                <a:gd name="connsiteX6" fmla="*/ 1712 w 19939"/>
                <a:gd name="connsiteY6" fmla="*/ 3900 h 20153"/>
                <a:gd name="connsiteX7" fmla="*/ 1302 w 19939"/>
                <a:gd name="connsiteY7" fmla="*/ 4633 h 20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39" h="20153">
                  <a:moveTo>
                    <a:pt x="1302" y="4633"/>
                  </a:moveTo>
                  <a:cubicBezTo>
                    <a:pt x="-1470" y="9100"/>
                    <a:pt x="-89" y="14977"/>
                    <a:pt x="4379" y="17749"/>
                  </a:cubicBezTo>
                  <a:cubicBezTo>
                    <a:pt x="4617" y="17892"/>
                    <a:pt x="4864" y="18035"/>
                    <a:pt x="5112" y="18158"/>
                  </a:cubicBezTo>
                  <a:cubicBezTo>
                    <a:pt x="9608" y="20893"/>
                    <a:pt x="15466" y="19464"/>
                    <a:pt x="18200" y="14968"/>
                  </a:cubicBezTo>
                  <a:cubicBezTo>
                    <a:pt x="18323" y="14768"/>
                    <a:pt x="18437" y="14558"/>
                    <a:pt x="18543" y="14349"/>
                  </a:cubicBezTo>
                  <a:cubicBezTo>
                    <a:pt x="21200" y="9586"/>
                    <a:pt x="19552" y="3566"/>
                    <a:pt x="14828" y="823"/>
                  </a:cubicBezTo>
                  <a:cubicBezTo>
                    <a:pt x="10361" y="-1948"/>
                    <a:pt x="4484" y="-568"/>
                    <a:pt x="1712" y="3900"/>
                  </a:cubicBezTo>
                  <a:cubicBezTo>
                    <a:pt x="1569" y="4138"/>
                    <a:pt x="1426" y="4385"/>
                    <a:pt x="1302" y="4633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" name="任意多边形 136"/>
            <p:cNvSpPr/>
            <p:nvPr/>
          </p:nvSpPr>
          <p:spPr>
            <a:xfrm>
              <a:off x="9969104" y="4895646"/>
              <a:ext cx="38854" cy="39324"/>
            </a:xfrm>
            <a:custGeom>
              <a:avLst/>
              <a:gdLst>
                <a:gd name="connsiteX0" fmla="*/ 1147 w 19644"/>
                <a:gd name="connsiteY0" fmla="*/ 4431 h 19882"/>
                <a:gd name="connsiteX1" fmla="*/ 4862 w 19644"/>
                <a:gd name="connsiteY1" fmla="*/ 18052 h 19882"/>
                <a:gd name="connsiteX2" fmla="*/ 18292 w 19644"/>
                <a:gd name="connsiteY2" fmla="*/ 14147 h 19882"/>
                <a:gd name="connsiteX3" fmla="*/ 14387 w 19644"/>
                <a:gd name="connsiteY3" fmla="*/ 717 h 19882"/>
                <a:gd name="connsiteX4" fmla="*/ 1347 w 19644"/>
                <a:gd name="connsiteY4" fmla="*/ 4079 h 19882"/>
                <a:gd name="connsiteX5" fmla="*/ 1147 w 19644"/>
                <a:gd name="connsiteY5" fmla="*/ 4431 h 19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644" h="19882">
                  <a:moveTo>
                    <a:pt x="1147" y="4431"/>
                  </a:moveTo>
                  <a:cubicBezTo>
                    <a:pt x="-1519" y="9222"/>
                    <a:pt x="128" y="15280"/>
                    <a:pt x="4862" y="18052"/>
                  </a:cubicBezTo>
                  <a:cubicBezTo>
                    <a:pt x="9653" y="20680"/>
                    <a:pt x="15663" y="18938"/>
                    <a:pt x="18292" y="14147"/>
                  </a:cubicBezTo>
                  <a:cubicBezTo>
                    <a:pt x="20921" y="9356"/>
                    <a:pt x="19178" y="3345"/>
                    <a:pt x="14387" y="717"/>
                  </a:cubicBezTo>
                  <a:cubicBezTo>
                    <a:pt x="9853" y="-1960"/>
                    <a:pt x="4015" y="-446"/>
                    <a:pt x="1347" y="4079"/>
                  </a:cubicBezTo>
                  <a:cubicBezTo>
                    <a:pt x="1271" y="4193"/>
                    <a:pt x="1214" y="4317"/>
                    <a:pt x="1147" y="4431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" name="任意多边形 137"/>
            <p:cNvSpPr/>
            <p:nvPr/>
          </p:nvSpPr>
          <p:spPr>
            <a:xfrm>
              <a:off x="9805415" y="5113970"/>
              <a:ext cx="369674" cy="285593"/>
            </a:xfrm>
            <a:custGeom>
              <a:avLst/>
              <a:gdLst>
                <a:gd name="connsiteX0" fmla="*/ 186778 w 186906"/>
                <a:gd name="connsiteY0" fmla="*/ 92357 h 144395"/>
                <a:gd name="connsiteX1" fmla="*/ 166585 w 186906"/>
                <a:gd name="connsiteY1" fmla="*/ 128362 h 144395"/>
                <a:gd name="connsiteX2" fmla="*/ 61810 w 186906"/>
                <a:gd name="connsiteY2" fmla="*/ 122742 h 144395"/>
                <a:gd name="connsiteX3" fmla="*/ 3041 w 186906"/>
                <a:gd name="connsiteY3" fmla="*/ 35493 h 144395"/>
                <a:gd name="connsiteX4" fmla="*/ 23234 w 186906"/>
                <a:gd name="connsiteY4" fmla="*/ -607 h 144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906" h="144395">
                  <a:moveTo>
                    <a:pt x="186778" y="92357"/>
                  </a:moveTo>
                  <a:lnTo>
                    <a:pt x="166585" y="128362"/>
                  </a:lnTo>
                  <a:cubicBezTo>
                    <a:pt x="154013" y="150936"/>
                    <a:pt x="107245" y="148460"/>
                    <a:pt x="61810" y="122742"/>
                  </a:cubicBezTo>
                  <a:cubicBezTo>
                    <a:pt x="16377" y="97024"/>
                    <a:pt x="-9532" y="58067"/>
                    <a:pt x="3041" y="35493"/>
                  </a:cubicBezTo>
                  <a:lnTo>
                    <a:pt x="23234" y="-607"/>
                  </a:ln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多边形 138"/>
            <p:cNvSpPr/>
            <p:nvPr/>
          </p:nvSpPr>
          <p:spPr>
            <a:xfrm>
              <a:off x="9846163" y="5083459"/>
              <a:ext cx="336173" cy="244816"/>
            </a:xfrm>
            <a:custGeom>
              <a:avLst/>
              <a:gdLst>
                <a:gd name="connsiteX0" fmla="*/ 3014 w 169968"/>
                <a:gd name="connsiteY0" fmla="*/ 14820 h 123778"/>
                <a:gd name="connsiteX1" fmla="*/ 61783 w 169968"/>
                <a:gd name="connsiteY1" fmla="*/ 102164 h 123778"/>
                <a:gd name="connsiteX2" fmla="*/ 166558 w 169968"/>
                <a:gd name="connsiteY2" fmla="*/ 107784 h 123778"/>
                <a:gd name="connsiteX3" fmla="*/ 107884 w 169968"/>
                <a:gd name="connsiteY3" fmla="*/ 20440 h 123778"/>
                <a:gd name="connsiteX4" fmla="*/ 3014 w 169968"/>
                <a:gd name="connsiteY4" fmla="*/ 14820 h 123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968" h="123778">
                  <a:moveTo>
                    <a:pt x="3014" y="14820"/>
                  </a:moveTo>
                  <a:cubicBezTo>
                    <a:pt x="-9559" y="37394"/>
                    <a:pt x="16730" y="76447"/>
                    <a:pt x="61783" y="102164"/>
                  </a:cubicBezTo>
                  <a:cubicBezTo>
                    <a:pt x="106836" y="127881"/>
                    <a:pt x="153604" y="130263"/>
                    <a:pt x="166558" y="107784"/>
                  </a:cubicBezTo>
                  <a:cubicBezTo>
                    <a:pt x="179512" y="85305"/>
                    <a:pt x="152937" y="46157"/>
                    <a:pt x="107884" y="20440"/>
                  </a:cubicBezTo>
                  <a:cubicBezTo>
                    <a:pt x="62831" y="-5278"/>
                    <a:pt x="15682" y="-7754"/>
                    <a:pt x="3014" y="14820"/>
                  </a:cubicBezTo>
                  <a:close/>
                </a:path>
              </a:pathLst>
            </a:custGeom>
            <a:solidFill>
              <a:srgbClr val="FFF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多边形 139"/>
            <p:cNvSpPr/>
            <p:nvPr/>
          </p:nvSpPr>
          <p:spPr>
            <a:xfrm>
              <a:off x="9950010" y="4659006"/>
              <a:ext cx="415730" cy="586664"/>
            </a:xfrm>
            <a:custGeom>
              <a:avLst/>
              <a:gdLst>
                <a:gd name="connsiteX0" fmla="*/ 210065 w 210192"/>
                <a:gd name="connsiteY0" fmla="*/ 38160 h 296615"/>
                <a:gd name="connsiteX1" fmla="*/ 69475 w 210192"/>
                <a:gd name="connsiteY1" fmla="*/ 289524 h 296615"/>
                <a:gd name="connsiteX2" fmla="*/ 25755 w 210192"/>
                <a:gd name="connsiteY2" fmla="*/ 287238 h 296615"/>
                <a:gd name="connsiteX3" fmla="*/ 1181 w 210192"/>
                <a:gd name="connsiteY3" fmla="*/ 250758 h 296615"/>
                <a:gd name="connsiteX4" fmla="*/ 141865 w 210192"/>
                <a:gd name="connsiteY4" fmla="*/ -607 h 296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192" h="296615">
                  <a:moveTo>
                    <a:pt x="210065" y="38160"/>
                  </a:moveTo>
                  <a:lnTo>
                    <a:pt x="69475" y="289524"/>
                  </a:lnTo>
                  <a:cubicBezTo>
                    <a:pt x="64142" y="299049"/>
                    <a:pt x="44615" y="297906"/>
                    <a:pt x="25755" y="287238"/>
                  </a:cubicBezTo>
                  <a:cubicBezTo>
                    <a:pt x="6896" y="276570"/>
                    <a:pt x="-4058" y="260188"/>
                    <a:pt x="1181" y="250758"/>
                  </a:cubicBezTo>
                  <a:lnTo>
                    <a:pt x="141865" y="-607"/>
                  </a:ln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多边形 140"/>
            <p:cNvSpPr/>
            <p:nvPr/>
          </p:nvSpPr>
          <p:spPr>
            <a:xfrm>
              <a:off x="10113180" y="4564432"/>
              <a:ext cx="369552" cy="285593"/>
            </a:xfrm>
            <a:custGeom>
              <a:avLst/>
              <a:gdLst>
                <a:gd name="connsiteX0" fmla="*/ 186717 w 186844"/>
                <a:gd name="connsiteY0" fmla="*/ 92357 h 144395"/>
                <a:gd name="connsiteX1" fmla="*/ 166524 w 186844"/>
                <a:gd name="connsiteY1" fmla="*/ 128361 h 144395"/>
                <a:gd name="connsiteX2" fmla="*/ 61749 w 186844"/>
                <a:gd name="connsiteY2" fmla="*/ 122742 h 144395"/>
                <a:gd name="connsiteX3" fmla="*/ 3075 w 186844"/>
                <a:gd name="connsiteY3" fmla="*/ 35493 h 144395"/>
                <a:gd name="connsiteX4" fmla="*/ 23268 w 186844"/>
                <a:gd name="connsiteY4" fmla="*/ -607 h 144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844" h="144395">
                  <a:moveTo>
                    <a:pt x="186717" y="92357"/>
                  </a:moveTo>
                  <a:lnTo>
                    <a:pt x="166524" y="128361"/>
                  </a:lnTo>
                  <a:cubicBezTo>
                    <a:pt x="153856" y="150936"/>
                    <a:pt x="107088" y="148460"/>
                    <a:pt x="61749" y="122742"/>
                  </a:cubicBezTo>
                  <a:cubicBezTo>
                    <a:pt x="16410" y="97024"/>
                    <a:pt x="-9593" y="58067"/>
                    <a:pt x="3075" y="35493"/>
                  </a:cubicBezTo>
                  <a:lnTo>
                    <a:pt x="23268" y="-607"/>
                  </a:lnTo>
                  <a:close/>
                </a:path>
              </a:pathLst>
            </a:custGeom>
            <a:solidFill>
              <a:srgbClr val="FFF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任意多边形 141"/>
            <p:cNvSpPr/>
            <p:nvPr/>
          </p:nvSpPr>
          <p:spPr>
            <a:xfrm>
              <a:off x="10153725" y="4533997"/>
              <a:ext cx="336052" cy="245120"/>
            </a:xfrm>
            <a:custGeom>
              <a:avLst/>
              <a:gdLst>
                <a:gd name="connsiteX0" fmla="*/ 3055 w 169907"/>
                <a:gd name="connsiteY0" fmla="*/ 14781 h 123932"/>
                <a:gd name="connsiteX1" fmla="*/ 61729 w 169907"/>
                <a:gd name="connsiteY1" fmla="*/ 102125 h 123932"/>
                <a:gd name="connsiteX2" fmla="*/ 166504 w 169907"/>
                <a:gd name="connsiteY2" fmla="*/ 107745 h 123932"/>
                <a:gd name="connsiteX3" fmla="*/ 107734 w 169907"/>
                <a:gd name="connsiteY3" fmla="*/ 20401 h 123932"/>
                <a:gd name="connsiteX4" fmla="*/ 3055 w 169907"/>
                <a:gd name="connsiteY4" fmla="*/ 14781 h 123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907" h="123932">
                  <a:moveTo>
                    <a:pt x="3055" y="14781"/>
                  </a:moveTo>
                  <a:cubicBezTo>
                    <a:pt x="-9613" y="37355"/>
                    <a:pt x="16675" y="76408"/>
                    <a:pt x="61729" y="102125"/>
                  </a:cubicBezTo>
                  <a:cubicBezTo>
                    <a:pt x="106782" y="127843"/>
                    <a:pt x="153549" y="130700"/>
                    <a:pt x="166504" y="107745"/>
                  </a:cubicBezTo>
                  <a:cubicBezTo>
                    <a:pt x="179458" y="84790"/>
                    <a:pt x="152788" y="46118"/>
                    <a:pt x="107734" y="20401"/>
                  </a:cubicBezTo>
                  <a:cubicBezTo>
                    <a:pt x="62681" y="-5316"/>
                    <a:pt x="15723" y="-7698"/>
                    <a:pt x="3055" y="14781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任意多边形 142"/>
            <p:cNvSpPr/>
            <p:nvPr/>
          </p:nvSpPr>
          <p:spPr>
            <a:xfrm>
              <a:off x="10256880" y="4610729"/>
              <a:ext cx="128802" cy="91389"/>
            </a:xfrm>
            <a:custGeom>
              <a:avLst/>
              <a:gdLst>
                <a:gd name="connsiteX0" fmla="*/ 906 w 65122"/>
                <a:gd name="connsiteY0" fmla="*/ 4562 h 46206"/>
                <a:gd name="connsiteX1" fmla="*/ 24338 w 65122"/>
                <a:gd name="connsiteY1" fmla="*/ 37042 h 46206"/>
                <a:gd name="connsiteX2" fmla="*/ 63961 w 65122"/>
                <a:gd name="connsiteY2" fmla="*/ 40471 h 46206"/>
                <a:gd name="connsiteX3" fmla="*/ 40530 w 65122"/>
                <a:gd name="connsiteY3" fmla="*/ 7990 h 46206"/>
                <a:gd name="connsiteX4" fmla="*/ 906 w 65122"/>
                <a:gd name="connsiteY4" fmla="*/ 4562 h 46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122" h="46206">
                  <a:moveTo>
                    <a:pt x="906" y="4562"/>
                  </a:moveTo>
                  <a:cubicBezTo>
                    <a:pt x="-3571" y="12563"/>
                    <a:pt x="6907" y="27136"/>
                    <a:pt x="24338" y="37042"/>
                  </a:cubicBezTo>
                  <a:cubicBezTo>
                    <a:pt x="41768" y="46948"/>
                    <a:pt x="59485" y="48472"/>
                    <a:pt x="63961" y="40471"/>
                  </a:cubicBezTo>
                  <a:cubicBezTo>
                    <a:pt x="68438" y="32470"/>
                    <a:pt x="57961" y="17897"/>
                    <a:pt x="40530" y="7990"/>
                  </a:cubicBezTo>
                  <a:cubicBezTo>
                    <a:pt x="23099" y="-1915"/>
                    <a:pt x="5383" y="-3534"/>
                    <a:pt x="906" y="4562"/>
                  </a:cubicBezTo>
                  <a:close/>
                </a:path>
              </a:pathLst>
            </a:custGeom>
            <a:solidFill>
              <a:srgbClr val="FFF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" name="任意多边形 143"/>
            <p:cNvSpPr/>
            <p:nvPr/>
          </p:nvSpPr>
          <p:spPr>
            <a:xfrm>
              <a:off x="8163904" y="1390416"/>
              <a:ext cx="830536" cy="852280"/>
            </a:xfrm>
            <a:custGeom>
              <a:avLst/>
              <a:gdLst>
                <a:gd name="connsiteX0" fmla="*/ 1356 w 419916"/>
                <a:gd name="connsiteY0" fmla="*/ 163985 h 430910"/>
                <a:gd name="connsiteX1" fmla="*/ 31169 w 419916"/>
                <a:gd name="connsiteY1" fmla="*/ 96167 h 430910"/>
                <a:gd name="connsiteX2" fmla="*/ 21644 w 419916"/>
                <a:gd name="connsiteY2" fmla="*/ 22158 h 430910"/>
                <a:gd name="connsiteX3" fmla="*/ 258245 w 419916"/>
                <a:gd name="connsiteY3" fmla="*/ -607 h 430910"/>
                <a:gd name="connsiteX4" fmla="*/ 265960 w 419916"/>
                <a:gd name="connsiteY4" fmla="*/ 80927 h 430910"/>
                <a:gd name="connsiteX5" fmla="*/ 419789 w 419916"/>
                <a:gd name="connsiteY5" fmla="*/ 322862 h 430910"/>
                <a:gd name="connsiteX6" fmla="*/ 218811 w 419916"/>
                <a:gd name="connsiteY6" fmla="*/ 430304 h 430910"/>
                <a:gd name="connsiteX7" fmla="*/ 166519 w 419916"/>
                <a:gd name="connsiteY7" fmla="*/ 321910 h 430910"/>
                <a:gd name="connsiteX8" fmla="*/ 162614 w 419916"/>
                <a:gd name="connsiteY8" fmla="*/ 323529 h 430910"/>
                <a:gd name="connsiteX9" fmla="*/ 56124 w 419916"/>
                <a:gd name="connsiteY9" fmla="*/ 278276 h 430910"/>
                <a:gd name="connsiteX10" fmla="*/ 50695 w 419916"/>
                <a:gd name="connsiteY10" fmla="*/ 256854 h 430910"/>
                <a:gd name="connsiteX11" fmla="*/ 42504 w 419916"/>
                <a:gd name="connsiteY11" fmla="*/ 190179 h 430910"/>
                <a:gd name="connsiteX12" fmla="*/ 15834 w 419916"/>
                <a:gd name="connsiteY12" fmla="*/ 188274 h 430910"/>
                <a:gd name="connsiteX13" fmla="*/ -73 w 419916"/>
                <a:gd name="connsiteY13" fmla="*/ 169614 h 430910"/>
                <a:gd name="connsiteX14" fmla="*/ 1356 w 419916"/>
                <a:gd name="connsiteY14" fmla="*/ 163985 h 430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9916" h="430910">
                  <a:moveTo>
                    <a:pt x="1356" y="163985"/>
                  </a:moveTo>
                  <a:lnTo>
                    <a:pt x="31169" y="96167"/>
                  </a:lnTo>
                  <a:lnTo>
                    <a:pt x="21644" y="22158"/>
                  </a:lnTo>
                  <a:lnTo>
                    <a:pt x="258245" y="-607"/>
                  </a:lnTo>
                  <a:lnTo>
                    <a:pt x="265960" y="80927"/>
                  </a:lnTo>
                  <a:lnTo>
                    <a:pt x="419789" y="322862"/>
                  </a:lnTo>
                  <a:lnTo>
                    <a:pt x="218811" y="430304"/>
                  </a:lnTo>
                  <a:lnTo>
                    <a:pt x="166519" y="321910"/>
                  </a:lnTo>
                  <a:lnTo>
                    <a:pt x="162614" y="323529"/>
                  </a:lnTo>
                  <a:cubicBezTo>
                    <a:pt x="120713" y="340436"/>
                    <a:pt x="73031" y="320176"/>
                    <a:pt x="56124" y="278276"/>
                  </a:cubicBezTo>
                  <a:cubicBezTo>
                    <a:pt x="53353" y="271408"/>
                    <a:pt x="51524" y="264207"/>
                    <a:pt x="50695" y="256854"/>
                  </a:cubicBezTo>
                  <a:lnTo>
                    <a:pt x="42504" y="190179"/>
                  </a:lnTo>
                  <a:lnTo>
                    <a:pt x="15834" y="188274"/>
                  </a:lnTo>
                  <a:cubicBezTo>
                    <a:pt x="6290" y="187512"/>
                    <a:pt x="-826" y="179158"/>
                    <a:pt x="-73" y="169614"/>
                  </a:cubicBezTo>
                  <a:cubicBezTo>
                    <a:pt x="89" y="167671"/>
                    <a:pt x="565" y="165766"/>
                    <a:pt x="1356" y="163985"/>
                  </a:cubicBezTo>
                  <a:close/>
                </a:path>
              </a:pathLst>
            </a:custGeom>
            <a:solidFill>
              <a:srgbClr val="E9A89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任意多边形 144"/>
            <p:cNvSpPr/>
            <p:nvPr/>
          </p:nvSpPr>
          <p:spPr>
            <a:xfrm>
              <a:off x="8402383" y="1667183"/>
              <a:ext cx="142803" cy="142782"/>
            </a:xfrm>
            <a:custGeom>
              <a:avLst/>
              <a:gdLst>
                <a:gd name="connsiteX0" fmla="*/ -60 w 72201"/>
                <a:gd name="connsiteY0" fmla="*/ 33292 h 72190"/>
                <a:gd name="connsiteX1" fmla="*/ 33782 w 72201"/>
                <a:gd name="connsiteY1" fmla="*/ 71516 h 72190"/>
                <a:gd name="connsiteX2" fmla="*/ 72006 w 72201"/>
                <a:gd name="connsiteY2" fmla="*/ 37673 h 72190"/>
                <a:gd name="connsiteX3" fmla="*/ 38611 w 72201"/>
                <a:gd name="connsiteY3" fmla="*/ -522 h 72190"/>
                <a:gd name="connsiteX4" fmla="*/ -60 w 72201"/>
                <a:gd name="connsiteY4" fmla="*/ 33225 h 72190"/>
                <a:gd name="connsiteX5" fmla="*/ -60 w 72201"/>
                <a:gd name="connsiteY5" fmla="*/ 33292 h 72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201" h="72190">
                  <a:moveTo>
                    <a:pt x="-60" y="33292"/>
                  </a:moveTo>
                  <a:cubicBezTo>
                    <a:pt x="-1270" y="53190"/>
                    <a:pt x="13884" y="70306"/>
                    <a:pt x="33782" y="71516"/>
                  </a:cubicBezTo>
                  <a:cubicBezTo>
                    <a:pt x="53680" y="72726"/>
                    <a:pt x="70796" y="57571"/>
                    <a:pt x="72006" y="37673"/>
                  </a:cubicBezTo>
                  <a:cubicBezTo>
                    <a:pt x="73206" y="17947"/>
                    <a:pt x="58319" y="926"/>
                    <a:pt x="38611" y="-522"/>
                  </a:cubicBezTo>
                  <a:cubicBezTo>
                    <a:pt x="18618" y="-1884"/>
                    <a:pt x="1302" y="13232"/>
                    <a:pt x="-60" y="33225"/>
                  </a:cubicBezTo>
                  <a:cubicBezTo>
                    <a:pt x="-60" y="33244"/>
                    <a:pt x="-60" y="33273"/>
                    <a:pt x="-60" y="33292"/>
                  </a:cubicBezTo>
                  <a:close/>
                </a:path>
              </a:pathLst>
            </a:custGeom>
            <a:solidFill>
              <a:srgbClr val="E9A891">
                <a:alpha val="42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" name="任意多边形 145"/>
            <p:cNvSpPr/>
            <p:nvPr/>
          </p:nvSpPr>
          <p:spPr>
            <a:xfrm>
              <a:off x="8493509" y="1934881"/>
              <a:ext cx="234671" cy="308570"/>
            </a:xfrm>
            <a:custGeom>
              <a:avLst/>
              <a:gdLst>
                <a:gd name="connsiteX0" fmla="*/ -128 w 118649"/>
                <a:gd name="connsiteY0" fmla="*/ 46630 h 156012"/>
                <a:gd name="connsiteX1" fmla="*/ 68262 w 118649"/>
                <a:gd name="connsiteY1" fmla="*/ 6149 h 156012"/>
                <a:gd name="connsiteX2" fmla="*/ 111763 w 118649"/>
                <a:gd name="connsiteY2" fmla="*/ 11044 h 156012"/>
                <a:gd name="connsiteX3" fmla="*/ 118363 w 118649"/>
                <a:gd name="connsiteY3" fmla="*/ 33486 h 156012"/>
                <a:gd name="connsiteX4" fmla="*/ 52165 w 118649"/>
                <a:gd name="connsiteY4" fmla="*/ 155405 h 156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649" h="156012">
                  <a:moveTo>
                    <a:pt x="-128" y="46630"/>
                  </a:moveTo>
                  <a:cubicBezTo>
                    <a:pt x="24009" y="35534"/>
                    <a:pt x="46926" y="21970"/>
                    <a:pt x="68262" y="6149"/>
                  </a:cubicBezTo>
                  <a:cubicBezTo>
                    <a:pt x="81625" y="-4510"/>
                    <a:pt x="101104" y="-2319"/>
                    <a:pt x="111763" y="11044"/>
                  </a:cubicBezTo>
                  <a:cubicBezTo>
                    <a:pt x="116811" y="17369"/>
                    <a:pt x="119182" y="25427"/>
                    <a:pt x="118363" y="33486"/>
                  </a:cubicBezTo>
                  <a:cubicBezTo>
                    <a:pt x="114077" y="74538"/>
                    <a:pt x="103123" y="133213"/>
                    <a:pt x="52165" y="155405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" name="任意多边形 146"/>
            <p:cNvSpPr/>
            <p:nvPr/>
          </p:nvSpPr>
          <p:spPr>
            <a:xfrm>
              <a:off x="8443961" y="1332769"/>
              <a:ext cx="504909" cy="456207"/>
            </a:xfrm>
            <a:custGeom>
              <a:avLst/>
              <a:gdLst>
                <a:gd name="connsiteX0" fmla="*/ -128 w 255280"/>
                <a:gd name="connsiteY0" fmla="*/ 27206 h 230657"/>
                <a:gd name="connsiteX1" fmla="*/ 131699 w 255280"/>
                <a:gd name="connsiteY1" fmla="*/ 165890 h 230657"/>
                <a:gd name="connsiteX2" fmla="*/ 174561 w 255280"/>
                <a:gd name="connsiteY2" fmla="*/ 223040 h 230657"/>
                <a:gd name="connsiteX3" fmla="*/ 201364 w 255280"/>
                <a:gd name="connsiteY3" fmla="*/ 225764 h 230657"/>
                <a:gd name="connsiteX4" fmla="*/ 204089 w 255280"/>
                <a:gd name="connsiteY4" fmla="*/ 223040 h 230657"/>
                <a:gd name="connsiteX5" fmla="*/ 246665 w 255280"/>
                <a:gd name="connsiteY5" fmla="*/ -607 h 230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5280" h="230657">
                  <a:moveTo>
                    <a:pt x="-128" y="27206"/>
                  </a:moveTo>
                  <a:cubicBezTo>
                    <a:pt x="-128" y="27206"/>
                    <a:pt x="15589" y="182178"/>
                    <a:pt x="131699" y="165890"/>
                  </a:cubicBezTo>
                  <a:lnTo>
                    <a:pt x="174561" y="223040"/>
                  </a:lnTo>
                  <a:cubicBezTo>
                    <a:pt x="181209" y="231194"/>
                    <a:pt x="193211" y="232413"/>
                    <a:pt x="201364" y="225764"/>
                  </a:cubicBezTo>
                  <a:cubicBezTo>
                    <a:pt x="202364" y="224954"/>
                    <a:pt x="203279" y="224040"/>
                    <a:pt x="204089" y="223040"/>
                  </a:cubicBezTo>
                  <a:cubicBezTo>
                    <a:pt x="262762" y="150079"/>
                    <a:pt x="261239" y="59210"/>
                    <a:pt x="246665" y="-607"/>
                  </a:cubicBezTo>
                  <a:close/>
                </a:path>
              </a:pathLst>
            </a:custGeom>
            <a:solidFill>
              <a:srgbClr val="05050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任意多边形 147"/>
            <p:cNvSpPr/>
            <p:nvPr/>
          </p:nvSpPr>
          <p:spPr>
            <a:xfrm>
              <a:off x="8278565" y="1558439"/>
              <a:ext cx="75372" cy="75367"/>
            </a:xfrm>
            <a:custGeom>
              <a:avLst/>
              <a:gdLst>
                <a:gd name="connsiteX0" fmla="*/ 343 w 38108"/>
                <a:gd name="connsiteY0" fmla="*/ 14263 h 38105"/>
                <a:gd name="connsiteX1" fmla="*/ 14745 w 38108"/>
                <a:gd name="connsiteY1" fmla="*/ 37028 h 38105"/>
                <a:gd name="connsiteX2" fmla="*/ 37510 w 38108"/>
                <a:gd name="connsiteY2" fmla="*/ 22636 h 38105"/>
                <a:gd name="connsiteX3" fmla="*/ 23584 w 38108"/>
                <a:gd name="connsiteY3" fmla="*/ -24 h 38105"/>
                <a:gd name="connsiteX4" fmla="*/ 457 w 38108"/>
                <a:gd name="connsiteY4" fmla="*/ 13787 h 38105"/>
                <a:gd name="connsiteX5" fmla="*/ 343 w 38108"/>
                <a:gd name="connsiteY5" fmla="*/ 14263 h 38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08" h="38105">
                  <a:moveTo>
                    <a:pt x="343" y="14263"/>
                  </a:moveTo>
                  <a:cubicBezTo>
                    <a:pt x="-1972" y="24531"/>
                    <a:pt x="4477" y="34723"/>
                    <a:pt x="14745" y="37028"/>
                  </a:cubicBezTo>
                  <a:cubicBezTo>
                    <a:pt x="25003" y="39343"/>
                    <a:pt x="35204" y="32894"/>
                    <a:pt x="37510" y="22636"/>
                  </a:cubicBezTo>
                  <a:cubicBezTo>
                    <a:pt x="39786" y="12549"/>
                    <a:pt x="33604" y="2500"/>
                    <a:pt x="23584" y="-24"/>
                  </a:cubicBezTo>
                  <a:cubicBezTo>
                    <a:pt x="13382" y="-2596"/>
                    <a:pt x="3029" y="3586"/>
                    <a:pt x="457" y="13787"/>
                  </a:cubicBezTo>
                  <a:cubicBezTo>
                    <a:pt x="419" y="13949"/>
                    <a:pt x="381" y="14102"/>
                    <a:pt x="343" y="14263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" name="任意多边形 148"/>
            <p:cNvSpPr/>
            <p:nvPr/>
          </p:nvSpPr>
          <p:spPr>
            <a:xfrm>
              <a:off x="8261599" y="1500881"/>
              <a:ext cx="117744" cy="40623"/>
            </a:xfrm>
            <a:custGeom>
              <a:avLst/>
              <a:gdLst>
                <a:gd name="connsiteX0" fmla="*/ 7587 w 59531"/>
                <a:gd name="connsiteY0" fmla="*/ 19932 h 20539"/>
                <a:gd name="connsiteX1" fmla="*/ 52450 w 59531"/>
                <a:gd name="connsiteY1" fmla="*/ 18980 h 20539"/>
                <a:gd name="connsiteX2" fmla="*/ 59404 w 59531"/>
                <a:gd name="connsiteY2" fmla="*/ 6312 h 20539"/>
                <a:gd name="connsiteX3" fmla="*/ -128 w 59531"/>
                <a:gd name="connsiteY3" fmla="*/ 7741 h 20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31" h="20539">
                  <a:moveTo>
                    <a:pt x="7587" y="19932"/>
                  </a:moveTo>
                  <a:cubicBezTo>
                    <a:pt x="21447" y="12151"/>
                    <a:pt x="38277" y="11789"/>
                    <a:pt x="52450" y="18980"/>
                  </a:cubicBezTo>
                  <a:lnTo>
                    <a:pt x="59404" y="6312"/>
                  </a:lnTo>
                  <a:cubicBezTo>
                    <a:pt x="40611" y="-3394"/>
                    <a:pt x="18170" y="-2861"/>
                    <a:pt x="-128" y="7741"/>
                  </a:cubicBezTo>
                  <a:close/>
                </a:path>
              </a:pathLst>
            </a:custGeom>
            <a:solidFill>
              <a:srgbClr val="1111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任意多边形 149"/>
            <p:cNvSpPr/>
            <p:nvPr/>
          </p:nvSpPr>
          <p:spPr>
            <a:xfrm>
              <a:off x="8481077" y="1959547"/>
              <a:ext cx="645803" cy="345133"/>
            </a:xfrm>
            <a:custGeom>
              <a:avLst/>
              <a:gdLst>
                <a:gd name="connsiteX0" fmla="*/ 326517 w 326516"/>
                <a:gd name="connsiteY0" fmla="*/ 0 h 174498"/>
                <a:gd name="connsiteX1" fmla="*/ 0 w 326516"/>
                <a:gd name="connsiteY1" fmla="*/ 174498 h 17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6516" h="174498">
                  <a:moveTo>
                    <a:pt x="326517" y="0"/>
                  </a:moveTo>
                  <a:lnTo>
                    <a:pt x="0" y="174498"/>
                  </a:lnTo>
                </a:path>
              </a:pathLst>
            </a:custGeom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任意多边形 150"/>
            <p:cNvSpPr/>
            <p:nvPr/>
          </p:nvSpPr>
          <p:spPr>
            <a:xfrm>
              <a:off x="8599984" y="1519595"/>
              <a:ext cx="213000" cy="236496"/>
            </a:xfrm>
            <a:custGeom>
              <a:avLst/>
              <a:gdLst>
                <a:gd name="connsiteX0" fmla="*/ 5952 w 107692"/>
                <a:gd name="connsiteY0" fmla="*/ 37522 h 119572"/>
                <a:gd name="connsiteX1" fmla="*/ 28812 w 107692"/>
                <a:gd name="connsiteY1" fmla="*/ 114865 h 119572"/>
                <a:gd name="connsiteX2" fmla="*/ 101488 w 107692"/>
                <a:gd name="connsiteY2" fmla="*/ 80860 h 119572"/>
                <a:gd name="connsiteX3" fmla="*/ 78532 w 107692"/>
                <a:gd name="connsiteY3" fmla="*/ 3517 h 119572"/>
                <a:gd name="connsiteX4" fmla="*/ 5952 w 107692"/>
                <a:gd name="connsiteY4" fmla="*/ 37522 h 11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692" h="119572">
                  <a:moveTo>
                    <a:pt x="5952" y="37522"/>
                  </a:moveTo>
                  <a:cubicBezTo>
                    <a:pt x="-7764" y="68287"/>
                    <a:pt x="2523" y="102863"/>
                    <a:pt x="28812" y="114865"/>
                  </a:cubicBezTo>
                  <a:cubicBezTo>
                    <a:pt x="55101" y="126866"/>
                    <a:pt x="87772" y="111627"/>
                    <a:pt x="101488" y="80860"/>
                  </a:cubicBezTo>
                  <a:cubicBezTo>
                    <a:pt x="115203" y="50095"/>
                    <a:pt x="104917" y="15519"/>
                    <a:pt x="78532" y="3517"/>
                  </a:cubicBezTo>
                  <a:cubicBezTo>
                    <a:pt x="52148" y="-8484"/>
                    <a:pt x="19668" y="6566"/>
                    <a:pt x="5952" y="37522"/>
                  </a:cubicBezTo>
                  <a:close/>
                </a:path>
              </a:pathLst>
            </a:custGeom>
            <a:solidFill>
              <a:srgbClr val="E9A89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" name="任意多边形 151"/>
            <p:cNvSpPr/>
            <p:nvPr/>
          </p:nvSpPr>
          <p:spPr>
            <a:xfrm>
              <a:off x="8634614" y="1593467"/>
              <a:ext cx="136017" cy="69928"/>
            </a:xfrm>
            <a:custGeom>
              <a:avLst/>
              <a:gdLst>
                <a:gd name="connsiteX0" fmla="*/ 68642 w 68770"/>
                <a:gd name="connsiteY0" fmla="*/ 5507 h 35355"/>
                <a:gd name="connsiteX1" fmla="*/ -128 w 68770"/>
                <a:gd name="connsiteY1" fmla="*/ 34749 h 35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770" h="35355">
                  <a:moveTo>
                    <a:pt x="68642" y="5507"/>
                  </a:moveTo>
                  <a:cubicBezTo>
                    <a:pt x="68642" y="5507"/>
                    <a:pt x="40068" y="-20496"/>
                    <a:pt x="-128" y="34749"/>
                  </a:cubicBezTo>
                </a:path>
              </a:pathLst>
            </a:custGeom>
            <a:noFill/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" name="任意多边形 152"/>
            <p:cNvSpPr/>
            <p:nvPr/>
          </p:nvSpPr>
          <p:spPr>
            <a:xfrm>
              <a:off x="8894027" y="1274467"/>
              <a:ext cx="290784" cy="122730"/>
            </a:xfrm>
            <a:custGeom>
              <a:avLst/>
              <a:gdLst>
                <a:gd name="connsiteX0" fmla="*/ 125031 w 147019"/>
                <a:gd name="connsiteY0" fmla="*/ 48587 h 62052"/>
                <a:gd name="connsiteX1" fmla="*/ 4921 w 147019"/>
                <a:gd name="connsiteY1" fmla="*/ 61445 h 62052"/>
                <a:gd name="connsiteX2" fmla="*/ -128 w 147019"/>
                <a:gd name="connsiteY2" fmla="*/ 12391 h 62052"/>
                <a:gd name="connsiteX3" fmla="*/ 119888 w 147019"/>
                <a:gd name="connsiteY3" fmla="*/ -467 h 62052"/>
                <a:gd name="connsiteX4" fmla="*/ 146720 w 147019"/>
                <a:gd name="connsiteY4" fmla="*/ 21193 h 62052"/>
                <a:gd name="connsiteX5" fmla="*/ 146748 w 147019"/>
                <a:gd name="connsiteY5" fmla="*/ 21440 h 62052"/>
                <a:gd name="connsiteX6" fmla="*/ 146748 w 147019"/>
                <a:gd name="connsiteY6" fmla="*/ 21440 h 62052"/>
                <a:gd name="connsiteX7" fmla="*/ 125031 w 147019"/>
                <a:gd name="connsiteY7" fmla="*/ 48587 h 62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019" h="62052">
                  <a:moveTo>
                    <a:pt x="125031" y="48587"/>
                  </a:moveTo>
                  <a:lnTo>
                    <a:pt x="4921" y="61445"/>
                  </a:lnTo>
                  <a:lnTo>
                    <a:pt x="-128" y="12391"/>
                  </a:lnTo>
                  <a:lnTo>
                    <a:pt x="119888" y="-467"/>
                  </a:lnTo>
                  <a:cubicBezTo>
                    <a:pt x="133280" y="-1896"/>
                    <a:pt x="145291" y="7800"/>
                    <a:pt x="146720" y="21193"/>
                  </a:cubicBezTo>
                  <a:cubicBezTo>
                    <a:pt x="146729" y="21269"/>
                    <a:pt x="146738" y="21355"/>
                    <a:pt x="146748" y="21440"/>
                  </a:cubicBezTo>
                  <a:lnTo>
                    <a:pt x="146748" y="21440"/>
                  </a:lnTo>
                  <a:cubicBezTo>
                    <a:pt x="148196" y="34918"/>
                    <a:pt x="138499" y="47043"/>
                    <a:pt x="125031" y="48587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" name="任意多边形 153"/>
            <p:cNvSpPr/>
            <p:nvPr/>
          </p:nvSpPr>
          <p:spPr>
            <a:xfrm>
              <a:off x="8893464" y="1290945"/>
              <a:ext cx="107570" cy="106253"/>
            </a:xfrm>
            <a:custGeom>
              <a:avLst/>
              <a:gdLst>
                <a:gd name="connsiteX0" fmla="*/ 43306 w 54387"/>
                <a:gd name="connsiteY0" fmla="*/ -607 h 53721"/>
                <a:gd name="connsiteX1" fmla="*/ 54260 w 54387"/>
                <a:gd name="connsiteY1" fmla="*/ 47876 h 53721"/>
                <a:gd name="connsiteX2" fmla="*/ 4920 w 54387"/>
                <a:gd name="connsiteY2" fmla="*/ 53114 h 53721"/>
                <a:gd name="connsiteX3" fmla="*/ -128 w 54387"/>
                <a:gd name="connsiteY3" fmla="*/ 4060 h 53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87" h="53721">
                  <a:moveTo>
                    <a:pt x="43306" y="-607"/>
                  </a:moveTo>
                  <a:cubicBezTo>
                    <a:pt x="48840" y="15071"/>
                    <a:pt x="52517" y="31340"/>
                    <a:pt x="54260" y="47876"/>
                  </a:cubicBezTo>
                  <a:lnTo>
                    <a:pt x="4920" y="53114"/>
                  </a:lnTo>
                  <a:lnTo>
                    <a:pt x="-128" y="4060"/>
                  </a:ln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" name="任意多边形 154"/>
            <p:cNvSpPr/>
            <p:nvPr/>
          </p:nvSpPr>
          <p:spPr>
            <a:xfrm>
              <a:off x="7864657" y="1028700"/>
              <a:ext cx="1092670" cy="479835"/>
            </a:xfrm>
            <a:custGeom>
              <a:avLst/>
              <a:gdLst>
                <a:gd name="connsiteX0" fmla="*/ 168465 w 552450"/>
                <a:gd name="connsiteY0" fmla="*/ 189324 h 242603"/>
                <a:gd name="connsiteX1" fmla="*/ 339915 w 552450"/>
                <a:gd name="connsiteY1" fmla="*/ 443 h 242603"/>
                <a:gd name="connsiteX2" fmla="*/ 552323 w 552450"/>
                <a:gd name="connsiteY2" fmla="*/ 182847 h 242603"/>
                <a:gd name="connsiteX3" fmla="*/ -128 w 552450"/>
                <a:gd name="connsiteY3" fmla="*/ 241997 h 242603"/>
                <a:gd name="connsiteX4" fmla="*/ 168465 w 552450"/>
                <a:gd name="connsiteY4" fmla="*/ 189324 h 242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450" h="242603">
                  <a:moveTo>
                    <a:pt x="168465" y="189324"/>
                  </a:moveTo>
                  <a:cubicBezTo>
                    <a:pt x="173894" y="91978"/>
                    <a:pt x="244665" y="10540"/>
                    <a:pt x="339915" y="443"/>
                  </a:cubicBezTo>
                  <a:cubicBezTo>
                    <a:pt x="445547" y="-10892"/>
                    <a:pt x="540702" y="70833"/>
                    <a:pt x="552323" y="182847"/>
                  </a:cubicBezTo>
                  <a:lnTo>
                    <a:pt x="-128" y="241997"/>
                  </a:lnTo>
                  <a:cubicBezTo>
                    <a:pt x="-128" y="241997"/>
                    <a:pt x="16827" y="210089"/>
                    <a:pt x="168465" y="18932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" name="任意多边形 155"/>
            <p:cNvSpPr/>
            <p:nvPr/>
          </p:nvSpPr>
          <p:spPr>
            <a:xfrm>
              <a:off x="8784237" y="1159259"/>
              <a:ext cx="150484" cy="152408"/>
            </a:xfrm>
            <a:custGeom>
              <a:avLst/>
              <a:gdLst>
                <a:gd name="connsiteX0" fmla="*/ 75957 w 76084"/>
                <a:gd name="connsiteY0" fmla="*/ 68354 h 77057"/>
                <a:gd name="connsiteX1" fmla="*/ 328 w 76084"/>
                <a:gd name="connsiteY1" fmla="*/ 76451 h 77057"/>
                <a:gd name="connsiteX2" fmla="*/ 35856 w 76084"/>
                <a:gd name="connsiteY2" fmla="*/ -607 h 77057"/>
                <a:gd name="connsiteX3" fmla="*/ 75957 w 76084"/>
                <a:gd name="connsiteY3" fmla="*/ 68354 h 7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84" h="77057">
                  <a:moveTo>
                    <a:pt x="75957" y="68354"/>
                  </a:moveTo>
                  <a:lnTo>
                    <a:pt x="328" y="76451"/>
                  </a:lnTo>
                  <a:cubicBezTo>
                    <a:pt x="-2853" y="46190"/>
                    <a:pt x="10777" y="16624"/>
                    <a:pt x="35856" y="-607"/>
                  </a:cubicBezTo>
                  <a:cubicBezTo>
                    <a:pt x="53544" y="19586"/>
                    <a:pt x="67156" y="42999"/>
                    <a:pt x="75957" y="68354"/>
                  </a:cubicBezTo>
                  <a:close/>
                </a:path>
              </a:pathLst>
            </a:custGeom>
            <a:solidFill>
              <a:srgbClr val="07070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" name="任意多边形 156"/>
            <p:cNvSpPr/>
            <p:nvPr/>
          </p:nvSpPr>
          <p:spPr>
            <a:xfrm>
              <a:off x="8294945" y="1759098"/>
              <a:ext cx="171679" cy="179572"/>
            </a:xfrm>
            <a:custGeom>
              <a:avLst/>
              <a:gdLst>
                <a:gd name="connsiteX0" fmla="*/ -128 w 86800"/>
                <a:gd name="connsiteY0" fmla="*/ -607 h 90791"/>
                <a:gd name="connsiteX1" fmla="*/ 86073 w 86800"/>
                <a:gd name="connsiteY1" fmla="*/ 5584 h 90791"/>
                <a:gd name="connsiteX2" fmla="*/ 53879 w 86800"/>
                <a:gd name="connsiteY2" fmla="*/ 90071 h 90791"/>
                <a:gd name="connsiteX3" fmla="*/ -128 w 86800"/>
                <a:gd name="connsiteY3" fmla="*/ -607 h 9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00" h="90791">
                  <a:moveTo>
                    <a:pt x="-128" y="-607"/>
                  </a:moveTo>
                  <a:lnTo>
                    <a:pt x="86073" y="5584"/>
                  </a:lnTo>
                  <a:cubicBezTo>
                    <a:pt x="86073" y="5584"/>
                    <a:pt x="93789" y="93786"/>
                    <a:pt x="53879" y="90071"/>
                  </a:cubicBezTo>
                  <a:cubicBezTo>
                    <a:pt x="16636" y="86547"/>
                    <a:pt x="-128" y="-607"/>
                    <a:pt x="-128" y="-607"/>
                  </a:cubicBezTo>
                  <a:close/>
                </a:path>
              </a:pathLst>
            </a:custGeom>
            <a:solidFill>
              <a:srgbClr val="1220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" name="任意多边形 157"/>
            <p:cNvSpPr/>
            <p:nvPr/>
          </p:nvSpPr>
          <p:spPr>
            <a:xfrm>
              <a:off x="8323581" y="1824878"/>
              <a:ext cx="142612" cy="113442"/>
            </a:xfrm>
            <a:custGeom>
              <a:avLst/>
              <a:gdLst>
                <a:gd name="connsiteX0" fmla="*/ 71977 w 72104"/>
                <a:gd name="connsiteY0" fmla="*/ -528 h 57356"/>
                <a:gd name="connsiteX1" fmla="*/ 39401 w 72104"/>
                <a:gd name="connsiteY1" fmla="*/ 56622 h 57356"/>
                <a:gd name="connsiteX2" fmla="*/ -128 w 72104"/>
                <a:gd name="connsiteY2" fmla="*/ 13378 h 57356"/>
                <a:gd name="connsiteX3" fmla="*/ 71977 w 72104"/>
                <a:gd name="connsiteY3" fmla="*/ -528 h 5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104" h="57356">
                  <a:moveTo>
                    <a:pt x="71977" y="-528"/>
                  </a:moveTo>
                  <a:cubicBezTo>
                    <a:pt x="70738" y="25095"/>
                    <a:pt x="64547" y="59098"/>
                    <a:pt x="39401" y="56622"/>
                  </a:cubicBezTo>
                  <a:cubicBezTo>
                    <a:pt x="21780" y="54908"/>
                    <a:pt x="8730" y="34429"/>
                    <a:pt x="-128" y="13378"/>
                  </a:cubicBezTo>
                  <a:cubicBezTo>
                    <a:pt x="22580" y="3463"/>
                    <a:pt x="47212" y="-1290"/>
                    <a:pt x="71977" y="-528"/>
                  </a:cubicBezTo>
                  <a:close/>
                </a:path>
              </a:pathLst>
            </a:custGeom>
            <a:solidFill>
              <a:srgbClr val="E5772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" name="任意多边形 158"/>
            <p:cNvSpPr/>
            <p:nvPr/>
          </p:nvSpPr>
          <p:spPr>
            <a:xfrm>
              <a:off x="9032880" y="4465528"/>
              <a:ext cx="512607" cy="546485"/>
            </a:xfrm>
            <a:custGeom>
              <a:avLst/>
              <a:gdLst>
                <a:gd name="connsiteX0" fmla="*/ 149222 w 259172"/>
                <a:gd name="connsiteY0" fmla="*/ -607 h 276301"/>
                <a:gd name="connsiteX1" fmla="*/ 84547 w 259172"/>
                <a:gd name="connsiteY1" fmla="*/ 16443 h 276301"/>
                <a:gd name="connsiteX2" fmla="*/ 20443 w 259172"/>
                <a:gd name="connsiteY2" fmla="*/ 57019 h 276301"/>
                <a:gd name="connsiteX3" fmla="*/ 4632 w 259172"/>
                <a:gd name="connsiteY3" fmla="*/ 76069 h 276301"/>
                <a:gd name="connsiteX4" fmla="*/ 1870 w 259172"/>
                <a:gd name="connsiteY4" fmla="*/ 98358 h 276301"/>
                <a:gd name="connsiteX5" fmla="*/ 1870 w 259172"/>
                <a:gd name="connsiteY5" fmla="*/ 98358 h 276301"/>
                <a:gd name="connsiteX6" fmla="*/ 29302 w 259172"/>
                <a:gd name="connsiteY6" fmla="*/ 108455 h 276301"/>
                <a:gd name="connsiteX7" fmla="*/ 30445 w 259172"/>
                <a:gd name="connsiteY7" fmla="*/ 107883 h 276301"/>
                <a:gd name="connsiteX8" fmla="*/ 54162 w 259172"/>
                <a:gd name="connsiteY8" fmla="*/ 95215 h 276301"/>
                <a:gd name="connsiteX9" fmla="*/ 23587 w 259172"/>
                <a:gd name="connsiteY9" fmla="*/ 157222 h 276301"/>
                <a:gd name="connsiteX10" fmla="*/ 38893 w 259172"/>
                <a:gd name="connsiteY10" fmla="*/ 203524 h 276301"/>
                <a:gd name="connsiteX11" fmla="*/ 41875 w 259172"/>
                <a:gd name="connsiteY11" fmla="*/ 204847 h 276301"/>
                <a:gd name="connsiteX12" fmla="*/ 56543 w 259172"/>
                <a:gd name="connsiteY12" fmla="*/ 207610 h 276301"/>
                <a:gd name="connsiteX13" fmla="*/ 104168 w 259172"/>
                <a:gd name="connsiteY13" fmla="*/ 233708 h 276301"/>
                <a:gd name="connsiteX14" fmla="*/ 150269 w 259172"/>
                <a:gd name="connsiteY14" fmla="*/ 259902 h 276301"/>
                <a:gd name="connsiteX15" fmla="*/ 163604 w 259172"/>
                <a:gd name="connsiteY15" fmla="*/ 272856 h 276301"/>
                <a:gd name="connsiteX16" fmla="*/ 211572 w 259172"/>
                <a:gd name="connsiteY16" fmla="*/ 253129 h 276301"/>
                <a:gd name="connsiteX17" fmla="*/ 213229 w 259172"/>
                <a:gd name="connsiteY17" fmla="*/ 248186 h 276301"/>
                <a:gd name="connsiteX18" fmla="*/ 245233 w 259172"/>
                <a:gd name="connsiteY18" fmla="*/ 135601 h 276301"/>
                <a:gd name="connsiteX19" fmla="*/ 253139 w 259172"/>
                <a:gd name="connsiteY19" fmla="*/ 95405 h 276301"/>
                <a:gd name="connsiteX20" fmla="*/ 259045 w 259172"/>
                <a:gd name="connsiteY20" fmla="*/ 43208 h 27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9172" h="276301">
                  <a:moveTo>
                    <a:pt x="149222" y="-607"/>
                  </a:moveTo>
                  <a:lnTo>
                    <a:pt x="84547" y="16443"/>
                  </a:lnTo>
                  <a:cubicBezTo>
                    <a:pt x="59525" y="23073"/>
                    <a:pt x="37141" y="37236"/>
                    <a:pt x="20443" y="57019"/>
                  </a:cubicBezTo>
                  <a:lnTo>
                    <a:pt x="4632" y="76069"/>
                  </a:lnTo>
                  <a:cubicBezTo>
                    <a:pt x="-502" y="82346"/>
                    <a:pt x="-1578" y="91014"/>
                    <a:pt x="1870" y="98358"/>
                  </a:cubicBezTo>
                  <a:lnTo>
                    <a:pt x="1870" y="98358"/>
                  </a:lnTo>
                  <a:cubicBezTo>
                    <a:pt x="6661" y="108721"/>
                    <a:pt x="18938" y="113246"/>
                    <a:pt x="29302" y="108455"/>
                  </a:cubicBezTo>
                  <a:cubicBezTo>
                    <a:pt x="29692" y="108274"/>
                    <a:pt x="30073" y="108083"/>
                    <a:pt x="30445" y="107883"/>
                  </a:cubicBezTo>
                  <a:lnTo>
                    <a:pt x="54162" y="95215"/>
                  </a:lnTo>
                  <a:lnTo>
                    <a:pt x="23587" y="157222"/>
                  </a:lnTo>
                  <a:cubicBezTo>
                    <a:pt x="15033" y="174234"/>
                    <a:pt x="21882" y="194960"/>
                    <a:pt x="38893" y="203524"/>
                  </a:cubicBezTo>
                  <a:cubicBezTo>
                    <a:pt x="39865" y="204009"/>
                    <a:pt x="40865" y="204457"/>
                    <a:pt x="41875" y="204847"/>
                  </a:cubicBezTo>
                  <a:cubicBezTo>
                    <a:pt x="46580" y="206553"/>
                    <a:pt x="51533" y="207486"/>
                    <a:pt x="56543" y="207610"/>
                  </a:cubicBezTo>
                  <a:cubicBezTo>
                    <a:pt x="61592" y="230374"/>
                    <a:pt x="92548" y="236185"/>
                    <a:pt x="104168" y="233708"/>
                  </a:cubicBezTo>
                  <a:cubicBezTo>
                    <a:pt x="106549" y="250282"/>
                    <a:pt x="132743" y="264760"/>
                    <a:pt x="150269" y="259902"/>
                  </a:cubicBezTo>
                  <a:cubicBezTo>
                    <a:pt x="152965" y="265712"/>
                    <a:pt x="157718" y="270332"/>
                    <a:pt x="163604" y="272856"/>
                  </a:cubicBezTo>
                  <a:cubicBezTo>
                    <a:pt x="182292" y="280657"/>
                    <a:pt x="203771" y="271827"/>
                    <a:pt x="211572" y="253129"/>
                  </a:cubicBezTo>
                  <a:cubicBezTo>
                    <a:pt x="212239" y="251530"/>
                    <a:pt x="212791" y="249872"/>
                    <a:pt x="213229" y="248186"/>
                  </a:cubicBezTo>
                  <a:lnTo>
                    <a:pt x="245233" y="135601"/>
                  </a:lnTo>
                  <a:cubicBezTo>
                    <a:pt x="248967" y="122437"/>
                    <a:pt x="251606" y="108998"/>
                    <a:pt x="253139" y="95405"/>
                  </a:cubicBezTo>
                  <a:lnTo>
                    <a:pt x="259045" y="43208"/>
                  </a:lnTo>
                  <a:close/>
                </a:path>
              </a:pathLst>
            </a:custGeom>
            <a:solidFill>
              <a:srgbClr val="E9A89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任意多边形 159"/>
            <p:cNvSpPr/>
            <p:nvPr/>
          </p:nvSpPr>
          <p:spPr>
            <a:xfrm>
              <a:off x="8895347" y="2210106"/>
              <a:ext cx="1635150" cy="2389462"/>
            </a:xfrm>
            <a:custGeom>
              <a:avLst/>
              <a:gdLst>
                <a:gd name="connsiteX0" fmla="*/ 320198 w 826726"/>
                <a:gd name="connsiteY0" fmla="*/ -607 h 1208103"/>
                <a:gd name="connsiteX1" fmla="*/ 761491 w 826726"/>
                <a:gd name="connsiteY1" fmla="*/ 487930 h 1208103"/>
                <a:gd name="connsiteX2" fmla="*/ 742385 w 826726"/>
                <a:gd name="connsiteY2" fmla="*/ 846680 h 1208103"/>
                <a:gd name="connsiteX3" fmla="*/ 741679 w 826726"/>
                <a:gd name="connsiteY3" fmla="*/ 847308 h 1208103"/>
                <a:gd name="connsiteX4" fmla="*/ 741679 w 826726"/>
                <a:gd name="connsiteY4" fmla="*/ 847308 h 1208103"/>
                <a:gd name="connsiteX5" fmla="*/ 624903 w 826726"/>
                <a:gd name="connsiteY5" fmla="*/ 1041333 h 1208103"/>
                <a:gd name="connsiteX6" fmla="*/ 626046 w 826726"/>
                <a:gd name="connsiteY6" fmla="*/ 1049429 h 1208103"/>
                <a:gd name="connsiteX7" fmla="*/ 497563 w 826726"/>
                <a:gd name="connsiteY7" fmla="*/ 1206772 h 1208103"/>
                <a:gd name="connsiteX8" fmla="*/ 416972 w 826726"/>
                <a:gd name="connsiteY8" fmla="*/ 1191351 h 1208103"/>
                <a:gd name="connsiteX9" fmla="*/ 270763 w 826726"/>
                <a:gd name="connsiteY9" fmla="*/ 1115151 h 1208103"/>
                <a:gd name="connsiteX10" fmla="*/ 217043 w 826726"/>
                <a:gd name="connsiteY10" fmla="*/ 962751 h 1208103"/>
                <a:gd name="connsiteX11" fmla="*/ 342772 w 826726"/>
                <a:gd name="connsiteY11" fmla="*/ 668810 h 1208103"/>
                <a:gd name="connsiteX12" fmla="*/ -128 w 826726"/>
                <a:gd name="connsiteY12" fmla="*/ 324291 h 120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6726" h="1208103">
                  <a:moveTo>
                    <a:pt x="320198" y="-607"/>
                  </a:moveTo>
                  <a:lnTo>
                    <a:pt x="761491" y="487930"/>
                  </a:lnTo>
                  <a:cubicBezTo>
                    <a:pt x="855284" y="592267"/>
                    <a:pt x="846721" y="752887"/>
                    <a:pt x="742385" y="846680"/>
                  </a:cubicBezTo>
                  <a:cubicBezTo>
                    <a:pt x="742146" y="846889"/>
                    <a:pt x="741918" y="847099"/>
                    <a:pt x="741679" y="847308"/>
                  </a:cubicBezTo>
                  <a:lnTo>
                    <a:pt x="741679" y="847308"/>
                  </a:lnTo>
                  <a:cubicBezTo>
                    <a:pt x="741679" y="847308"/>
                    <a:pt x="788447" y="999708"/>
                    <a:pt x="624903" y="1041333"/>
                  </a:cubicBezTo>
                  <a:cubicBezTo>
                    <a:pt x="624903" y="1041333"/>
                    <a:pt x="625474" y="1044285"/>
                    <a:pt x="626046" y="1049429"/>
                  </a:cubicBezTo>
                  <a:cubicBezTo>
                    <a:pt x="634018" y="1128353"/>
                    <a:pt x="576497" y="1198800"/>
                    <a:pt x="497563" y="1206772"/>
                  </a:cubicBezTo>
                  <a:cubicBezTo>
                    <a:pt x="469779" y="1209573"/>
                    <a:pt x="441766" y="1204220"/>
                    <a:pt x="416972" y="1191351"/>
                  </a:cubicBezTo>
                  <a:lnTo>
                    <a:pt x="270763" y="1115151"/>
                  </a:lnTo>
                  <a:cubicBezTo>
                    <a:pt x="215918" y="1086072"/>
                    <a:pt x="192554" y="1019787"/>
                    <a:pt x="217043" y="962751"/>
                  </a:cubicBezTo>
                  <a:lnTo>
                    <a:pt x="342772" y="668810"/>
                  </a:lnTo>
                  <a:lnTo>
                    <a:pt x="-128" y="324291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 160"/>
            <p:cNvSpPr/>
            <p:nvPr/>
          </p:nvSpPr>
          <p:spPr>
            <a:xfrm>
              <a:off x="9218063" y="4268659"/>
              <a:ext cx="488874" cy="429155"/>
            </a:xfrm>
            <a:custGeom>
              <a:avLst/>
              <a:gdLst>
                <a:gd name="connsiteX0" fmla="*/ 63722 w 247173"/>
                <a:gd name="connsiteY0" fmla="*/ 0 h 216979"/>
                <a:gd name="connsiteX1" fmla="*/ 0 w 247173"/>
                <a:gd name="connsiteY1" fmla="*/ 96679 h 216979"/>
                <a:gd name="connsiteX2" fmla="*/ 179165 w 247173"/>
                <a:gd name="connsiteY2" fmla="*/ 216979 h 216979"/>
                <a:gd name="connsiteX3" fmla="*/ 247174 w 247173"/>
                <a:gd name="connsiteY3" fmla="*/ 119825 h 216979"/>
                <a:gd name="connsiteX4" fmla="*/ 63722 w 247173"/>
                <a:gd name="connsiteY4" fmla="*/ 0 h 21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173" h="216979">
                  <a:moveTo>
                    <a:pt x="63722" y="0"/>
                  </a:moveTo>
                  <a:lnTo>
                    <a:pt x="0" y="96679"/>
                  </a:lnTo>
                  <a:lnTo>
                    <a:pt x="179165" y="216979"/>
                  </a:lnTo>
                  <a:lnTo>
                    <a:pt x="247174" y="119825"/>
                  </a:lnTo>
                  <a:lnTo>
                    <a:pt x="63722" y="0"/>
                  </a:lnTo>
                  <a:close/>
                </a:path>
              </a:pathLst>
            </a:custGeom>
            <a:solidFill>
              <a:srgbClr val="E5772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 161"/>
            <p:cNvSpPr/>
            <p:nvPr/>
          </p:nvSpPr>
          <p:spPr>
            <a:xfrm>
              <a:off x="9652871" y="3230017"/>
              <a:ext cx="359260" cy="230067"/>
            </a:xfrm>
            <a:custGeom>
              <a:avLst/>
              <a:gdLst>
                <a:gd name="connsiteX0" fmla="*/ -128 w 181641"/>
                <a:gd name="connsiteY0" fmla="*/ 115714 h 116321"/>
                <a:gd name="connsiteX1" fmla="*/ 181514 w 181641"/>
                <a:gd name="connsiteY1" fmla="*/ -109 h 116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1641" h="116321">
                  <a:moveTo>
                    <a:pt x="-128" y="115714"/>
                  </a:moveTo>
                  <a:cubicBezTo>
                    <a:pt x="-128" y="115714"/>
                    <a:pt x="67786" y="-9444"/>
                    <a:pt x="181514" y="-109"/>
                  </a:cubicBezTo>
                </a:path>
              </a:pathLst>
            </a:custGeom>
            <a:noFill/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 162"/>
            <p:cNvSpPr/>
            <p:nvPr/>
          </p:nvSpPr>
          <p:spPr>
            <a:xfrm>
              <a:off x="9687723" y="3524952"/>
              <a:ext cx="390910" cy="40254"/>
            </a:xfrm>
            <a:custGeom>
              <a:avLst/>
              <a:gdLst>
                <a:gd name="connsiteX0" fmla="*/ -128 w 197643"/>
                <a:gd name="connsiteY0" fmla="*/ 5553 h 20352"/>
                <a:gd name="connsiteX1" fmla="*/ 197516 w 197643"/>
                <a:gd name="connsiteY1" fmla="*/ 19745 h 2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7643" h="20352">
                  <a:moveTo>
                    <a:pt x="-128" y="5553"/>
                  </a:moveTo>
                  <a:cubicBezTo>
                    <a:pt x="-128" y="5553"/>
                    <a:pt x="65214" y="-15306"/>
                    <a:pt x="197516" y="19745"/>
                  </a:cubicBezTo>
                </a:path>
              </a:pathLst>
            </a:custGeom>
            <a:noFill/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 163"/>
            <p:cNvSpPr/>
            <p:nvPr/>
          </p:nvSpPr>
          <p:spPr>
            <a:xfrm>
              <a:off x="9376311" y="4328566"/>
              <a:ext cx="291818" cy="200637"/>
            </a:xfrm>
            <a:custGeom>
              <a:avLst/>
              <a:gdLst>
                <a:gd name="connsiteX0" fmla="*/ 147542 w 147542"/>
                <a:gd name="connsiteY0" fmla="*/ 101441 h 101441"/>
                <a:gd name="connsiteX1" fmla="*/ 0 w 147542"/>
                <a:gd name="connsiteY1" fmla="*/ 0 h 101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7542" h="101441">
                  <a:moveTo>
                    <a:pt x="147542" y="101441"/>
                  </a:moveTo>
                  <a:lnTo>
                    <a:pt x="0" y="0"/>
                  </a:lnTo>
                </a:path>
              </a:pathLst>
            </a:custGeom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任意多边形 164"/>
            <p:cNvSpPr/>
            <p:nvPr/>
          </p:nvSpPr>
          <p:spPr>
            <a:xfrm>
              <a:off x="9280043" y="4501512"/>
              <a:ext cx="237184" cy="159191"/>
            </a:xfrm>
            <a:custGeom>
              <a:avLst/>
              <a:gdLst>
                <a:gd name="connsiteX0" fmla="*/ 119920 w 119919"/>
                <a:gd name="connsiteY0" fmla="*/ 80486 h 80486"/>
                <a:gd name="connsiteX1" fmla="*/ 0 w 119919"/>
                <a:gd name="connsiteY1" fmla="*/ 0 h 80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919" h="80486">
                  <a:moveTo>
                    <a:pt x="119920" y="80486"/>
                  </a:moveTo>
                  <a:lnTo>
                    <a:pt x="0" y="0"/>
                  </a:lnTo>
                </a:path>
              </a:pathLst>
            </a:custGeom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任意多边形 165"/>
            <p:cNvSpPr/>
            <p:nvPr/>
          </p:nvSpPr>
          <p:spPr>
            <a:xfrm>
              <a:off x="7739712" y="3441245"/>
              <a:ext cx="120990" cy="576665"/>
            </a:xfrm>
            <a:custGeom>
              <a:avLst/>
              <a:gdLst>
                <a:gd name="connsiteX0" fmla="*/ 21421 w 61172"/>
                <a:gd name="connsiteY0" fmla="*/ -607 h 291560"/>
                <a:gd name="connsiteX1" fmla="*/ 61045 w 61172"/>
                <a:gd name="connsiteY1" fmla="*/ 290953 h 29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172" h="291560">
                  <a:moveTo>
                    <a:pt x="21421" y="-607"/>
                  </a:moveTo>
                  <a:cubicBezTo>
                    <a:pt x="21421" y="-607"/>
                    <a:pt x="-47445" y="142268"/>
                    <a:pt x="61045" y="290953"/>
                  </a:cubicBezTo>
                </a:path>
              </a:pathLst>
            </a:custGeom>
            <a:noFill/>
            <a:ln w="7144" cap="rnd">
              <a:solidFill>
                <a:srgbClr val="12203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711450" y="2304680"/>
            <a:ext cx="4997450" cy="10792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2711450" y="3395733"/>
            <a:ext cx="4997450" cy="167748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2025/6/27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 smtClean="0"/>
              <a:t> 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>
            <a:spLocks/>
          </p:cNvSpPr>
          <p:nvPr/>
        </p:nvSpPr>
        <p:spPr bwMode="auto">
          <a:xfrm>
            <a:off x="247650" y="191770"/>
            <a:ext cx="11683998" cy="6474461"/>
          </a:xfrm>
          <a:prstGeom prst="roundRect">
            <a:avLst>
              <a:gd name="adj" fmla="val 2023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组合 144"/>
          <p:cNvGrpSpPr/>
          <p:nvPr/>
        </p:nvGrpSpPr>
        <p:grpSpPr>
          <a:xfrm>
            <a:off x="1588" y="0"/>
            <a:ext cx="12188825" cy="6888241"/>
            <a:chOff x="1588" y="0"/>
            <a:chExt cx="12188825" cy="6888241"/>
          </a:xfrm>
        </p:grpSpPr>
        <p:sp>
          <p:nvSpPr>
            <p:cNvPr id="2" name="矩形 1"/>
            <p:cNvSpPr>
              <a:spLocks noChangeAspect="1" noChangeArrowheads="1" noTextEdit="1"/>
            </p:cNvSpPr>
            <p:nvPr/>
          </p:nvSpPr>
          <p:spPr bwMode="auto">
            <a:xfrm flipH="1">
              <a:off x="1588" y="0"/>
              <a:ext cx="12188825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" name="任意多边形 2"/>
            <p:cNvSpPr>
              <a:spLocks/>
            </p:cNvSpPr>
            <p:nvPr/>
          </p:nvSpPr>
          <p:spPr bwMode="auto">
            <a:xfrm flipH="1">
              <a:off x="5346702" y="654051"/>
              <a:ext cx="6394449" cy="5657849"/>
            </a:xfrm>
            <a:custGeom>
              <a:avLst/>
              <a:gdLst>
                <a:gd name="T0" fmla="*/ 3758 w 3838"/>
                <a:gd name="T1" fmla="*/ 3838 h 3838"/>
                <a:gd name="T2" fmla="*/ 80 w 3838"/>
                <a:gd name="T3" fmla="*/ 3838 h 3838"/>
                <a:gd name="T4" fmla="*/ 0 w 3838"/>
                <a:gd name="T5" fmla="*/ 3758 h 3838"/>
                <a:gd name="T6" fmla="*/ 0 w 3838"/>
                <a:gd name="T7" fmla="*/ 80 h 3838"/>
                <a:gd name="T8" fmla="*/ 80 w 3838"/>
                <a:gd name="T9" fmla="*/ 0 h 3838"/>
                <a:gd name="T10" fmla="*/ 3758 w 3838"/>
                <a:gd name="T11" fmla="*/ 0 h 3838"/>
                <a:gd name="T12" fmla="*/ 3838 w 3838"/>
                <a:gd name="T13" fmla="*/ 80 h 3838"/>
                <a:gd name="T14" fmla="*/ 3838 w 3838"/>
                <a:gd name="T15" fmla="*/ 3758 h 3838"/>
                <a:gd name="T16" fmla="*/ 3758 w 3838"/>
                <a:gd name="T17" fmla="*/ 3838 h 3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38" h="3838">
                  <a:moveTo>
                    <a:pt x="3758" y="3838"/>
                  </a:moveTo>
                  <a:cubicBezTo>
                    <a:pt x="80" y="3838"/>
                    <a:pt x="80" y="3838"/>
                    <a:pt x="80" y="3838"/>
                  </a:cubicBezTo>
                  <a:cubicBezTo>
                    <a:pt x="36" y="3838"/>
                    <a:pt x="0" y="3802"/>
                    <a:pt x="0" y="3758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36"/>
                    <a:pt x="36" y="0"/>
                    <a:pt x="80" y="0"/>
                  </a:cubicBezTo>
                  <a:cubicBezTo>
                    <a:pt x="3758" y="0"/>
                    <a:pt x="3758" y="0"/>
                    <a:pt x="3758" y="0"/>
                  </a:cubicBezTo>
                  <a:cubicBezTo>
                    <a:pt x="3802" y="0"/>
                    <a:pt x="3838" y="36"/>
                    <a:pt x="3838" y="80"/>
                  </a:cubicBezTo>
                  <a:cubicBezTo>
                    <a:pt x="3838" y="3758"/>
                    <a:pt x="3838" y="3758"/>
                    <a:pt x="3838" y="3758"/>
                  </a:cubicBezTo>
                  <a:cubicBezTo>
                    <a:pt x="3838" y="3802"/>
                    <a:pt x="3802" y="3838"/>
                    <a:pt x="3758" y="3838"/>
                  </a:cubicBezTo>
                </a:path>
              </a:pathLst>
            </a:custGeom>
            <a:solidFill>
              <a:schemeClr val="bg1">
                <a:alpha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zh-CN" altLang="en-US"/>
            </a:p>
          </p:txBody>
        </p:sp>
        <p:sp>
          <p:nvSpPr>
            <p:cNvPr id="6" name="任意多边形 5"/>
            <p:cNvSpPr>
              <a:spLocks/>
            </p:cNvSpPr>
            <p:nvPr/>
          </p:nvSpPr>
          <p:spPr bwMode="auto">
            <a:xfrm flipH="1">
              <a:off x="2937547" y="654050"/>
              <a:ext cx="2160588" cy="4149725"/>
            </a:xfrm>
            <a:custGeom>
              <a:avLst/>
              <a:gdLst>
                <a:gd name="T0" fmla="*/ 1282 w 1362"/>
                <a:gd name="T1" fmla="*/ 2770 h 2770"/>
                <a:gd name="T2" fmla="*/ 80 w 1362"/>
                <a:gd name="T3" fmla="*/ 2770 h 2770"/>
                <a:gd name="T4" fmla="*/ 0 w 1362"/>
                <a:gd name="T5" fmla="*/ 2690 h 2770"/>
                <a:gd name="T6" fmla="*/ 0 w 1362"/>
                <a:gd name="T7" fmla="*/ 80 h 2770"/>
                <a:gd name="T8" fmla="*/ 80 w 1362"/>
                <a:gd name="T9" fmla="*/ 0 h 2770"/>
                <a:gd name="T10" fmla="*/ 1282 w 1362"/>
                <a:gd name="T11" fmla="*/ 0 h 2770"/>
                <a:gd name="T12" fmla="*/ 1362 w 1362"/>
                <a:gd name="T13" fmla="*/ 80 h 2770"/>
                <a:gd name="T14" fmla="*/ 1362 w 1362"/>
                <a:gd name="T15" fmla="*/ 2690 h 2770"/>
                <a:gd name="T16" fmla="*/ 1282 w 1362"/>
                <a:gd name="T17" fmla="*/ 2770 h 2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2" h="2770">
                  <a:moveTo>
                    <a:pt x="1282" y="2770"/>
                  </a:moveTo>
                  <a:cubicBezTo>
                    <a:pt x="80" y="2770"/>
                    <a:pt x="80" y="2770"/>
                    <a:pt x="80" y="2770"/>
                  </a:cubicBezTo>
                  <a:cubicBezTo>
                    <a:pt x="36" y="2770"/>
                    <a:pt x="0" y="2735"/>
                    <a:pt x="0" y="269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36"/>
                    <a:pt x="36" y="0"/>
                    <a:pt x="80" y="0"/>
                  </a:cubicBezTo>
                  <a:cubicBezTo>
                    <a:pt x="1282" y="0"/>
                    <a:pt x="1282" y="0"/>
                    <a:pt x="1282" y="0"/>
                  </a:cubicBezTo>
                  <a:cubicBezTo>
                    <a:pt x="1326" y="0"/>
                    <a:pt x="1362" y="36"/>
                    <a:pt x="1362" y="80"/>
                  </a:cubicBezTo>
                  <a:cubicBezTo>
                    <a:pt x="1362" y="2690"/>
                    <a:pt x="1362" y="2690"/>
                    <a:pt x="1362" y="2690"/>
                  </a:cubicBezTo>
                  <a:cubicBezTo>
                    <a:pt x="1362" y="2735"/>
                    <a:pt x="1326" y="2770"/>
                    <a:pt x="1282" y="2770"/>
                  </a:cubicBezTo>
                </a:path>
              </a:pathLst>
            </a:custGeom>
            <a:solidFill>
              <a:schemeClr val="bg1"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 flipH="1">
              <a:off x="10929938" y="5112360"/>
              <a:ext cx="601663" cy="555625"/>
              <a:chOff x="5953126" y="5792667"/>
              <a:chExt cx="601663" cy="555625"/>
            </a:xfrm>
          </p:grpSpPr>
          <p:sp>
            <p:nvSpPr>
              <p:cNvPr id="10" name="任意多边形 9"/>
              <p:cNvSpPr>
                <a:spLocks/>
              </p:cNvSpPr>
              <p:nvPr/>
            </p:nvSpPr>
            <p:spPr bwMode="auto">
              <a:xfrm>
                <a:off x="5953126" y="6097467"/>
                <a:ext cx="601663" cy="250825"/>
              </a:xfrm>
              <a:custGeom>
                <a:avLst/>
                <a:gdLst>
                  <a:gd name="T0" fmla="*/ 372 w 379"/>
                  <a:gd name="T1" fmla="*/ 69 h 158"/>
                  <a:gd name="T2" fmla="*/ 257 w 379"/>
                  <a:gd name="T3" fmla="*/ 5 h 158"/>
                  <a:gd name="T4" fmla="*/ 242 w 379"/>
                  <a:gd name="T5" fmla="*/ 14 h 158"/>
                  <a:gd name="T6" fmla="*/ 242 w 379"/>
                  <a:gd name="T7" fmla="*/ 53 h 158"/>
                  <a:gd name="T8" fmla="*/ 12 w 379"/>
                  <a:gd name="T9" fmla="*/ 53 h 158"/>
                  <a:gd name="T10" fmla="*/ 0 w 379"/>
                  <a:gd name="T11" fmla="*/ 65 h 158"/>
                  <a:gd name="T12" fmla="*/ 0 w 379"/>
                  <a:gd name="T13" fmla="*/ 93 h 158"/>
                  <a:gd name="T14" fmla="*/ 11 w 379"/>
                  <a:gd name="T15" fmla="*/ 104 h 158"/>
                  <a:gd name="T16" fmla="*/ 242 w 379"/>
                  <a:gd name="T17" fmla="*/ 104 h 158"/>
                  <a:gd name="T18" fmla="*/ 242 w 379"/>
                  <a:gd name="T19" fmla="*/ 142 h 158"/>
                  <a:gd name="T20" fmla="*/ 259 w 379"/>
                  <a:gd name="T21" fmla="*/ 152 h 158"/>
                  <a:gd name="T22" fmla="*/ 372 w 379"/>
                  <a:gd name="T23" fmla="*/ 89 h 158"/>
                  <a:gd name="T24" fmla="*/ 379 w 379"/>
                  <a:gd name="T25" fmla="*/ 79 h 158"/>
                  <a:gd name="T26" fmla="*/ 372 w 379"/>
                  <a:gd name="T27" fmla="*/ 69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79" h="158">
                    <a:moveTo>
                      <a:pt x="372" y="69"/>
                    </a:moveTo>
                    <a:cubicBezTo>
                      <a:pt x="334" y="48"/>
                      <a:pt x="295" y="26"/>
                      <a:pt x="257" y="5"/>
                    </a:cubicBezTo>
                    <a:cubicBezTo>
                      <a:pt x="248" y="0"/>
                      <a:pt x="242" y="3"/>
                      <a:pt x="242" y="14"/>
                    </a:cubicBezTo>
                    <a:cubicBezTo>
                      <a:pt x="242" y="21"/>
                      <a:pt x="242" y="36"/>
                      <a:pt x="242" y="53"/>
                    </a:cubicBezTo>
                    <a:cubicBezTo>
                      <a:pt x="210" y="53"/>
                      <a:pt x="27" y="53"/>
                      <a:pt x="12" y="53"/>
                    </a:cubicBezTo>
                    <a:cubicBezTo>
                      <a:pt x="4" y="53"/>
                      <a:pt x="0" y="57"/>
                      <a:pt x="0" y="65"/>
                    </a:cubicBezTo>
                    <a:cubicBezTo>
                      <a:pt x="0" y="74"/>
                      <a:pt x="0" y="84"/>
                      <a:pt x="0" y="93"/>
                    </a:cubicBezTo>
                    <a:cubicBezTo>
                      <a:pt x="0" y="101"/>
                      <a:pt x="4" y="104"/>
                      <a:pt x="11" y="104"/>
                    </a:cubicBezTo>
                    <a:cubicBezTo>
                      <a:pt x="23" y="104"/>
                      <a:pt x="209" y="104"/>
                      <a:pt x="242" y="104"/>
                    </a:cubicBezTo>
                    <a:cubicBezTo>
                      <a:pt x="242" y="121"/>
                      <a:pt x="242" y="135"/>
                      <a:pt x="242" y="142"/>
                    </a:cubicBezTo>
                    <a:cubicBezTo>
                      <a:pt x="242" y="154"/>
                      <a:pt x="249" y="158"/>
                      <a:pt x="259" y="152"/>
                    </a:cubicBezTo>
                    <a:cubicBezTo>
                      <a:pt x="297" y="131"/>
                      <a:pt x="334" y="110"/>
                      <a:pt x="372" y="89"/>
                    </a:cubicBezTo>
                    <a:cubicBezTo>
                      <a:pt x="376" y="87"/>
                      <a:pt x="379" y="84"/>
                      <a:pt x="379" y="79"/>
                    </a:cubicBezTo>
                    <a:cubicBezTo>
                      <a:pt x="379" y="74"/>
                      <a:pt x="376" y="71"/>
                      <a:pt x="372" y="6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 10"/>
              <p:cNvSpPr>
                <a:spLocks/>
              </p:cNvSpPr>
              <p:nvPr/>
            </p:nvSpPr>
            <p:spPr bwMode="auto">
              <a:xfrm>
                <a:off x="5953126" y="5792667"/>
                <a:ext cx="601663" cy="250825"/>
              </a:xfrm>
              <a:custGeom>
                <a:avLst/>
                <a:gdLst>
                  <a:gd name="T0" fmla="*/ 372 w 379"/>
                  <a:gd name="T1" fmla="*/ 69 h 158"/>
                  <a:gd name="T2" fmla="*/ 257 w 379"/>
                  <a:gd name="T3" fmla="*/ 5 h 158"/>
                  <a:gd name="T4" fmla="*/ 242 w 379"/>
                  <a:gd name="T5" fmla="*/ 14 h 158"/>
                  <a:gd name="T6" fmla="*/ 242 w 379"/>
                  <a:gd name="T7" fmla="*/ 53 h 158"/>
                  <a:gd name="T8" fmla="*/ 12 w 379"/>
                  <a:gd name="T9" fmla="*/ 53 h 158"/>
                  <a:gd name="T10" fmla="*/ 0 w 379"/>
                  <a:gd name="T11" fmla="*/ 65 h 158"/>
                  <a:gd name="T12" fmla="*/ 0 w 379"/>
                  <a:gd name="T13" fmla="*/ 93 h 158"/>
                  <a:gd name="T14" fmla="*/ 11 w 379"/>
                  <a:gd name="T15" fmla="*/ 104 h 158"/>
                  <a:gd name="T16" fmla="*/ 242 w 379"/>
                  <a:gd name="T17" fmla="*/ 104 h 158"/>
                  <a:gd name="T18" fmla="*/ 242 w 379"/>
                  <a:gd name="T19" fmla="*/ 142 h 158"/>
                  <a:gd name="T20" fmla="*/ 259 w 379"/>
                  <a:gd name="T21" fmla="*/ 152 h 158"/>
                  <a:gd name="T22" fmla="*/ 372 w 379"/>
                  <a:gd name="T23" fmla="*/ 89 h 158"/>
                  <a:gd name="T24" fmla="*/ 379 w 379"/>
                  <a:gd name="T25" fmla="*/ 79 h 158"/>
                  <a:gd name="T26" fmla="*/ 372 w 379"/>
                  <a:gd name="T27" fmla="*/ 69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79" h="158">
                    <a:moveTo>
                      <a:pt x="372" y="69"/>
                    </a:moveTo>
                    <a:cubicBezTo>
                      <a:pt x="334" y="48"/>
                      <a:pt x="295" y="26"/>
                      <a:pt x="257" y="5"/>
                    </a:cubicBezTo>
                    <a:cubicBezTo>
                      <a:pt x="248" y="0"/>
                      <a:pt x="242" y="3"/>
                      <a:pt x="242" y="14"/>
                    </a:cubicBezTo>
                    <a:cubicBezTo>
                      <a:pt x="242" y="21"/>
                      <a:pt x="242" y="36"/>
                      <a:pt x="242" y="53"/>
                    </a:cubicBezTo>
                    <a:cubicBezTo>
                      <a:pt x="210" y="53"/>
                      <a:pt x="27" y="53"/>
                      <a:pt x="12" y="53"/>
                    </a:cubicBezTo>
                    <a:cubicBezTo>
                      <a:pt x="4" y="53"/>
                      <a:pt x="0" y="57"/>
                      <a:pt x="0" y="65"/>
                    </a:cubicBezTo>
                    <a:cubicBezTo>
                      <a:pt x="0" y="74"/>
                      <a:pt x="0" y="84"/>
                      <a:pt x="0" y="93"/>
                    </a:cubicBezTo>
                    <a:cubicBezTo>
                      <a:pt x="0" y="101"/>
                      <a:pt x="4" y="104"/>
                      <a:pt x="11" y="104"/>
                    </a:cubicBezTo>
                    <a:cubicBezTo>
                      <a:pt x="23" y="104"/>
                      <a:pt x="209" y="104"/>
                      <a:pt x="242" y="104"/>
                    </a:cubicBezTo>
                    <a:cubicBezTo>
                      <a:pt x="242" y="121"/>
                      <a:pt x="242" y="135"/>
                      <a:pt x="242" y="142"/>
                    </a:cubicBezTo>
                    <a:cubicBezTo>
                      <a:pt x="242" y="154"/>
                      <a:pt x="249" y="158"/>
                      <a:pt x="259" y="152"/>
                    </a:cubicBezTo>
                    <a:cubicBezTo>
                      <a:pt x="297" y="131"/>
                      <a:pt x="334" y="110"/>
                      <a:pt x="372" y="89"/>
                    </a:cubicBezTo>
                    <a:cubicBezTo>
                      <a:pt x="376" y="87"/>
                      <a:pt x="379" y="84"/>
                      <a:pt x="379" y="79"/>
                    </a:cubicBezTo>
                    <a:cubicBezTo>
                      <a:pt x="379" y="74"/>
                      <a:pt x="376" y="71"/>
                      <a:pt x="372" y="6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" name="任意多边形 11"/>
            <p:cNvSpPr>
              <a:spLocks/>
            </p:cNvSpPr>
            <p:nvPr/>
          </p:nvSpPr>
          <p:spPr bwMode="auto">
            <a:xfrm flipH="1">
              <a:off x="1977110" y="874713"/>
              <a:ext cx="603250" cy="250825"/>
            </a:xfrm>
            <a:custGeom>
              <a:avLst/>
              <a:gdLst>
                <a:gd name="T0" fmla="*/ 7 w 380"/>
                <a:gd name="T1" fmla="*/ 89 h 158"/>
                <a:gd name="T2" fmla="*/ 123 w 380"/>
                <a:gd name="T3" fmla="*/ 153 h 158"/>
                <a:gd name="T4" fmla="*/ 138 w 380"/>
                <a:gd name="T5" fmla="*/ 144 h 158"/>
                <a:gd name="T6" fmla="*/ 138 w 380"/>
                <a:gd name="T7" fmla="*/ 105 h 158"/>
                <a:gd name="T8" fmla="*/ 368 w 380"/>
                <a:gd name="T9" fmla="*/ 105 h 158"/>
                <a:gd name="T10" fmla="*/ 380 w 380"/>
                <a:gd name="T11" fmla="*/ 93 h 158"/>
                <a:gd name="T12" fmla="*/ 379 w 380"/>
                <a:gd name="T13" fmla="*/ 65 h 158"/>
                <a:gd name="T14" fmla="*/ 368 w 380"/>
                <a:gd name="T15" fmla="*/ 54 h 158"/>
                <a:gd name="T16" fmla="*/ 138 w 380"/>
                <a:gd name="T17" fmla="*/ 54 h 158"/>
                <a:gd name="T18" fmla="*/ 138 w 380"/>
                <a:gd name="T19" fmla="*/ 16 h 158"/>
                <a:gd name="T20" fmla="*/ 121 w 380"/>
                <a:gd name="T21" fmla="*/ 6 h 158"/>
                <a:gd name="T22" fmla="*/ 7 w 380"/>
                <a:gd name="T23" fmla="*/ 69 h 158"/>
                <a:gd name="T24" fmla="*/ 0 w 380"/>
                <a:gd name="T25" fmla="*/ 79 h 158"/>
                <a:gd name="T26" fmla="*/ 7 w 380"/>
                <a:gd name="T27" fmla="*/ 8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0" h="158">
                  <a:moveTo>
                    <a:pt x="7" y="89"/>
                  </a:moveTo>
                  <a:cubicBezTo>
                    <a:pt x="46" y="110"/>
                    <a:pt x="84" y="132"/>
                    <a:pt x="123" y="153"/>
                  </a:cubicBezTo>
                  <a:cubicBezTo>
                    <a:pt x="131" y="158"/>
                    <a:pt x="138" y="154"/>
                    <a:pt x="138" y="144"/>
                  </a:cubicBezTo>
                  <a:cubicBezTo>
                    <a:pt x="138" y="137"/>
                    <a:pt x="138" y="122"/>
                    <a:pt x="138" y="105"/>
                  </a:cubicBezTo>
                  <a:cubicBezTo>
                    <a:pt x="170" y="105"/>
                    <a:pt x="353" y="105"/>
                    <a:pt x="368" y="105"/>
                  </a:cubicBezTo>
                  <a:cubicBezTo>
                    <a:pt x="376" y="105"/>
                    <a:pt x="379" y="101"/>
                    <a:pt x="380" y="93"/>
                  </a:cubicBezTo>
                  <a:cubicBezTo>
                    <a:pt x="380" y="84"/>
                    <a:pt x="380" y="74"/>
                    <a:pt x="379" y="65"/>
                  </a:cubicBezTo>
                  <a:cubicBezTo>
                    <a:pt x="379" y="57"/>
                    <a:pt x="376" y="54"/>
                    <a:pt x="368" y="54"/>
                  </a:cubicBezTo>
                  <a:cubicBezTo>
                    <a:pt x="356" y="54"/>
                    <a:pt x="171" y="54"/>
                    <a:pt x="138" y="54"/>
                  </a:cubicBezTo>
                  <a:cubicBezTo>
                    <a:pt x="138" y="37"/>
                    <a:pt x="138" y="23"/>
                    <a:pt x="138" y="16"/>
                  </a:cubicBezTo>
                  <a:cubicBezTo>
                    <a:pt x="138" y="4"/>
                    <a:pt x="131" y="0"/>
                    <a:pt x="121" y="6"/>
                  </a:cubicBezTo>
                  <a:cubicBezTo>
                    <a:pt x="83" y="27"/>
                    <a:pt x="45" y="48"/>
                    <a:pt x="7" y="69"/>
                  </a:cubicBezTo>
                  <a:cubicBezTo>
                    <a:pt x="3" y="71"/>
                    <a:pt x="0" y="74"/>
                    <a:pt x="0" y="79"/>
                  </a:cubicBezTo>
                  <a:cubicBezTo>
                    <a:pt x="0" y="84"/>
                    <a:pt x="3" y="87"/>
                    <a:pt x="7" y="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任意多边形 12"/>
            <p:cNvSpPr>
              <a:spLocks/>
            </p:cNvSpPr>
            <p:nvPr/>
          </p:nvSpPr>
          <p:spPr bwMode="auto">
            <a:xfrm flipH="1">
              <a:off x="1977110" y="1179513"/>
              <a:ext cx="603250" cy="250825"/>
            </a:xfrm>
            <a:custGeom>
              <a:avLst/>
              <a:gdLst>
                <a:gd name="T0" fmla="*/ 7 w 380"/>
                <a:gd name="T1" fmla="*/ 89 h 158"/>
                <a:gd name="T2" fmla="*/ 123 w 380"/>
                <a:gd name="T3" fmla="*/ 153 h 158"/>
                <a:gd name="T4" fmla="*/ 138 w 380"/>
                <a:gd name="T5" fmla="*/ 144 h 158"/>
                <a:gd name="T6" fmla="*/ 138 w 380"/>
                <a:gd name="T7" fmla="*/ 105 h 158"/>
                <a:gd name="T8" fmla="*/ 368 w 380"/>
                <a:gd name="T9" fmla="*/ 105 h 158"/>
                <a:gd name="T10" fmla="*/ 380 w 380"/>
                <a:gd name="T11" fmla="*/ 93 h 158"/>
                <a:gd name="T12" fmla="*/ 379 w 380"/>
                <a:gd name="T13" fmla="*/ 65 h 158"/>
                <a:gd name="T14" fmla="*/ 368 w 380"/>
                <a:gd name="T15" fmla="*/ 54 h 158"/>
                <a:gd name="T16" fmla="*/ 138 w 380"/>
                <a:gd name="T17" fmla="*/ 54 h 158"/>
                <a:gd name="T18" fmla="*/ 138 w 380"/>
                <a:gd name="T19" fmla="*/ 16 h 158"/>
                <a:gd name="T20" fmla="*/ 121 w 380"/>
                <a:gd name="T21" fmla="*/ 6 h 158"/>
                <a:gd name="T22" fmla="*/ 7 w 380"/>
                <a:gd name="T23" fmla="*/ 69 h 158"/>
                <a:gd name="T24" fmla="*/ 0 w 380"/>
                <a:gd name="T25" fmla="*/ 79 h 158"/>
                <a:gd name="T26" fmla="*/ 7 w 380"/>
                <a:gd name="T27" fmla="*/ 8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0" h="158">
                  <a:moveTo>
                    <a:pt x="7" y="89"/>
                  </a:moveTo>
                  <a:cubicBezTo>
                    <a:pt x="46" y="110"/>
                    <a:pt x="84" y="132"/>
                    <a:pt x="123" y="153"/>
                  </a:cubicBezTo>
                  <a:cubicBezTo>
                    <a:pt x="131" y="158"/>
                    <a:pt x="138" y="154"/>
                    <a:pt x="138" y="144"/>
                  </a:cubicBezTo>
                  <a:cubicBezTo>
                    <a:pt x="138" y="137"/>
                    <a:pt x="138" y="122"/>
                    <a:pt x="138" y="105"/>
                  </a:cubicBezTo>
                  <a:cubicBezTo>
                    <a:pt x="170" y="105"/>
                    <a:pt x="353" y="105"/>
                    <a:pt x="368" y="105"/>
                  </a:cubicBezTo>
                  <a:cubicBezTo>
                    <a:pt x="376" y="105"/>
                    <a:pt x="379" y="101"/>
                    <a:pt x="380" y="93"/>
                  </a:cubicBezTo>
                  <a:cubicBezTo>
                    <a:pt x="380" y="84"/>
                    <a:pt x="380" y="74"/>
                    <a:pt x="379" y="65"/>
                  </a:cubicBezTo>
                  <a:cubicBezTo>
                    <a:pt x="379" y="57"/>
                    <a:pt x="376" y="54"/>
                    <a:pt x="368" y="54"/>
                  </a:cubicBezTo>
                  <a:cubicBezTo>
                    <a:pt x="356" y="54"/>
                    <a:pt x="171" y="54"/>
                    <a:pt x="138" y="54"/>
                  </a:cubicBezTo>
                  <a:cubicBezTo>
                    <a:pt x="138" y="37"/>
                    <a:pt x="138" y="23"/>
                    <a:pt x="138" y="16"/>
                  </a:cubicBezTo>
                  <a:cubicBezTo>
                    <a:pt x="138" y="4"/>
                    <a:pt x="131" y="0"/>
                    <a:pt x="121" y="6"/>
                  </a:cubicBezTo>
                  <a:cubicBezTo>
                    <a:pt x="83" y="27"/>
                    <a:pt x="45" y="48"/>
                    <a:pt x="7" y="69"/>
                  </a:cubicBezTo>
                  <a:cubicBezTo>
                    <a:pt x="3" y="71"/>
                    <a:pt x="0" y="74"/>
                    <a:pt x="0" y="79"/>
                  </a:cubicBezTo>
                  <a:cubicBezTo>
                    <a:pt x="0" y="84"/>
                    <a:pt x="3" y="87"/>
                    <a:pt x="7" y="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 rot="2175698" flipH="1">
              <a:off x="5445796" y="435244"/>
              <a:ext cx="304800" cy="109273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圆角矩形 14"/>
            <p:cNvSpPr/>
            <p:nvPr/>
          </p:nvSpPr>
          <p:spPr>
            <a:xfrm rot="2175698" flipH="1">
              <a:off x="11379202" y="5460732"/>
              <a:ext cx="304800" cy="109273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4" name="组合 143"/>
            <p:cNvGrpSpPr/>
            <p:nvPr/>
          </p:nvGrpSpPr>
          <p:grpSpPr>
            <a:xfrm>
              <a:off x="344074" y="1512304"/>
              <a:ext cx="3040517" cy="5375937"/>
              <a:chOff x="344074" y="1512304"/>
              <a:chExt cx="3040517" cy="5375937"/>
            </a:xfrm>
          </p:grpSpPr>
          <p:sp>
            <p:nvSpPr>
              <p:cNvPr id="8" name="任意多边形 7"/>
              <p:cNvSpPr>
                <a:spLocks/>
              </p:cNvSpPr>
              <p:nvPr/>
            </p:nvSpPr>
            <p:spPr bwMode="auto">
              <a:xfrm flipH="1">
                <a:off x="540502" y="2078038"/>
                <a:ext cx="2160588" cy="4397375"/>
              </a:xfrm>
              <a:custGeom>
                <a:avLst/>
                <a:gdLst>
                  <a:gd name="T0" fmla="*/ 1281 w 1361"/>
                  <a:gd name="T1" fmla="*/ 2770 h 2770"/>
                  <a:gd name="T2" fmla="*/ 79 w 1361"/>
                  <a:gd name="T3" fmla="*/ 2770 h 2770"/>
                  <a:gd name="T4" fmla="*/ 0 w 1361"/>
                  <a:gd name="T5" fmla="*/ 2690 h 2770"/>
                  <a:gd name="T6" fmla="*/ 0 w 1361"/>
                  <a:gd name="T7" fmla="*/ 79 h 2770"/>
                  <a:gd name="T8" fmla="*/ 79 w 1361"/>
                  <a:gd name="T9" fmla="*/ 0 h 2770"/>
                  <a:gd name="T10" fmla="*/ 1281 w 1361"/>
                  <a:gd name="T11" fmla="*/ 0 h 2770"/>
                  <a:gd name="T12" fmla="*/ 1361 w 1361"/>
                  <a:gd name="T13" fmla="*/ 79 h 2770"/>
                  <a:gd name="T14" fmla="*/ 1361 w 1361"/>
                  <a:gd name="T15" fmla="*/ 2690 h 2770"/>
                  <a:gd name="T16" fmla="*/ 1281 w 1361"/>
                  <a:gd name="T17" fmla="*/ 2770 h 2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61" h="2770">
                    <a:moveTo>
                      <a:pt x="1281" y="2770"/>
                    </a:moveTo>
                    <a:cubicBezTo>
                      <a:pt x="79" y="2770"/>
                      <a:pt x="79" y="2770"/>
                      <a:pt x="79" y="2770"/>
                    </a:cubicBezTo>
                    <a:cubicBezTo>
                      <a:pt x="35" y="2770"/>
                      <a:pt x="0" y="2734"/>
                      <a:pt x="0" y="2690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35"/>
                      <a:pt x="35" y="0"/>
                      <a:pt x="79" y="0"/>
                    </a:cubicBezTo>
                    <a:cubicBezTo>
                      <a:pt x="1281" y="0"/>
                      <a:pt x="1281" y="0"/>
                      <a:pt x="1281" y="0"/>
                    </a:cubicBezTo>
                    <a:cubicBezTo>
                      <a:pt x="1326" y="0"/>
                      <a:pt x="1361" y="35"/>
                      <a:pt x="1361" y="79"/>
                    </a:cubicBezTo>
                    <a:cubicBezTo>
                      <a:pt x="1361" y="2690"/>
                      <a:pt x="1361" y="2690"/>
                      <a:pt x="1361" y="2690"/>
                    </a:cubicBezTo>
                    <a:cubicBezTo>
                      <a:pt x="1361" y="2734"/>
                      <a:pt x="1326" y="2770"/>
                      <a:pt x="1281" y="2770"/>
                    </a:cubicBezTo>
                    <a:close/>
                  </a:path>
                </a:pathLst>
              </a:cu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 16"/>
              <p:cNvSpPr/>
              <p:nvPr/>
            </p:nvSpPr>
            <p:spPr>
              <a:xfrm flipH="1">
                <a:off x="1946790" y="2479708"/>
                <a:ext cx="1437801" cy="1078204"/>
              </a:xfrm>
              <a:custGeom>
                <a:avLst/>
                <a:gdLst>
                  <a:gd name="connsiteX0" fmla="*/ 177101 w 993431"/>
                  <a:gd name="connsiteY0" fmla="*/ 274279 h 744972"/>
                  <a:gd name="connsiteX1" fmla="*/ 520764 w 993431"/>
                  <a:gd name="connsiteY1" fmla="*/ 692045 h 744972"/>
                  <a:gd name="connsiteX2" fmla="*/ 795960 w 993431"/>
                  <a:gd name="connsiteY2" fmla="*/ 683397 h 744972"/>
                  <a:gd name="connsiteX3" fmla="*/ 819277 w 993431"/>
                  <a:gd name="connsiteY3" fmla="*/ 653088 h 744972"/>
                  <a:gd name="connsiteX4" fmla="*/ 992632 w 993431"/>
                  <a:gd name="connsiteY4" fmla="*/ 375720 h 744972"/>
                  <a:gd name="connsiteX5" fmla="*/ 692690 w 993431"/>
                  <a:gd name="connsiteY5" fmla="*/ 325809 h 744972"/>
                  <a:gd name="connsiteX6" fmla="*/ 650113 w 993431"/>
                  <a:gd name="connsiteY6" fmla="*/ 441728 h 744972"/>
                  <a:gd name="connsiteX7" fmla="*/ 257588 w 993431"/>
                  <a:gd name="connsiteY7" fmla="*/ 166551 h 744972"/>
                  <a:gd name="connsiteX8" fmla="*/ 174625 w 993431"/>
                  <a:gd name="connsiteY8" fmla="*/ 16056 h 744972"/>
                  <a:gd name="connsiteX9" fmla="*/ 153384 w 993431"/>
                  <a:gd name="connsiteY9" fmla="*/ 11675 h 744972"/>
                  <a:gd name="connsiteX10" fmla="*/ 153384 w 993431"/>
                  <a:gd name="connsiteY10" fmla="*/ 11675 h 744972"/>
                  <a:gd name="connsiteX11" fmla="*/ 144316 w 993431"/>
                  <a:gd name="connsiteY11" fmla="*/ 35897 h 744972"/>
                  <a:gd name="connsiteX12" fmla="*/ 144717 w 993431"/>
                  <a:gd name="connsiteY12" fmla="*/ 36725 h 744972"/>
                  <a:gd name="connsiteX13" fmla="*/ 176721 w 993431"/>
                  <a:gd name="connsiteY13" fmla="*/ 98828 h 744972"/>
                  <a:gd name="connsiteX14" fmla="*/ 129096 w 993431"/>
                  <a:gd name="connsiteY14" fmla="*/ 70253 h 744972"/>
                  <a:gd name="connsiteX15" fmla="*/ 51657 w 993431"/>
                  <a:gd name="connsiteY15" fmla="*/ 7388 h 744972"/>
                  <a:gd name="connsiteX16" fmla="*/ 27273 w 993431"/>
                  <a:gd name="connsiteY16" fmla="*/ 1292 h 744972"/>
                  <a:gd name="connsiteX17" fmla="*/ 20225 w 993431"/>
                  <a:gd name="connsiteY17" fmla="*/ 25867 h 744972"/>
                  <a:gd name="connsiteX18" fmla="*/ 14986 w 993431"/>
                  <a:gd name="connsiteY18" fmla="*/ 62824 h 744972"/>
                  <a:gd name="connsiteX19" fmla="*/ 14986 w 993431"/>
                  <a:gd name="connsiteY19" fmla="*/ 107972 h 744972"/>
                  <a:gd name="connsiteX20" fmla="*/ 17462 w 993431"/>
                  <a:gd name="connsiteY20" fmla="*/ 149597 h 744972"/>
                  <a:gd name="connsiteX21" fmla="*/ 71564 w 993431"/>
                  <a:gd name="connsiteY21" fmla="*/ 202365 h 744972"/>
                  <a:gd name="connsiteX22" fmla="*/ 177101 w 993431"/>
                  <a:gd name="connsiteY22" fmla="*/ 274279 h 74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93431" h="744972">
                    <a:moveTo>
                      <a:pt x="177101" y="274279"/>
                    </a:moveTo>
                    <a:cubicBezTo>
                      <a:pt x="274218" y="427012"/>
                      <a:pt x="389623" y="567306"/>
                      <a:pt x="520764" y="692045"/>
                    </a:cubicBezTo>
                    <a:cubicBezTo>
                      <a:pt x="599145" y="765654"/>
                      <a:pt x="722351" y="761778"/>
                      <a:pt x="795960" y="683397"/>
                    </a:cubicBezTo>
                    <a:cubicBezTo>
                      <a:pt x="804713" y="674091"/>
                      <a:pt x="812524" y="663937"/>
                      <a:pt x="819277" y="653088"/>
                    </a:cubicBezTo>
                    <a:lnTo>
                      <a:pt x="992632" y="375720"/>
                    </a:lnTo>
                    <a:lnTo>
                      <a:pt x="692690" y="325809"/>
                    </a:lnTo>
                    <a:lnTo>
                      <a:pt x="650113" y="441728"/>
                    </a:lnTo>
                    <a:lnTo>
                      <a:pt x="257588" y="166551"/>
                    </a:lnTo>
                    <a:cubicBezTo>
                      <a:pt x="257588" y="166551"/>
                      <a:pt x="271399" y="122165"/>
                      <a:pt x="174625" y="16056"/>
                    </a:cubicBezTo>
                    <a:cubicBezTo>
                      <a:pt x="169148" y="10312"/>
                      <a:pt x="160690" y="8569"/>
                      <a:pt x="153384" y="11675"/>
                    </a:cubicBezTo>
                    <a:lnTo>
                      <a:pt x="153384" y="11675"/>
                    </a:lnTo>
                    <a:cubicBezTo>
                      <a:pt x="144192" y="15856"/>
                      <a:pt x="140125" y="26705"/>
                      <a:pt x="144316" y="35897"/>
                    </a:cubicBezTo>
                    <a:cubicBezTo>
                      <a:pt x="144440" y="36173"/>
                      <a:pt x="144574" y="36449"/>
                      <a:pt x="144717" y="36725"/>
                    </a:cubicBezTo>
                    <a:lnTo>
                      <a:pt x="176721" y="98828"/>
                    </a:lnTo>
                    <a:lnTo>
                      <a:pt x="129096" y="70253"/>
                    </a:lnTo>
                    <a:cubicBezTo>
                      <a:pt x="129096" y="70253"/>
                      <a:pt x="102807" y="57109"/>
                      <a:pt x="51657" y="7388"/>
                    </a:cubicBezTo>
                    <a:cubicBezTo>
                      <a:pt x="45618" y="435"/>
                      <a:pt x="35875" y="-2003"/>
                      <a:pt x="27273" y="1292"/>
                    </a:cubicBezTo>
                    <a:cubicBezTo>
                      <a:pt x="20892" y="4340"/>
                      <a:pt x="16224" y="10817"/>
                      <a:pt x="20225" y="25867"/>
                    </a:cubicBezTo>
                    <a:cubicBezTo>
                      <a:pt x="2603" y="24057"/>
                      <a:pt x="-5397" y="47393"/>
                      <a:pt x="14986" y="62824"/>
                    </a:cubicBezTo>
                    <a:cubicBezTo>
                      <a:pt x="-4064" y="61490"/>
                      <a:pt x="-7969" y="90446"/>
                      <a:pt x="14986" y="107972"/>
                    </a:cubicBezTo>
                    <a:cubicBezTo>
                      <a:pt x="-1492" y="100448"/>
                      <a:pt x="-7588" y="123879"/>
                      <a:pt x="17462" y="149597"/>
                    </a:cubicBezTo>
                    <a:cubicBezTo>
                      <a:pt x="34608" y="167218"/>
                      <a:pt x="71564" y="202365"/>
                      <a:pt x="71564" y="202365"/>
                    </a:cubicBezTo>
                    <a:cubicBezTo>
                      <a:pt x="71564" y="202365"/>
                      <a:pt x="99568" y="253800"/>
                      <a:pt x="177101" y="274279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任意多边形 17"/>
              <p:cNvSpPr/>
              <p:nvPr/>
            </p:nvSpPr>
            <p:spPr>
              <a:xfrm flipH="1">
                <a:off x="2326170" y="3127526"/>
                <a:ext cx="104632" cy="73338"/>
              </a:xfrm>
              <a:custGeom>
                <a:avLst/>
                <a:gdLst>
                  <a:gd name="connsiteX0" fmla="*/ 0 w 72294"/>
                  <a:gd name="connsiteY0" fmla="*/ 0 h 50672"/>
                  <a:gd name="connsiteX1" fmla="*/ 72295 w 72294"/>
                  <a:gd name="connsiteY1" fmla="*/ 50673 h 50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294" h="50672">
                    <a:moveTo>
                      <a:pt x="0" y="0"/>
                    </a:moveTo>
                    <a:lnTo>
                      <a:pt x="72295" y="50673"/>
                    </a:lnTo>
                  </a:path>
                </a:pathLst>
              </a:custGeom>
              <a:ln w="7144" cap="rnd">
                <a:solidFill>
                  <a:srgbClr val="421C1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 18"/>
              <p:cNvSpPr/>
              <p:nvPr/>
            </p:nvSpPr>
            <p:spPr>
              <a:xfrm flipH="1">
                <a:off x="3223475" y="2522614"/>
                <a:ext cx="118280" cy="100911"/>
              </a:xfrm>
              <a:custGeom>
                <a:avLst/>
                <a:gdLst>
                  <a:gd name="connsiteX0" fmla="*/ -800 w 81724"/>
                  <a:gd name="connsiteY0" fmla="*/ -159 h 69723"/>
                  <a:gd name="connsiteX1" fmla="*/ 80925 w 81724"/>
                  <a:gd name="connsiteY1" fmla="*/ 69564 h 69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1724" h="69723">
                    <a:moveTo>
                      <a:pt x="-800" y="-159"/>
                    </a:moveTo>
                    <a:cubicBezTo>
                      <a:pt x="23603" y="26216"/>
                      <a:pt x="51035" y="49619"/>
                      <a:pt x="80925" y="69564"/>
                    </a:cubicBezTo>
                  </a:path>
                </a:pathLst>
              </a:custGeom>
              <a:noFill/>
              <a:ln w="7144" cap="rnd">
                <a:solidFill>
                  <a:srgbClr val="421C1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 19"/>
              <p:cNvSpPr/>
              <p:nvPr/>
            </p:nvSpPr>
            <p:spPr>
              <a:xfrm flipH="1">
                <a:off x="3239879" y="2580651"/>
                <a:ext cx="110285" cy="95257"/>
              </a:xfrm>
              <a:custGeom>
                <a:avLst/>
                <a:gdLst>
                  <a:gd name="connsiteX0" fmla="*/ -800 w 76200"/>
                  <a:gd name="connsiteY0" fmla="*/ -159 h 65817"/>
                  <a:gd name="connsiteX1" fmla="*/ 75400 w 76200"/>
                  <a:gd name="connsiteY1" fmla="*/ 65659 h 65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200" h="65817">
                    <a:moveTo>
                      <a:pt x="-800" y="-159"/>
                    </a:moveTo>
                    <a:cubicBezTo>
                      <a:pt x="22136" y="24473"/>
                      <a:pt x="47692" y="46542"/>
                      <a:pt x="75400" y="65659"/>
                    </a:cubicBezTo>
                  </a:path>
                </a:pathLst>
              </a:custGeom>
              <a:noFill/>
              <a:ln w="7144" cap="rnd">
                <a:solidFill>
                  <a:srgbClr val="421C1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 flipH="1">
                <a:off x="3254631" y="2645305"/>
                <a:ext cx="97463" cy="86849"/>
              </a:xfrm>
              <a:custGeom>
                <a:avLst/>
                <a:gdLst>
                  <a:gd name="connsiteX0" fmla="*/ -800 w 67341"/>
                  <a:gd name="connsiteY0" fmla="*/ -159 h 60007"/>
                  <a:gd name="connsiteX1" fmla="*/ 66542 w 67341"/>
                  <a:gd name="connsiteY1" fmla="*/ 59849 h 60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7341" h="60007">
                    <a:moveTo>
                      <a:pt x="-800" y="-159"/>
                    </a:moveTo>
                    <a:cubicBezTo>
                      <a:pt x="19688" y="21939"/>
                      <a:pt x="42244" y="42028"/>
                      <a:pt x="66542" y="59849"/>
                    </a:cubicBezTo>
                  </a:path>
                </a:pathLst>
              </a:custGeom>
              <a:noFill/>
              <a:ln w="7144" cap="rnd">
                <a:solidFill>
                  <a:srgbClr val="421C1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任意多边形 21"/>
              <p:cNvSpPr/>
              <p:nvPr/>
            </p:nvSpPr>
            <p:spPr>
              <a:xfrm flipH="1">
                <a:off x="3215893" y="2606154"/>
                <a:ext cx="43424" cy="151642"/>
              </a:xfrm>
              <a:custGeom>
                <a:avLst/>
                <a:gdLst>
                  <a:gd name="connsiteX0" fmla="*/ -800 w 30003"/>
                  <a:gd name="connsiteY0" fmla="*/ 104616 h 104775"/>
                  <a:gd name="connsiteX1" fmla="*/ 29203 w 30003"/>
                  <a:gd name="connsiteY1" fmla="*/ -159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003" h="104775">
                    <a:moveTo>
                      <a:pt x="-800" y="104616"/>
                    </a:moveTo>
                    <a:cubicBezTo>
                      <a:pt x="5229" y="68679"/>
                      <a:pt x="15297" y="33531"/>
                      <a:pt x="29203" y="-159"/>
                    </a:cubicBezTo>
                  </a:path>
                </a:pathLst>
              </a:custGeom>
              <a:noFill/>
              <a:ln w="7144" cap="rnd">
                <a:solidFill>
                  <a:srgbClr val="421C1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 22"/>
              <p:cNvSpPr/>
              <p:nvPr/>
            </p:nvSpPr>
            <p:spPr>
              <a:xfrm flipH="1">
                <a:off x="3079002" y="2622145"/>
                <a:ext cx="113454" cy="164186"/>
              </a:xfrm>
              <a:custGeom>
                <a:avLst/>
                <a:gdLst>
                  <a:gd name="connsiteX0" fmla="*/ -800 w 78390"/>
                  <a:gd name="connsiteY0" fmla="*/ -159 h 113442"/>
                  <a:gd name="connsiteX1" fmla="*/ -800 w 78390"/>
                  <a:gd name="connsiteY1" fmla="*/ 7461 h 113442"/>
                  <a:gd name="connsiteX2" fmla="*/ 58541 w 78390"/>
                  <a:gd name="connsiteY2" fmla="*/ 103759 h 113442"/>
                  <a:gd name="connsiteX3" fmla="*/ 77591 w 78390"/>
                  <a:gd name="connsiteY3" fmla="*/ 113284 h 113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390" h="113442">
                    <a:moveTo>
                      <a:pt x="-800" y="-159"/>
                    </a:moveTo>
                    <a:lnTo>
                      <a:pt x="-800" y="7461"/>
                    </a:lnTo>
                    <a:cubicBezTo>
                      <a:pt x="-133" y="48000"/>
                      <a:pt x="22632" y="84938"/>
                      <a:pt x="58541" y="103759"/>
                    </a:cubicBezTo>
                    <a:lnTo>
                      <a:pt x="77591" y="113284"/>
                    </a:lnTo>
                  </a:path>
                </a:pathLst>
              </a:custGeom>
              <a:noFill/>
              <a:ln w="7144" cap="rnd">
                <a:solidFill>
                  <a:srgbClr val="421C19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 flipH="1">
                <a:off x="2030605" y="2908611"/>
                <a:ext cx="363664" cy="253451"/>
              </a:xfrm>
              <a:custGeom>
                <a:avLst/>
                <a:gdLst>
                  <a:gd name="connsiteX0" fmla="*/ 250470 w 251269"/>
                  <a:gd name="connsiteY0" fmla="*/ 47466 h 175119"/>
                  <a:gd name="connsiteX1" fmla="*/ 16916 w 251269"/>
                  <a:gd name="connsiteY1" fmla="*/ -159 h 175119"/>
                  <a:gd name="connsiteX2" fmla="*/ -800 w 251269"/>
                  <a:gd name="connsiteY2" fmla="*/ 48133 h 175119"/>
                  <a:gd name="connsiteX3" fmla="*/ 164839 w 251269"/>
                  <a:gd name="connsiteY3" fmla="*/ 166815 h 175119"/>
                  <a:gd name="connsiteX4" fmla="*/ 226704 w 251269"/>
                  <a:gd name="connsiteY4" fmla="*/ 156194 h 175119"/>
                  <a:gd name="connsiteX5" fmla="*/ 234182 w 251269"/>
                  <a:gd name="connsiteY5" fmla="*/ 138240 h 175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1269" h="175119">
                    <a:moveTo>
                      <a:pt x="250470" y="47466"/>
                    </a:moveTo>
                    <a:lnTo>
                      <a:pt x="16916" y="-159"/>
                    </a:lnTo>
                    <a:lnTo>
                      <a:pt x="-800" y="48133"/>
                    </a:lnTo>
                    <a:lnTo>
                      <a:pt x="164839" y="166815"/>
                    </a:lnTo>
                    <a:cubicBezTo>
                      <a:pt x="184852" y="180969"/>
                      <a:pt x="212550" y="176206"/>
                      <a:pt x="226704" y="156194"/>
                    </a:cubicBezTo>
                    <a:cubicBezTo>
                      <a:pt x="230495" y="150832"/>
                      <a:pt x="233048" y="144707"/>
                      <a:pt x="234182" y="138240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 30"/>
              <p:cNvSpPr/>
              <p:nvPr/>
            </p:nvSpPr>
            <p:spPr>
              <a:xfrm flipH="1">
                <a:off x="1176092" y="1512304"/>
                <a:ext cx="1155467" cy="931731"/>
              </a:xfrm>
              <a:custGeom>
                <a:avLst/>
                <a:gdLst>
                  <a:gd name="connsiteX0" fmla="*/ 159325 w 798356"/>
                  <a:gd name="connsiteY0" fmla="*/ 31819 h 643768"/>
                  <a:gd name="connsiteX1" fmla="*/ 325537 w 798356"/>
                  <a:gd name="connsiteY1" fmla="*/ 2577 h 643768"/>
                  <a:gd name="connsiteX2" fmla="*/ 542430 w 798356"/>
                  <a:gd name="connsiteY2" fmla="*/ 155939 h 643768"/>
                  <a:gd name="connsiteX3" fmla="*/ 543754 w 798356"/>
                  <a:gd name="connsiteY3" fmla="*/ 164979 h 643768"/>
                  <a:gd name="connsiteX4" fmla="*/ 551088 w 798356"/>
                  <a:gd name="connsiteY4" fmla="*/ 222129 h 643768"/>
                  <a:gd name="connsiteX5" fmla="*/ 668627 w 798356"/>
                  <a:gd name="connsiteY5" fmla="*/ 443109 h 643768"/>
                  <a:gd name="connsiteX6" fmla="*/ 797119 w 798356"/>
                  <a:gd name="connsiteY6" fmla="*/ 612463 h 643768"/>
                  <a:gd name="connsiteX7" fmla="*/ 775935 w 798356"/>
                  <a:gd name="connsiteY7" fmla="*/ 643181 h 643768"/>
                  <a:gd name="connsiteX8" fmla="*/ 771402 w 798356"/>
                  <a:gd name="connsiteY8" fmla="*/ 643610 h 643768"/>
                  <a:gd name="connsiteX9" fmla="*/ 25213 w 798356"/>
                  <a:gd name="connsiteY9" fmla="*/ 643610 h 643768"/>
                  <a:gd name="connsiteX10" fmla="*/ -800 w 798356"/>
                  <a:gd name="connsiteY10" fmla="*/ 617616 h 643768"/>
                  <a:gd name="connsiteX11" fmla="*/ -790 w 798356"/>
                  <a:gd name="connsiteY11" fmla="*/ 617035 h 643768"/>
                  <a:gd name="connsiteX12" fmla="*/ 68838 w 798356"/>
                  <a:gd name="connsiteY12" fmla="*/ 464635 h 643768"/>
                  <a:gd name="connsiteX13" fmla="*/ 71600 w 798356"/>
                  <a:gd name="connsiteY13" fmla="*/ 276421 h 643768"/>
                  <a:gd name="connsiteX14" fmla="*/ 42168 w 798356"/>
                  <a:gd name="connsiteY14" fmla="*/ 200221 h 643768"/>
                  <a:gd name="connsiteX15" fmla="*/ 157830 w 798356"/>
                  <a:gd name="connsiteY15" fmla="*/ 32086 h 643768"/>
                  <a:gd name="connsiteX16" fmla="*/ 159325 w 798356"/>
                  <a:gd name="connsiteY16" fmla="*/ 31819 h 643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8356" h="643768">
                    <a:moveTo>
                      <a:pt x="159325" y="31819"/>
                    </a:moveTo>
                    <a:lnTo>
                      <a:pt x="325537" y="2577"/>
                    </a:lnTo>
                    <a:cubicBezTo>
                      <a:pt x="427777" y="-14968"/>
                      <a:pt x="524885" y="53698"/>
                      <a:pt x="542430" y="155939"/>
                    </a:cubicBezTo>
                    <a:cubicBezTo>
                      <a:pt x="542944" y="158940"/>
                      <a:pt x="543383" y="161959"/>
                      <a:pt x="543754" y="164979"/>
                    </a:cubicBezTo>
                    <a:lnTo>
                      <a:pt x="551088" y="222129"/>
                    </a:lnTo>
                    <a:cubicBezTo>
                      <a:pt x="652435" y="263086"/>
                      <a:pt x="680819" y="373576"/>
                      <a:pt x="668627" y="443109"/>
                    </a:cubicBezTo>
                    <a:cubicBezTo>
                      <a:pt x="736692" y="474999"/>
                      <a:pt x="784736" y="538321"/>
                      <a:pt x="797119" y="612463"/>
                    </a:cubicBezTo>
                    <a:cubicBezTo>
                      <a:pt x="799748" y="626798"/>
                      <a:pt x="790261" y="640543"/>
                      <a:pt x="775935" y="643181"/>
                    </a:cubicBezTo>
                    <a:cubicBezTo>
                      <a:pt x="774440" y="643448"/>
                      <a:pt x="772926" y="643600"/>
                      <a:pt x="771402" y="643610"/>
                    </a:cubicBezTo>
                    <a:lnTo>
                      <a:pt x="25213" y="643610"/>
                    </a:lnTo>
                    <a:cubicBezTo>
                      <a:pt x="10849" y="643610"/>
                      <a:pt x="-790" y="631970"/>
                      <a:pt x="-800" y="617616"/>
                    </a:cubicBezTo>
                    <a:cubicBezTo>
                      <a:pt x="-800" y="617416"/>
                      <a:pt x="-790" y="617226"/>
                      <a:pt x="-790" y="617035"/>
                    </a:cubicBezTo>
                    <a:cubicBezTo>
                      <a:pt x="-28" y="575982"/>
                      <a:pt x="9687" y="498258"/>
                      <a:pt x="68838" y="464635"/>
                    </a:cubicBezTo>
                    <a:cubicBezTo>
                      <a:pt x="6734" y="341858"/>
                      <a:pt x="71600" y="276421"/>
                      <a:pt x="71600" y="276421"/>
                    </a:cubicBezTo>
                    <a:cubicBezTo>
                      <a:pt x="57465" y="252914"/>
                      <a:pt x="47502" y="227129"/>
                      <a:pt x="42168" y="200221"/>
                    </a:cubicBezTo>
                    <a:cubicBezTo>
                      <a:pt x="27680" y="121850"/>
                      <a:pt x="79458" y="46573"/>
                      <a:pt x="157830" y="32086"/>
                    </a:cubicBezTo>
                    <a:cubicBezTo>
                      <a:pt x="158325" y="31991"/>
                      <a:pt x="158830" y="31905"/>
                      <a:pt x="159325" y="318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 31"/>
              <p:cNvSpPr/>
              <p:nvPr/>
            </p:nvSpPr>
            <p:spPr>
              <a:xfrm flipH="1">
                <a:off x="1253785" y="1900330"/>
                <a:ext cx="265924" cy="544117"/>
              </a:xfrm>
              <a:custGeom>
                <a:avLst/>
                <a:gdLst>
                  <a:gd name="connsiteX0" fmla="*/ -800 w 183737"/>
                  <a:gd name="connsiteY0" fmla="*/ -159 h 375951"/>
                  <a:gd name="connsiteX1" fmla="*/ 50539 w 183737"/>
                  <a:gd name="connsiteY1" fmla="*/ 175292 h 375951"/>
                  <a:gd name="connsiteX2" fmla="*/ 182937 w 183737"/>
                  <a:gd name="connsiteY2" fmla="*/ 375793 h 375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3737" h="375951">
                    <a:moveTo>
                      <a:pt x="-800" y="-159"/>
                    </a:moveTo>
                    <a:cubicBezTo>
                      <a:pt x="41491" y="47809"/>
                      <a:pt x="60303" y="112084"/>
                      <a:pt x="50539" y="175292"/>
                    </a:cubicBezTo>
                    <a:cubicBezTo>
                      <a:pt x="50539" y="175292"/>
                      <a:pt x="171793" y="222917"/>
                      <a:pt x="182937" y="375793"/>
                    </a:cubicBezTo>
                  </a:path>
                </a:pathLst>
              </a:custGeom>
              <a:noFill/>
              <a:ln w="7144" cap="flat">
                <a:solidFill>
                  <a:srgbClr val="45454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 32"/>
              <p:cNvSpPr/>
              <p:nvPr/>
            </p:nvSpPr>
            <p:spPr>
              <a:xfrm flipH="1">
                <a:off x="1329470" y="1900330"/>
                <a:ext cx="265924" cy="544117"/>
              </a:xfrm>
              <a:custGeom>
                <a:avLst/>
                <a:gdLst>
                  <a:gd name="connsiteX0" fmla="*/ -800 w 183737"/>
                  <a:gd name="connsiteY0" fmla="*/ -159 h 375951"/>
                  <a:gd name="connsiteX1" fmla="*/ 50540 w 183737"/>
                  <a:gd name="connsiteY1" fmla="*/ 175292 h 375951"/>
                  <a:gd name="connsiteX2" fmla="*/ 182938 w 183737"/>
                  <a:gd name="connsiteY2" fmla="*/ 375793 h 375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3737" h="375951">
                    <a:moveTo>
                      <a:pt x="-800" y="-159"/>
                    </a:moveTo>
                    <a:cubicBezTo>
                      <a:pt x="41491" y="47809"/>
                      <a:pt x="60303" y="112084"/>
                      <a:pt x="50540" y="175292"/>
                    </a:cubicBezTo>
                    <a:cubicBezTo>
                      <a:pt x="50540" y="175292"/>
                      <a:pt x="171793" y="222917"/>
                      <a:pt x="182938" y="375793"/>
                    </a:cubicBezTo>
                  </a:path>
                </a:pathLst>
              </a:custGeom>
              <a:noFill/>
              <a:ln w="7144" cap="flat">
                <a:solidFill>
                  <a:srgbClr val="45454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 flipH="1">
                <a:off x="1405152" y="1900330"/>
                <a:ext cx="266062" cy="544117"/>
              </a:xfrm>
              <a:custGeom>
                <a:avLst/>
                <a:gdLst>
                  <a:gd name="connsiteX0" fmla="*/ -800 w 183832"/>
                  <a:gd name="connsiteY0" fmla="*/ -159 h 375951"/>
                  <a:gd name="connsiteX1" fmla="*/ 50635 w 183832"/>
                  <a:gd name="connsiteY1" fmla="*/ 175292 h 375951"/>
                  <a:gd name="connsiteX2" fmla="*/ 183033 w 183832"/>
                  <a:gd name="connsiteY2" fmla="*/ 375793 h 375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3832" h="375951">
                    <a:moveTo>
                      <a:pt x="-800" y="-159"/>
                    </a:moveTo>
                    <a:cubicBezTo>
                      <a:pt x="41520" y="47800"/>
                      <a:pt x="60360" y="112074"/>
                      <a:pt x="50635" y="175292"/>
                    </a:cubicBezTo>
                    <a:cubicBezTo>
                      <a:pt x="50635" y="175292"/>
                      <a:pt x="171888" y="222917"/>
                      <a:pt x="183033" y="375793"/>
                    </a:cubicBezTo>
                  </a:path>
                </a:pathLst>
              </a:custGeom>
              <a:noFill/>
              <a:ln w="7144" cap="flat">
                <a:solidFill>
                  <a:srgbClr val="45454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 34"/>
              <p:cNvSpPr/>
              <p:nvPr/>
            </p:nvSpPr>
            <p:spPr>
              <a:xfrm flipH="1">
                <a:off x="2157295" y="1979046"/>
                <a:ext cx="100866" cy="465401"/>
              </a:xfrm>
              <a:custGeom>
                <a:avLst/>
                <a:gdLst>
                  <a:gd name="connsiteX0" fmla="*/ 26 w 69692"/>
                  <a:gd name="connsiteY0" fmla="*/ 321405 h 321563"/>
                  <a:gd name="connsiteX1" fmla="*/ 68892 w 69692"/>
                  <a:gd name="connsiteY1" fmla="*/ 142716 h 321563"/>
                  <a:gd name="connsiteX2" fmla="*/ 47842 w 69692"/>
                  <a:gd name="connsiteY2" fmla="*/ -159 h 321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692" h="321563">
                    <a:moveTo>
                      <a:pt x="26" y="321405"/>
                    </a:moveTo>
                    <a:cubicBezTo>
                      <a:pt x="26" y="321405"/>
                      <a:pt x="-13499" y="189103"/>
                      <a:pt x="68892" y="142716"/>
                    </a:cubicBezTo>
                    <a:cubicBezTo>
                      <a:pt x="36793" y="79184"/>
                      <a:pt x="38602" y="31083"/>
                      <a:pt x="47842" y="-159"/>
                    </a:cubicBezTo>
                  </a:path>
                </a:pathLst>
              </a:custGeom>
              <a:noFill/>
              <a:ln w="7144" cap="flat">
                <a:solidFill>
                  <a:srgbClr val="45454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 35"/>
              <p:cNvSpPr/>
              <p:nvPr/>
            </p:nvSpPr>
            <p:spPr>
              <a:xfrm flipH="1">
                <a:off x="2075961" y="1979046"/>
                <a:ext cx="101000" cy="465401"/>
              </a:xfrm>
              <a:custGeom>
                <a:avLst/>
                <a:gdLst>
                  <a:gd name="connsiteX0" fmla="*/ 25 w 69785"/>
                  <a:gd name="connsiteY0" fmla="*/ 321405 h 321563"/>
                  <a:gd name="connsiteX1" fmla="*/ 68986 w 69785"/>
                  <a:gd name="connsiteY1" fmla="*/ 142716 h 321563"/>
                  <a:gd name="connsiteX2" fmla="*/ 47936 w 69785"/>
                  <a:gd name="connsiteY2" fmla="*/ -159 h 321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785" h="321563">
                    <a:moveTo>
                      <a:pt x="25" y="321405"/>
                    </a:moveTo>
                    <a:cubicBezTo>
                      <a:pt x="25" y="321405"/>
                      <a:pt x="-13500" y="189103"/>
                      <a:pt x="68986" y="142716"/>
                    </a:cubicBezTo>
                    <a:cubicBezTo>
                      <a:pt x="36791" y="79184"/>
                      <a:pt x="38601" y="31083"/>
                      <a:pt x="47936" y="-159"/>
                    </a:cubicBezTo>
                  </a:path>
                </a:pathLst>
              </a:custGeom>
              <a:noFill/>
              <a:ln w="7144" cap="flat">
                <a:solidFill>
                  <a:srgbClr val="45454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 36"/>
              <p:cNvSpPr/>
              <p:nvPr/>
            </p:nvSpPr>
            <p:spPr>
              <a:xfrm flipH="1">
                <a:off x="1994764" y="1979046"/>
                <a:ext cx="100864" cy="465401"/>
              </a:xfrm>
              <a:custGeom>
                <a:avLst/>
                <a:gdLst>
                  <a:gd name="connsiteX0" fmla="*/ 26 w 69691"/>
                  <a:gd name="connsiteY0" fmla="*/ 321405 h 321563"/>
                  <a:gd name="connsiteX1" fmla="*/ 68892 w 69691"/>
                  <a:gd name="connsiteY1" fmla="*/ 142716 h 321563"/>
                  <a:gd name="connsiteX2" fmla="*/ 47842 w 69691"/>
                  <a:gd name="connsiteY2" fmla="*/ -159 h 321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691" h="321563">
                    <a:moveTo>
                      <a:pt x="26" y="321405"/>
                    </a:moveTo>
                    <a:cubicBezTo>
                      <a:pt x="26" y="321405"/>
                      <a:pt x="-13499" y="189103"/>
                      <a:pt x="68892" y="142716"/>
                    </a:cubicBezTo>
                    <a:cubicBezTo>
                      <a:pt x="36793" y="79184"/>
                      <a:pt x="38603" y="31083"/>
                      <a:pt x="47842" y="-159"/>
                    </a:cubicBezTo>
                  </a:path>
                </a:pathLst>
              </a:custGeom>
              <a:noFill/>
              <a:ln w="7144" cap="flat">
                <a:solidFill>
                  <a:srgbClr val="45454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 37"/>
              <p:cNvSpPr/>
              <p:nvPr/>
            </p:nvSpPr>
            <p:spPr>
              <a:xfrm flipH="1">
                <a:off x="344074" y="3382147"/>
                <a:ext cx="2789242" cy="3506094"/>
              </a:xfrm>
              <a:custGeom>
                <a:avLst/>
                <a:gdLst>
                  <a:gd name="connsiteX0" fmla="*/ 656616 w 1927193"/>
                  <a:gd name="connsiteY0" fmla="*/ -159 h 2422493"/>
                  <a:gd name="connsiteX1" fmla="*/ 644043 w 1927193"/>
                  <a:gd name="connsiteY1" fmla="*/ 110141 h 2422493"/>
                  <a:gd name="connsiteX2" fmla="*/ -800 w 1927193"/>
                  <a:gd name="connsiteY2" fmla="*/ 2422335 h 2422493"/>
                  <a:gd name="connsiteX3" fmla="*/ 1926394 w 1927193"/>
                  <a:gd name="connsiteY3" fmla="*/ 2422335 h 2422493"/>
                  <a:gd name="connsiteX4" fmla="*/ 1258501 w 1927193"/>
                  <a:gd name="connsiteY4" fmla="*/ 125000 h 2422493"/>
                  <a:gd name="connsiteX5" fmla="*/ 1211352 w 1927193"/>
                  <a:gd name="connsiteY5" fmla="*/ -159 h 242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27193" h="2422493">
                    <a:moveTo>
                      <a:pt x="656616" y="-159"/>
                    </a:moveTo>
                    <a:lnTo>
                      <a:pt x="644043" y="110141"/>
                    </a:lnTo>
                    <a:cubicBezTo>
                      <a:pt x="644043" y="110141"/>
                      <a:pt x="89211" y="1448499"/>
                      <a:pt x="-800" y="2422335"/>
                    </a:cubicBezTo>
                    <a:lnTo>
                      <a:pt x="1926394" y="2422335"/>
                    </a:lnTo>
                    <a:cubicBezTo>
                      <a:pt x="1926394" y="2422335"/>
                      <a:pt x="1721797" y="865473"/>
                      <a:pt x="1258501" y="125000"/>
                    </a:cubicBezTo>
                    <a:lnTo>
                      <a:pt x="1211352" y="-15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flipH="1">
                <a:off x="1224975" y="3382147"/>
                <a:ext cx="966646" cy="326995"/>
              </a:xfrm>
              <a:custGeom>
                <a:avLst/>
                <a:gdLst>
                  <a:gd name="connsiteX0" fmla="*/ -800 w 667892"/>
                  <a:gd name="connsiteY0" fmla="*/ 58991 h 225933"/>
                  <a:gd name="connsiteX1" fmla="*/ 667093 w 667892"/>
                  <a:gd name="connsiteY1" fmla="*/ 225774 h 225933"/>
                  <a:gd name="connsiteX2" fmla="*/ 608229 w 667892"/>
                  <a:gd name="connsiteY2" fmla="*/ 125000 h 225933"/>
                  <a:gd name="connsiteX3" fmla="*/ 561080 w 667892"/>
                  <a:gd name="connsiteY3" fmla="*/ -159 h 225933"/>
                  <a:gd name="connsiteX4" fmla="*/ 5963 w 667892"/>
                  <a:gd name="connsiteY4" fmla="*/ -159 h 225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7892" h="225933">
                    <a:moveTo>
                      <a:pt x="-800" y="58991"/>
                    </a:moveTo>
                    <a:lnTo>
                      <a:pt x="667093" y="225774"/>
                    </a:lnTo>
                    <a:cubicBezTo>
                      <a:pt x="648043" y="190817"/>
                      <a:pt x="628327" y="157099"/>
                      <a:pt x="608229" y="125000"/>
                    </a:cubicBezTo>
                    <a:lnTo>
                      <a:pt x="561080" y="-159"/>
                    </a:lnTo>
                    <a:lnTo>
                      <a:pt x="5963" y="-159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 39"/>
              <p:cNvSpPr/>
              <p:nvPr/>
            </p:nvSpPr>
            <p:spPr>
              <a:xfrm flipH="1">
                <a:off x="1038731" y="2164188"/>
                <a:ext cx="1356228" cy="1270757"/>
              </a:xfrm>
              <a:custGeom>
                <a:avLst/>
                <a:gdLst>
                  <a:gd name="connsiteX0" fmla="*/ 528314 w 937069"/>
                  <a:gd name="connsiteY0" fmla="*/ -159 h 878014"/>
                  <a:gd name="connsiteX1" fmla="*/ 668998 w 937069"/>
                  <a:gd name="connsiteY1" fmla="*/ 57563 h 878014"/>
                  <a:gd name="connsiteX2" fmla="*/ 808540 w 937069"/>
                  <a:gd name="connsiteY2" fmla="*/ 206439 h 878014"/>
                  <a:gd name="connsiteX3" fmla="*/ 936270 w 937069"/>
                  <a:gd name="connsiteY3" fmla="*/ 582771 h 878014"/>
                  <a:gd name="connsiteX4" fmla="*/ 716528 w 937069"/>
                  <a:gd name="connsiteY4" fmla="*/ 582771 h 878014"/>
                  <a:gd name="connsiteX5" fmla="*/ 737293 w 937069"/>
                  <a:gd name="connsiteY5" fmla="*/ 809847 h 878014"/>
                  <a:gd name="connsiteX6" fmla="*/ 681581 w 937069"/>
                  <a:gd name="connsiteY6" fmla="*/ 877570 h 878014"/>
                  <a:gd name="connsiteX7" fmla="*/ 675952 w 937069"/>
                  <a:gd name="connsiteY7" fmla="*/ 877856 h 878014"/>
                  <a:gd name="connsiteX8" fmla="*/ 119692 w 937069"/>
                  <a:gd name="connsiteY8" fmla="*/ 877856 h 878014"/>
                  <a:gd name="connsiteX9" fmla="*/ 137313 w 937069"/>
                  <a:gd name="connsiteY9" fmla="*/ 782606 h 878014"/>
                  <a:gd name="connsiteX10" fmla="*/ 172365 w 937069"/>
                  <a:gd name="connsiteY10" fmla="*/ 564388 h 878014"/>
                  <a:gd name="connsiteX11" fmla="*/ -800 w 937069"/>
                  <a:gd name="connsiteY11" fmla="*/ 564388 h 878014"/>
                  <a:gd name="connsiteX12" fmla="*/ 111976 w 937069"/>
                  <a:gd name="connsiteY12" fmla="*/ 243015 h 878014"/>
                  <a:gd name="connsiteX13" fmla="*/ 315812 w 937069"/>
                  <a:gd name="connsiteY13" fmla="*/ 23940 h 878014"/>
                  <a:gd name="connsiteX14" fmla="*/ 338862 w 937069"/>
                  <a:gd name="connsiteY14" fmla="*/ 14415 h 878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37069" h="878014">
                    <a:moveTo>
                      <a:pt x="528314" y="-159"/>
                    </a:moveTo>
                    <a:lnTo>
                      <a:pt x="668998" y="57563"/>
                    </a:lnTo>
                    <a:cubicBezTo>
                      <a:pt x="734864" y="84652"/>
                      <a:pt x="785765" y="138954"/>
                      <a:pt x="808540" y="206439"/>
                    </a:cubicBezTo>
                    <a:lnTo>
                      <a:pt x="936270" y="582771"/>
                    </a:lnTo>
                    <a:lnTo>
                      <a:pt x="716528" y="582771"/>
                    </a:lnTo>
                    <a:lnTo>
                      <a:pt x="737293" y="809847"/>
                    </a:lnTo>
                    <a:cubicBezTo>
                      <a:pt x="740607" y="843928"/>
                      <a:pt x="715661" y="874255"/>
                      <a:pt x="681581" y="877570"/>
                    </a:cubicBezTo>
                    <a:cubicBezTo>
                      <a:pt x="679704" y="877751"/>
                      <a:pt x="677828" y="877846"/>
                      <a:pt x="675952" y="877856"/>
                    </a:cubicBezTo>
                    <a:lnTo>
                      <a:pt x="119692" y="877856"/>
                    </a:lnTo>
                    <a:cubicBezTo>
                      <a:pt x="57588" y="877856"/>
                      <a:pt x="52159" y="783749"/>
                      <a:pt x="137313" y="782606"/>
                    </a:cubicBezTo>
                    <a:lnTo>
                      <a:pt x="172365" y="564388"/>
                    </a:lnTo>
                    <a:lnTo>
                      <a:pt x="-800" y="564388"/>
                    </a:lnTo>
                    <a:lnTo>
                      <a:pt x="111976" y="243015"/>
                    </a:lnTo>
                    <a:cubicBezTo>
                      <a:pt x="146200" y="144640"/>
                      <a:pt x="220161" y="65154"/>
                      <a:pt x="315812" y="23940"/>
                    </a:cubicBezTo>
                    <a:lnTo>
                      <a:pt x="338862" y="14415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 40"/>
              <p:cNvSpPr/>
              <p:nvPr/>
            </p:nvSpPr>
            <p:spPr>
              <a:xfrm flipH="1">
                <a:off x="1386543" y="2309589"/>
                <a:ext cx="253874" cy="683664"/>
              </a:xfrm>
              <a:custGeom>
                <a:avLst/>
                <a:gdLst>
                  <a:gd name="connsiteX0" fmla="*/ 46596 w 175411"/>
                  <a:gd name="connsiteY0" fmla="*/ 472211 h 472369"/>
                  <a:gd name="connsiteX1" fmla="*/ 1638 w 175411"/>
                  <a:gd name="connsiteY1" fmla="*/ 199225 h 472369"/>
                  <a:gd name="connsiteX2" fmla="*/ 115938 w 175411"/>
                  <a:gd name="connsiteY2" fmla="*/ 8725 h 472369"/>
                  <a:gd name="connsiteX3" fmla="*/ 174612 w 175411"/>
                  <a:gd name="connsiteY3" fmla="*/ -134 h 472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411" h="472369">
                    <a:moveTo>
                      <a:pt x="46596" y="472211"/>
                    </a:moveTo>
                    <a:lnTo>
                      <a:pt x="1638" y="199225"/>
                    </a:lnTo>
                    <a:cubicBezTo>
                      <a:pt x="-12497" y="116214"/>
                      <a:pt x="36042" y="35318"/>
                      <a:pt x="115938" y="8725"/>
                    </a:cubicBezTo>
                    <a:cubicBezTo>
                      <a:pt x="134864" y="2524"/>
                      <a:pt x="154695" y="-467"/>
                      <a:pt x="174612" y="-134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 flipH="1">
                <a:off x="2029090" y="2398955"/>
                <a:ext cx="170930" cy="551011"/>
              </a:xfrm>
              <a:custGeom>
                <a:avLst/>
                <a:gdLst>
                  <a:gd name="connsiteX0" fmla="*/ 31578 w 118102"/>
                  <a:gd name="connsiteY0" fmla="*/ 380556 h 380714"/>
                  <a:gd name="connsiteX1" fmla="*/ 18242 w 118102"/>
                  <a:gd name="connsiteY1" fmla="*/ 348361 h 380714"/>
                  <a:gd name="connsiteX2" fmla="*/ 41103 w 118102"/>
                  <a:gd name="connsiteY2" fmla="*/ 114141 h 380714"/>
                  <a:gd name="connsiteX3" fmla="*/ 117303 w 118102"/>
                  <a:gd name="connsiteY3" fmla="*/ -159 h 380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102" h="380714">
                    <a:moveTo>
                      <a:pt x="31578" y="380556"/>
                    </a:moveTo>
                    <a:lnTo>
                      <a:pt x="18242" y="348361"/>
                    </a:lnTo>
                    <a:cubicBezTo>
                      <a:pt x="-13666" y="271361"/>
                      <a:pt x="-5094" y="183521"/>
                      <a:pt x="41103" y="114141"/>
                    </a:cubicBezTo>
                    <a:lnTo>
                      <a:pt x="117303" y="-159"/>
                    </a:ln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 42"/>
              <p:cNvSpPr/>
              <p:nvPr/>
            </p:nvSpPr>
            <p:spPr>
              <a:xfrm flipH="1">
                <a:off x="714494" y="3563151"/>
                <a:ext cx="709407" cy="3302756"/>
              </a:xfrm>
              <a:custGeom>
                <a:avLst/>
                <a:gdLst>
                  <a:gd name="connsiteX0" fmla="*/ 489357 w 490156"/>
                  <a:gd name="connsiteY0" fmla="*/ 2281841 h 2281999"/>
                  <a:gd name="connsiteX1" fmla="*/ -800 w 490156"/>
                  <a:gd name="connsiteY1" fmla="*/ -159 h 228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156" h="2281999">
                    <a:moveTo>
                      <a:pt x="489357" y="2281841"/>
                    </a:moveTo>
                    <a:cubicBezTo>
                      <a:pt x="489357" y="2281841"/>
                      <a:pt x="339052" y="735362"/>
                      <a:pt x="-800" y="-15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 43"/>
              <p:cNvSpPr/>
              <p:nvPr/>
            </p:nvSpPr>
            <p:spPr>
              <a:xfrm flipH="1">
                <a:off x="2077476" y="3541783"/>
                <a:ext cx="685421" cy="3324124"/>
              </a:xfrm>
              <a:custGeom>
                <a:avLst/>
                <a:gdLst>
                  <a:gd name="connsiteX0" fmla="*/ 472783 w 473583"/>
                  <a:gd name="connsiteY0" fmla="*/ -159 h 2296763"/>
                  <a:gd name="connsiteX1" fmla="*/ -800 w 473583"/>
                  <a:gd name="connsiteY1" fmla="*/ 2296605 h 229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73583" h="2296763">
                    <a:moveTo>
                      <a:pt x="472783" y="-159"/>
                    </a:moveTo>
                    <a:cubicBezTo>
                      <a:pt x="472783" y="-159"/>
                      <a:pt x="65304" y="1329341"/>
                      <a:pt x="-800" y="2296605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 44"/>
              <p:cNvSpPr/>
              <p:nvPr/>
            </p:nvSpPr>
            <p:spPr>
              <a:xfrm flipH="1">
                <a:off x="1113588" y="3563151"/>
                <a:ext cx="433004" cy="3302756"/>
              </a:xfrm>
              <a:custGeom>
                <a:avLst/>
                <a:gdLst>
                  <a:gd name="connsiteX0" fmla="*/ 298380 w 299179"/>
                  <a:gd name="connsiteY0" fmla="*/ 2281841 h 2281999"/>
                  <a:gd name="connsiteX1" fmla="*/ -800 w 299179"/>
                  <a:gd name="connsiteY1" fmla="*/ -159 h 228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9179" h="2281999">
                    <a:moveTo>
                      <a:pt x="298380" y="2281841"/>
                    </a:moveTo>
                    <a:cubicBezTo>
                      <a:pt x="298380" y="2281841"/>
                      <a:pt x="206654" y="735362"/>
                      <a:pt x="-800" y="-15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 flipH="1">
                <a:off x="1944859" y="3541783"/>
                <a:ext cx="418392" cy="3324124"/>
              </a:xfrm>
              <a:custGeom>
                <a:avLst/>
                <a:gdLst>
                  <a:gd name="connsiteX0" fmla="*/ 288284 w 289083"/>
                  <a:gd name="connsiteY0" fmla="*/ -159 h 2296763"/>
                  <a:gd name="connsiteX1" fmla="*/ -800 w 289083"/>
                  <a:gd name="connsiteY1" fmla="*/ 2296605 h 229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083" h="2296763">
                    <a:moveTo>
                      <a:pt x="288284" y="-159"/>
                    </a:moveTo>
                    <a:cubicBezTo>
                      <a:pt x="288284" y="-159"/>
                      <a:pt x="39586" y="1329341"/>
                      <a:pt x="-800" y="2296605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 46"/>
              <p:cNvSpPr/>
              <p:nvPr/>
            </p:nvSpPr>
            <p:spPr>
              <a:xfrm flipH="1">
                <a:off x="1529499" y="3563151"/>
                <a:ext cx="144886" cy="3302756"/>
              </a:xfrm>
              <a:custGeom>
                <a:avLst/>
                <a:gdLst>
                  <a:gd name="connsiteX0" fmla="*/ 99308 w 100107"/>
                  <a:gd name="connsiteY0" fmla="*/ 2281841 h 2281999"/>
                  <a:gd name="connsiteX1" fmla="*/ -800 w 100107"/>
                  <a:gd name="connsiteY1" fmla="*/ -159 h 228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107" h="2281999">
                    <a:moveTo>
                      <a:pt x="99308" y="2281841"/>
                    </a:moveTo>
                    <a:cubicBezTo>
                      <a:pt x="99308" y="2281841"/>
                      <a:pt x="68542" y="735362"/>
                      <a:pt x="-800" y="-15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 47"/>
              <p:cNvSpPr/>
              <p:nvPr/>
            </p:nvSpPr>
            <p:spPr>
              <a:xfrm flipH="1">
                <a:off x="1807831" y="3541783"/>
                <a:ext cx="140060" cy="3324124"/>
              </a:xfrm>
              <a:custGeom>
                <a:avLst/>
                <a:gdLst>
                  <a:gd name="connsiteX0" fmla="*/ 95974 w 96773"/>
                  <a:gd name="connsiteY0" fmla="*/ -159 h 2296763"/>
                  <a:gd name="connsiteX1" fmla="*/ -800 w 96773"/>
                  <a:gd name="connsiteY1" fmla="*/ 2296605 h 229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773" h="2296763">
                    <a:moveTo>
                      <a:pt x="95974" y="-159"/>
                    </a:moveTo>
                    <a:cubicBezTo>
                      <a:pt x="95974" y="-159"/>
                      <a:pt x="12725" y="1329341"/>
                      <a:pt x="-800" y="2296605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 flipH="1">
                <a:off x="1354835" y="3546057"/>
                <a:ext cx="811420" cy="13786"/>
              </a:xfrm>
              <a:custGeom>
                <a:avLst/>
                <a:gdLst>
                  <a:gd name="connsiteX0" fmla="*/ 0 w 560641"/>
                  <a:gd name="connsiteY0" fmla="*/ 0 h 9525"/>
                  <a:gd name="connsiteX1" fmla="*/ 560641 w 560641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0641" h="9525">
                    <a:moveTo>
                      <a:pt x="0" y="0"/>
                    </a:moveTo>
                    <a:lnTo>
                      <a:pt x="560641" y="0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 flipH="1">
                <a:off x="1628755" y="1640334"/>
                <a:ext cx="524460" cy="578996"/>
              </a:xfrm>
              <a:custGeom>
                <a:avLst/>
                <a:gdLst>
                  <a:gd name="connsiteX0" fmla="*/ 94679 w 362369"/>
                  <a:gd name="connsiteY0" fmla="*/ -159 h 400050"/>
                  <a:gd name="connsiteX1" fmla="*/ 258604 w 362369"/>
                  <a:gd name="connsiteY1" fmla="*/ 149860 h 400050"/>
                  <a:gd name="connsiteX2" fmla="*/ 309754 w 362369"/>
                  <a:gd name="connsiteY2" fmla="*/ 255873 h 400050"/>
                  <a:gd name="connsiteX3" fmla="*/ 342520 w 362369"/>
                  <a:gd name="connsiteY3" fmla="*/ 297307 h 400050"/>
                  <a:gd name="connsiteX4" fmla="*/ 361570 w 362369"/>
                  <a:gd name="connsiteY4" fmla="*/ 362649 h 400050"/>
                  <a:gd name="connsiteX5" fmla="*/ 173927 w 362369"/>
                  <a:gd name="connsiteY5" fmla="*/ 399891 h 400050"/>
                  <a:gd name="connsiteX6" fmla="*/ 165831 w 362369"/>
                  <a:gd name="connsiteY6" fmla="*/ 309880 h 400050"/>
                  <a:gd name="connsiteX7" fmla="*/ 30766 w 362369"/>
                  <a:gd name="connsiteY7" fmla="*/ 215297 h 400050"/>
                  <a:gd name="connsiteX8" fmla="*/ 9145 w 362369"/>
                  <a:gd name="connsiteY8" fmla="*/ 211011 h 400050"/>
                  <a:gd name="connsiteX9" fmla="*/ -618 w 362369"/>
                  <a:gd name="connsiteY9" fmla="*/ 197133 h 400050"/>
                  <a:gd name="connsiteX10" fmla="*/ 1620 w 362369"/>
                  <a:gd name="connsiteY10" fmla="*/ 191961 h 400050"/>
                  <a:gd name="connsiteX11" fmla="*/ 33338 w 362369"/>
                  <a:gd name="connsiteY11" fmla="*/ 146336 h 400050"/>
                  <a:gd name="connsiteX12" fmla="*/ 94679 w 362369"/>
                  <a:gd name="connsiteY12" fmla="*/ -159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62369" h="400050">
                    <a:moveTo>
                      <a:pt x="94679" y="-159"/>
                    </a:moveTo>
                    <a:cubicBezTo>
                      <a:pt x="94679" y="-159"/>
                      <a:pt x="61341" y="117189"/>
                      <a:pt x="258604" y="149860"/>
                    </a:cubicBezTo>
                    <a:cubicBezTo>
                      <a:pt x="258604" y="149860"/>
                      <a:pt x="255080" y="224441"/>
                      <a:pt x="309754" y="255873"/>
                    </a:cubicBezTo>
                    <a:cubicBezTo>
                      <a:pt x="325651" y="264893"/>
                      <a:pt x="337405" y="279752"/>
                      <a:pt x="342520" y="297307"/>
                    </a:cubicBezTo>
                    <a:lnTo>
                      <a:pt x="361570" y="362649"/>
                    </a:lnTo>
                    <a:cubicBezTo>
                      <a:pt x="301924" y="386766"/>
                      <a:pt x="238259" y="399406"/>
                      <a:pt x="173927" y="399891"/>
                    </a:cubicBezTo>
                    <a:lnTo>
                      <a:pt x="165831" y="309880"/>
                    </a:lnTo>
                    <a:cubicBezTo>
                      <a:pt x="88393" y="340741"/>
                      <a:pt x="36196" y="279876"/>
                      <a:pt x="30766" y="215297"/>
                    </a:cubicBezTo>
                    <a:lnTo>
                      <a:pt x="9145" y="211011"/>
                    </a:lnTo>
                    <a:cubicBezTo>
                      <a:pt x="2611" y="209877"/>
                      <a:pt x="-1762" y="203657"/>
                      <a:pt x="-618" y="197133"/>
                    </a:cubicBezTo>
                    <a:cubicBezTo>
                      <a:pt x="-294" y="195256"/>
                      <a:pt x="477" y="193485"/>
                      <a:pt x="1620" y="191961"/>
                    </a:cubicBezTo>
                    <a:lnTo>
                      <a:pt x="33338" y="146336"/>
                    </a:lnTo>
                    <a:cubicBezTo>
                      <a:pt x="33338" y="146336"/>
                      <a:pt x="6383" y="27559"/>
                      <a:pt x="94679" y="-159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 50"/>
              <p:cNvSpPr/>
              <p:nvPr/>
            </p:nvSpPr>
            <p:spPr>
              <a:xfrm flipH="1">
                <a:off x="1890957" y="1874827"/>
                <a:ext cx="95398" cy="95398"/>
              </a:xfrm>
              <a:custGeom>
                <a:avLst/>
                <a:gdLst>
                  <a:gd name="connsiteX0" fmla="*/ 65114 w 65914"/>
                  <a:gd name="connsiteY0" fmla="*/ 33084 h 65914"/>
                  <a:gd name="connsiteX1" fmla="*/ 31872 w 65914"/>
                  <a:gd name="connsiteY1" fmla="*/ 65754 h 65914"/>
                  <a:gd name="connsiteX2" fmla="*/ -799 w 65914"/>
                  <a:gd name="connsiteY2" fmla="*/ 32512 h 65914"/>
                  <a:gd name="connsiteX3" fmla="*/ 32158 w 65914"/>
                  <a:gd name="connsiteY3" fmla="*/ -159 h 65914"/>
                  <a:gd name="connsiteX4" fmla="*/ 65114 w 65914"/>
                  <a:gd name="connsiteY4" fmla="*/ 32988 h 65914"/>
                  <a:gd name="connsiteX5" fmla="*/ 65114 w 65914"/>
                  <a:gd name="connsiteY5" fmla="*/ 33084 h 6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914" h="65914">
                    <a:moveTo>
                      <a:pt x="65114" y="33084"/>
                    </a:moveTo>
                    <a:cubicBezTo>
                      <a:pt x="64952" y="51286"/>
                      <a:pt x="50074" y="65907"/>
                      <a:pt x="31872" y="65754"/>
                    </a:cubicBezTo>
                    <a:cubicBezTo>
                      <a:pt x="13670" y="65592"/>
                      <a:pt x="-951" y="50714"/>
                      <a:pt x="-799" y="32512"/>
                    </a:cubicBezTo>
                    <a:cubicBezTo>
                      <a:pt x="-637" y="14424"/>
                      <a:pt x="14070" y="-159"/>
                      <a:pt x="32158" y="-159"/>
                    </a:cubicBezTo>
                    <a:cubicBezTo>
                      <a:pt x="50408" y="-101"/>
                      <a:pt x="65162" y="14738"/>
                      <a:pt x="65114" y="32988"/>
                    </a:cubicBezTo>
                    <a:cubicBezTo>
                      <a:pt x="65114" y="33017"/>
                      <a:pt x="65114" y="33055"/>
                      <a:pt x="65114" y="33084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 51"/>
              <p:cNvSpPr/>
              <p:nvPr/>
            </p:nvSpPr>
            <p:spPr>
              <a:xfrm flipH="1">
                <a:off x="1681445" y="1769298"/>
                <a:ext cx="160072" cy="159896"/>
              </a:xfrm>
              <a:custGeom>
                <a:avLst/>
                <a:gdLst>
                  <a:gd name="connsiteX0" fmla="*/ 97724 w 110600"/>
                  <a:gd name="connsiteY0" fmla="*/ 15986 h 110478"/>
                  <a:gd name="connsiteX1" fmla="*/ 88960 w 110600"/>
                  <a:gd name="connsiteY1" fmla="*/ 93996 h 110478"/>
                  <a:gd name="connsiteX2" fmla="*/ 11237 w 110600"/>
                  <a:gd name="connsiteY2" fmla="*/ 93996 h 110478"/>
                  <a:gd name="connsiteX3" fmla="*/ 20000 w 110600"/>
                  <a:gd name="connsiteY3" fmla="*/ 15986 h 110478"/>
                  <a:gd name="connsiteX4" fmla="*/ 97724 w 110600"/>
                  <a:gd name="connsiteY4" fmla="*/ 15986 h 11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600" h="110478">
                    <a:moveTo>
                      <a:pt x="97724" y="15986"/>
                    </a:moveTo>
                    <a:cubicBezTo>
                      <a:pt x="116774" y="37418"/>
                      <a:pt x="112868" y="72279"/>
                      <a:pt x="88960" y="93996"/>
                    </a:cubicBezTo>
                    <a:cubicBezTo>
                      <a:pt x="65053" y="115713"/>
                      <a:pt x="30191" y="115808"/>
                      <a:pt x="11237" y="93996"/>
                    </a:cubicBezTo>
                    <a:cubicBezTo>
                      <a:pt x="-7718" y="72184"/>
                      <a:pt x="-3908" y="37608"/>
                      <a:pt x="20000" y="15986"/>
                    </a:cubicBezTo>
                    <a:cubicBezTo>
                      <a:pt x="43907" y="-5636"/>
                      <a:pt x="78769" y="-5445"/>
                      <a:pt x="97724" y="15986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 52"/>
              <p:cNvSpPr/>
              <p:nvPr/>
            </p:nvSpPr>
            <p:spPr>
              <a:xfrm flipH="1">
                <a:off x="1723875" y="1808794"/>
                <a:ext cx="78715" cy="81886"/>
              </a:xfrm>
              <a:custGeom>
                <a:avLst/>
                <a:gdLst>
                  <a:gd name="connsiteX0" fmla="*/ -800 w 54387"/>
                  <a:gd name="connsiteY0" fmla="*/ 56420 h 56578"/>
                  <a:gd name="connsiteX1" fmla="*/ 53588 w 54387"/>
                  <a:gd name="connsiteY1" fmla="*/ -159 h 56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4387" h="56578">
                    <a:moveTo>
                      <a:pt x="-800" y="56420"/>
                    </a:moveTo>
                    <a:cubicBezTo>
                      <a:pt x="-800" y="56420"/>
                      <a:pt x="12440" y="2603"/>
                      <a:pt x="53588" y="-15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 53"/>
              <p:cNvSpPr/>
              <p:nvPr/>
            </p:nvSpPr>
            <p:spPr>
              <a:xfrm flipH="1">
                <a:off x="2019438" y="1822167"/>
                <a:ext cx="52112" cy="52110"/>
              </a:xfrm>
              <a:custGeom>
                <a:avLst/>
                <a:gdLst>
                  <a:gd name="connsiteX0" fmla="*/ 35206 w 36006"/>
                  <a:gd name="connsiteY0" fmla="*/ 18034 h 36005"/>
                  <a:gd name="connsiteX1" fmla="*/ 17013 w 36006"/>
                  <a:gd name="connsiteY1" fmla="*/ 35846 h 36005"/>
                  <a:gd name="connsiteX2" fmla="*/ -799 w 36006"/>
                  <a:gd name="connsiteY2" fmla="*/ 17653 h 36005"/>
                  <a:gd name="connsiteX3" fmla="*/ 17203 w 36006"/>
                  <a:gd name="connsiteY3" fmla="*/ -159 h 36005"/>
                  <a:gd name="connsiteX4" fmla="*/ 35206 w 36006"/>
                  <a:gd name="connsiteY4" fmla="*/ 18034 h 36005"/>
                  <a:gd name="connsiteX5" fmla="*/ 35206 w 36006"/>
                  <a:gd name="connsiteY5" fmla="*/ 18034 h 36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006" h="36005">
                    <a:moveTo>
                      <a:pt x="35206" y="18034"/>
                    </a:moveTo>
                    <a:cubicBezTo>
                      <a:pt x="35101" y="27978"/>
                      <a:pt x="26957" y="35951"/>
                      <a:pt x="17013" y="35846"/>
                    </a:cubicBezTo>
                    <a:cubicBezTo>
                      <a:pt x="7069" y="35741"/>
                      <a:pt x="-904" y="27597"/>
                      <a:pt x="-799" y="17653"/>
                    </a:cubicBezTo>
                    <a:cubicBezTo>
                      <a:pt x="-694" y="7785"/>
                      <a:pt x="7335" y="-159"/>
                      <a:pt x="17203" y="-159"/>
                    </a:cubicBezTo>
                    <a:cubicBezTo>
                      <a:pt x="27195" y="-102"/>
                      <a:pt x="35263" y="8042"/>
                      <a:pt x="35206" y="18034"/>
                    </a:cubicBezTo>
                    <a:cubicBezTo>
                      <a:pt x="35206" y="18034"/>
                      <a:pt x="35206" y="18034"/>
                      <a:pt x="35206" y="18034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 flipH="1">
                <a:off x="1954094" y="1929142"/>
                <a:ext cx="96499" cy="47427"/>
              </a:xfrm>
              <a:custGeom>
                <a:avLst/>
                <a:gdLst>
                  <a:gd name="connsiteX0" fmla="*/ -800 w 66675"/>
                  <a:gd name="connsiteY0" fmla="*/ 32607 h 32769"/>
                  <a:gd name="connsiteX1" fmla="*/ 65875 w 66675"/>
                  <a:gd name="connsiteY1" fmla="*/ -159 h 32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675" h="32769">
                    <a:moveTo>
                      <a:pt x="-800" y="32607"/>
                    </a:moveTo>
                    <a:cubicBezTo>
                      <a:pt x="25355" y="32836"/>
                      <a:pt x="50073" y="20682"/>
                      <a:pt x="65875" y="-15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 55"/>
              <p:cNvSpPr/>
              <p:nvPr/>
            </p:nvSpPr>
            <p:spPr>
              <a:xfrm flipH="1">
                <a:off x="1998760" y="1786136"/>
                <a:ext cx="82714" cy="12732"/>
              </a:xfrm>
              <a:custGeom>
                <a:avLst/>
                <a:gdLst>
                  <a:gd name="connsiteX0" fmla="*/ -800 w 57150"/>
                  <a:gd name="connsiteY0" fmla="*/ 5019 h 8797"/>
                  <a:gd name="connsiteX1" fmla="*/ 56350 w 57150"/>
                  <a:gd name="connsiteY1" fmla="*/ 8639 h 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150" h="8797">
                    <a:moveTo>
                      <a:pt x="-800" y="5019"/>
                    </a:moveTo>
                    <a:cubicBezTo>
                      <a:pt x="17736" y="-2991"/>
                      <a:pt x="38976" y="-1648"/>
                      <a:pt x="56350" y="8639"/>
                    </a:cubicBezTo>
                  </a:path>
                </a:pathLst>
              </a:custGeom>
              <a:noFill/>
              <a:ln w="714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 56"/>
              <p:cNvSpPr/>
              <p:nvPr/>
            </p:nvSpPr>
            <p:spPr>
              <a:xfrm flipH="1">
                <a:off x="1800163" y="2020953"/>
                <a:ext cx="111886" cy="174389"/>
              </a:xfrm>
              <a:custGeom>
                <a:avLst/>
                <a:gdLst>
                  <a:gd name="connsiteX0" fmla="*/ 75876 w 77306"/>
                  <a:gd name="connsiteY0" fmla="*/ 10511 h 120492"/>
                  <a:gd name="connsiteX1" fmla="*/ 63341 w 77306"/>
                  <a:gd name="connsiteY1" fmla="*/ -119 h 120492"/>
                  <a:gd name="connsiteX2" fmla="*/ 55207 w 77306"/>
                  <a:gd name="connsiteY2" fmla="*/ 4224 h 120492"/>
                  <a:gd name="connsiteX3" fmla="*/ -800 w 77306"/>
                  <a:gd name="connsiteY3" fmla="*/ 46515 h 120492"/>
                  <a:gd name="connsiteX4" fmla="*/ 5868 w 77306"/>
                  <a:gd name="connsiteY4" fmla="*/ 120334 h 120492"/>
                  <a:gd name="connsiteX5" fmla="*/ 75876 w 77306"/>
                  <a:gd name="connsiteY5" fmla="*/ 10511 h 120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7306" h="120492">
                    <a:moveTo>
                      <a:pt x="75876" y="10511"/>
                    </a:moveTo>
                    <a:cubicBezTo>
                      <a:pt x="75352" y="4110"/>
                      <a:pt x="69732" y="-643"/>
                      <a:pt x="63341" y="-119"/>
                    </a:cubicBezTo>
                    <a:cubicBezTo>
                      <a:pt x="60150" y="147"/>
                      <a:pt x="57207" y="1719"/>
                      <a:pt x="55207" y="4224"/>
                    </a:cubicBezTo>
                    <a:cubicBezTo>
                      <a:pt x="41177" y="23598"/>
                      <a:pt x="21670" y="38324"/>
                      <a:pt x="-800" y="46515"/>
                    </a:cubicBezTo>
                    <a:lnTo>
                      <a:pt x="5868" y="120334"/>
                    </a:lnTo>
                    <a:cubicBezTo>
                      <a:pt x="63208" y="107570"/>
                      <a:pt x="80163" y="54135"/>
                      <a:pt x="75876" y="10511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 57"/>
              <p:cNvSpPr/>
              <p:nvPr/>
            </p:nvSpPr>
            <p:spPr>
              <a:xfrm flipH="1">
                <a:off x="1065906" y="3008418"/>
                <a:ext cx="500675" cy="1678674"/>
              </a:xfrm>
              <a:custGeom>
                <a:avLst/>
                <a:gdLst>
                  <a:gd name="connsiteX0" fmla="*/ 174746 w 345935"/>
                  <a:gd name="connsiteY0" fmla="*/ 983679 h 1159859"/>
                  <a:gd name="connsiteX1" fmla="*/ -800 w 345935"/>
                  <a:gd name="connsiteY1" fmla="*/ -159 h 1159859"/>
                  <a:gd name="connsiteX2" fmla="*/ 250470 w 345935"/>
                  <a:gd name="connsiteY2" fmla="*/ -159 h 1159859"/>
                  <a:gd name="connsiteX3" fmla="*/ 284569 w 345935"/>
                  <a:gd name="connsiteY3" fmla="*/ 193961 h 1159859"/>
                  <a:gd name="connsiteX4" fmla="*/ 332194 w 345935"/>
                  <a:gd name="connsiteY4" fmla="*/ 498094 h 1159859"/>
                  <a:gd name="connsiteX5" fmla="*/ 284569 w 345935"/>
                  <a:gd name="connsiteY5" fmla="*/ 978249 h 1159859"/>
                  <a:gd name="connsiteX6" fmla="*/ 323812 w 345935"/>
                  <a:gd name="connsiteY6" fmla="*/ 1081977 h 1159859"/>
                  <a:gd name="connsiteX7" fmla="*/ 302190 w 345935"/>
                  <a:gd name="connsiteY7" fmla="*/ 1159701 h 1159859"/>
                  <a:gd name="connsiteX8" fmla="*/ 195892 w 345935"/>
                  <a:gd name="connsiteY8" fmla="*/ 1159701 h 1159859"/>
                  <a:gd name="connsiteX9" fmla="*/ 142456 w 345935"/>
                  <a:gd name="connsiteY9" fmla="*/ 1105504 h 1159859"/>
                  <a:gd name="connsiteX10" fmla="*/ 144552 w 345935"/>
                  <a:gd name="connsiteY10" fmla="*/ 1091025 h 1159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5935" h="1159859">
                    <a:moveTo>
                      <a:pt x="174746" y="983679"/>
                    </a:moveTo>
                    <a:lnTo>
                      <a:pt x="-800" y="-159"/>
                    </a:lnTo>
                    <a:lnTo>
                      <a:pt x="250470" y="-159"/>
                    </a:lnTo>
                    <a:lnTo>
                      <a:pt x="284569" y="193961"/>
                    </a:lnTo>
                    <a:cubicBezTo>
                      <a:pt x="284569" y="193961"/>
                      <a:pt x="341719" y="294926"/>
                      <a:pt x="332194" y="498094"/>
                    </a:cubicBezTo>
                    <a:cubicBezTo>
                      <a:pt x="322669" y="701262"/>
                      <a:pt x="284569" y="978249"/>
                      <a:pt x="284569" y="978249"/>
                    </a:cubicBezTo>
                    <a:cubicBezTo>
                      <a:pt x="308353" y="1007767"/>
                      <a:pt x="322107" y="1044105"/>
                      <a:pt x="323812" y="1081977"/>
                    </a:cubicBezTo>
                    <a:cubicBezTo>
                      <a:pt x="349529" y="1099693"/>
                      <a:pt x="361912" y="1159701"/>
                      <a:pt x="302190" y="1159701"/>
                    </a:cubicBezTo>
                    <a:lnTo>
                      <a:pt x="195892" y="1159701"/>
                    </a:lnTo>
                    <a:cubicBezTo>
                      <a:pt x="166173" y="1159491"/>
                      <a:pt x="142247" y="1135221"/>
                      <a:pt x="142456" y="1105504"/>
                    </a:cubicBezTo>
                    <a:cubicBezTo>
                      <a:pt x="142494" y="1100608"/>
                      <a:pt x="143199" y="1095731"/>
                      <a:pt x="144552" y="1091025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 58"/>
              <p:cNvSpPr/>
              <p:nvPr/>
            </p:nvSpPr>
            <p:spPr>
              <a:xfrm flipH="1">
                <a:off x="1096692" y="4574601"/>
                <a:ext cx="33712" cy="77888"/>
              </a:xfrm>
              <a:custGeom>
                <a:avLst/>
                <a:gdLst>
                  <a:gd name="connsiteX0" fmla="*/ -800 w 23293"/>
                  <a:gd name="connsiteY0" fmla="*/ 53657 h 53816"/>
                  <a:gd name="connsiteX1" fmla="*/ 22441 w 23293"/>
                  <a:gd name="connsiteY1" fmla="*/ -159 h 53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293" h="53816">
                    <a:moveTo>
                      <a:pt x="-800" y="53657"/>
                    </a:moveTo>
                    <a:cubicBezTo>
                      <a:pt x="-800" y="53657"/>
                      <a:pt x="23774" y="29845"/>
                      <a:pt x="22441" y="-15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 59"/>
              <p:cNvSpPr/>
              <p:nvPr/>
            </p:nvSpPr>
            <p:spPr>
              <a:xfrm flipH="1">
                <a:off x="1190153" y="3008418"/>
                <a:ext cx="376428" cy="142680"/>
              </a:xfrm>
              <a:custGeom>
                <a:avLst/>
                <a:gdLst>
                  <a:gd name="connsiteX0" fmla="*/ 250470 w 260088"/>
                  <a:gd name="connsiteY0" fmla="*/ -159 h 98583"/>
                  <a:gd name="connsiteX1" fmla="*/ -800 w 260088"/>
                  <a:gd name="connsiteY1" fmla="*/ -159 h 98583"/>
                  <a:gd name="connsiteX2" fmla="*/ 6915 w 260088"/>
                  <a:gd name="connsiteY2" fmla="*/ 43180 h 98583"/>
                  <a:gd name="connsiteX3" fmla="*/ 203416 w 260088"/>
                  <a:gd name="connsiteY3" fmla="*/ 96901 h 98583"/>
                  <a:gd name="connsiteX4" fmla="*/ 257775 w 260088"/>
                  <a:gd name="connsiteY4" fmla="*/ 65516 h 98583"/>
                  <a:gd name="connsiteX5" fmla="*/ 258566 w 260088"/>
                  <a:gd name="connsiteY5" fmla="*/ 46038 h 98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0088" h="98583">
                    <a:moveTo>
                      <a:pt x="250470" y="-159"/>
                    </a:moveTo>
                    <a:lnTo>
                      <a:pt x="-800" y="-159"/>
                    </a:lnTo>
                    <a:lnTo>
                      <a:pt x="6915" y="43180"/>
                    </a:lnTo>
                    <a:lnTo>
                      <a:pt x="203416" y="96901"/>
                    </a:lnTo>
                    <a:cubicBezTo>
                      <a:pt x="227095" y="103245"/>
                      <a:pt x="251432" y="89195"/>
                      <a:pt x="257775" y="65516"/>
                    </a:cubicBezTo>
                    <a:cubicBezTo>
                      <a:pt x="259480" y="59163"/>
                      <a:pt x="259747" y="52505"/>
                      <a:pt x="258566" y="46038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2" name="组合 141"/>
            <p:cNvGrpSpPr/>
            <p:nvPr/>
          </p:nvGrpSpPr>
          <p:grpSpPr>
            <a:xfrm>
              <a:off x="2824512" y="1061913"/>
              <a:ext cx="2872896" cy="5796087"/>
              <a:chOff x="2824512" y="1061913"/>
              <a:chExt cx="2872896" cy="5796087"/>
            </a:xfrm>
          </p:grpSpPr>
          <p:sp>
            <p:nvSpPr>
              <p:cNvPr id="62" name="任意多边形 61"/>
              <p:cNvSpPr/>
              <p:nvPr/>
            </p:nvSpPr>
            <p:spPr>
              <a:xfrm flipH="1">
                <a:off x="3383652" y="3760064"/>
                <a:ext cx="1611310" cy="2722794"/>
              </a:xfrm>
              <a:custGeom>
                <a:avLst/>
                <a:gdLst>
                  <a:gd name="connsiteX0" fmla="*/ 599090 w 1008697"/>
                  <a:gd name="connsiteY0" fmla="*/ 42256 h 1704498"/>
                  <a:gd name="connsiteX1" fmla="*/ 596233 w 1008697"/>
                  <a:gd name="connsiteY1" fmla="*/ 888933 h 1704498"/>
                  <a:gd name="connsiteX2" fmla="*/ 1008570 w 1008697"/>
                  <a:gd name="connsiteY2" fmla="*/ 1436335 h 1704498"/>
                  <a:gd name="connsiteX3" fmla="*/ 635476 w 1008697"/>
                  <a:gd name="connsiteY3" fmla="*/ 1703892 h 1704498"/>
                  <a:gd name="connsiteX4" fmla="*/ 248856 w 1008697"/>
                  <a:gd name="connsiteY4" fmla="*/ 1238882 h 1704498"/>
                  <a:gd name="connsiteX5" fmla="*/ 45497 w 1008697"/>
                  <a:gd name="connsiteY5" fmla="*/ 725865 h 1704498"/>
                  <a:gd name="connsiteX6" fmla="*/ -128 w 1008697"/>
                  <a:gd name="connsiteY6" fmla="*/ -607 h 1704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8697" h="1704498">
                    <a:moveTo>
                      <a:pt x="599090" y="42256"/>
                    </a:moveTo>
                    <a:lnTo>
                      <a:pt x="596233" y="888933"/>
                    </a:lnTo>
                    <a:lnTo>
                      <a:pt x="1008570" y="1436335"/>
                    </a:lnTo>
                    <a:lnTo>
                      <a:pt x="635476" y="1703892"/>
                    </a:lnTo>
                    <a:lnTo>
                      <a:pt x="248856" y="1238882"/>
                    </a:lnTo>
                    <a:cubicBezTo>
                      <a:pt x="128374" y="1093778"/>
                      <a:pt x="57155" y="914107"/>
                      <a:pt x="45497" y="725865"/>
                    </a:cubicBezTo>
                    <a:lnTo>
                      <a:pt x="-128" y="-607"/>
                    </a:lnTo>
                    <a:close/>
                  </a:path>
                </a:pathLst>
              </a:custGeom>
              <a:solidFill>
                <a:srgbClr val="619F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 62"/>
              <p:cNvSpPr/>
              <p:nvPr/>
            </p:nvSpPr>
            <p:spPr>
              <a:xfrm flipH="1">
                <a:off x="3421994" y="5824945"/>
                <a:ext cx="698234" cy="611354"/>
              </a:xfrm>
              <a:custGeom>
                <a:avLst/>
                <a:gdLst>
                  <a:gd name="connsiteX0" fmla="*/ 352425 w 437102"/>
                  <a:gd name="connsiteY0" fmla="*/ 0 h 382714"/>
                  <a:gd name="connsiteX1" fmla="*/ 437102 w 437102"/>
                  <a:gd name="connsiteY1" fmla="*/ 112395 h 382714"/>
                  <a:gd name="connsiteX2" fmla="*/ 66961 w 437102"/>
                  <a:gd name="connsiteY2" fmla="*/ 382714 h 382714"/>
                  <a:gd name="connsiteX3" fmla="*/ 0 w 437102"/>
                  <a:gd name="connsiteY3" fmla="*/ 306038 h 382714"/>
                  <a:gd name="connsiteX4" fmla="*/ 352425 w 437102"/>
                  <a:gd name="connsiteY4" fmla="*/ 0 h 382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7102" h="382714">
                    <a:moveTo>
                      <a:pt x="352425" y="0"/>
                    </a:moveTo>
                    <a:lnTo>
                      <a:pt x="437102" y="112395"/>
                    </a:lnTo>
                    <a:lnTo>
                      <a:pt x="66961" y="382714"/>
                    </a:lnTo>
                    <a:lnTo>
                      <a:pt x="0" y="306038"/>
                    </a:lnTo>
                    <a:lnTo>
                      <a:pt x="352425" y="0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 63"/>
              <p:cNvSpPr/>
              <p:nvPr/>
            </p:nvSpPr>
            <p:spPr>
              <a:xfrm flipH="1">
                <a:off x="3700285" y="3834010"/>
                <a:ext cx="809611" cy="2406771"/>
              </a:xfrm>
              <a:custGeom>
                <a:avLst/>
                <a:gdLst>
                  <a:gd name="connsiteX0" fmla="*/ -128 w 506825"/>
                  <a:gd name="connsiteY0" fmla="*/ -607 h 1506664"/>
                  <a:gd name="connsiteX1" fmla="*/ 56165 w 506825"/>
                  <a:gd name="connsiteY1" fmla="*/ 783396 h 1506664"/>
                  <a:gd name="connsiteX2" fmla="*/ 124459 w 506825"/>
                  <a:gd name="connsiteY2" fmla="*/ 972658 h 1506664"/>
                  <a:gd name="connsiteX3" fmla="*/ 506698 w 506825"/>
                  <a:gd name="connsiteY3" fmla="*/ 1506058 h 150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6825" h="1506664">
                    <a:moveTo>
                      <a:pt x="-128" y="-607"/>
                    </a:moveTo>
                    <a:lnTo>
                      <a:pt x="56165" y="783396"/>
                    </a:lnTo>
                    <a:cubicBezTo>
                      <a:pt x="61013" y="851576"/>
                      <a:pt x="84654" y="917089"/>
                      <a:pt x="124459" y="972658"/>
                    </a:cubicBezTo>
                    <a:lnTo>
                      <a:pt x="506698" y="1506058"/>
                    </a:ln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 flipH="1">
                <a:off x="4185809" y="5168705"/>
                <a:ext cx="436833" cy="1369"/>
              </a:xfrm>
              <a:custGeom>
                <a:avLst/>
                <a:gdLst>
                  <a:gd name="connsiteX0" fmla="*/ 273463 w 273462"/>
                  <a:gd name="connsiteY0" fmla="*/ 857 h 857"/>
                  <a:gd name="connsiteX1" fmla="*/ 0 w 273462"/>
                  <a:gd name="connsiteY1" fmla="*/ 0 h 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3462" h="857">
                    <a:moveTo>
                      <a:pt x="273463" y="857"/>
                    </a:moveTo>
                    <a:lnTo>
                      <a:pt x="0" y="0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 flipH="1">
                <a:off x="4211828" y="5222720"/>
                <a:ext cx="327434" cy="141199"/>
              </a:xfrm>
              <a:custGeom>
                <a:avLst/>
                <a:gdLst>
                  <a:gd name="connsiteX0" fmla="*/ 204978 w 204977"/>
                  <a:gd name="connsiteY0" fmla="*/ 0 h 88392"/>
                  <a:gd name="connsiteX1" fmla="*/ 0 w 204977"/>
                  <a:gd name="connsiteY1" fmla="*/ 88392 h 88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4977" h="88392">
                    <a:moveTo>
                      <a:pt x="204978" y="0"/>
                    </a:moveTo>
                    <a:lnTo>
                      <a:pt x="0" y="88392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 66"/>
              <p:cNvSpPr/>
              <p:nvPr/>
            </p:nvSpPr>
            <p:spPr>
              <a:xfrm flipH="1">
                <a:off x="4037762" y="3760064"/>
                <a:ext cx="957200" cy="1651177"/>
              </a:xfrm>
              <a:custGeom>
                <a:avLst/>
                <a:gdLst>
                  <a:gd name="connsiteX0" fmla="*/ 45497 w 599217"/>
                  <a:gd name="connsiteY0" fmla="*/ 725865 h 1033654"/>
                  <a:gd name="connsiteX1" fmla="*/ -128 w 599217"/>
                  <a:gd name="connsiteY1" fmla="*/ -607 h 1033654"/>
                  <a:gd name="connsiteX2" fmla="*/ 599090 w 599217"/>
                  <a:gd name="connsiteY2" fmla="*/ 42256 h 1033654"/>
                  <a:gd name="connsiteX3" fmla="*/ 597566 w 599217"/>
                  <a:gd name="connsiteY3" fmla="*/ 484787 h 1033654"/>
                  <a:gd name="connsiteX4" fmla="*/ 536701 w 599217"/>
                  <a:gd name="connsiteY4" fmla="*/ 556320 h 1033654"/>
                  <a:gd name="connsiteX5" fmla="*/ 536701 w 599217"/>
                  <a:gd name="connsiteY5" fmla="*/ 556320 h 1033654"/>
                  <a:gd name="connsiteX6" fmla="*/ 462406 w 599217"/>
                  <a:gd name="connsiteY6" fmla="*/ 604516 h 1033654"/>
                  <a:gd name="connsiteX7" fmla="*/ 197135 w 599217"/>
                  <a:gd name="connsiteY7" fmla="*/ 1009805 h 1033654"/>
                  <a:gd name="connsiteX8" fmla="*/ 127240 w 599217"/>
                  <a:gd name="connsiteY8" fmla="*/ 1025017 h 1033654"/>
                  <a:gd name="connsiteX9" fmla="*/ 107695 w 599217"/>
                  <a:gd name="connsiteY9" fmla="*/ 1001423 h 1033654"/>
                  <a:gd name="connsiteX10" fmla="*/ 45497 w 599217"/>
                  <a:gd name="connsiteY10" fmla="*/ 725865 h 1033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99217" h="1033654">
                    <a:moveTo>
                      <a:pt x="45497" y="725865"/>
                    </a:moveTo>
                    <a:lnTo>
                      <a:pt x="-128" y="-607"/>
                    </a:lnTo>
                    <a:lnTo>
                      <a:pt x="599090" y="42256"/>
                    </a:lnTo>
                    <a:lnTo>
                      <a:pt x="597566" y="484787"/>
                    </a:lnTo>
                    <a:cubicBezTo>
                      <a:pt x="597642" y="520353"/>
                      <a:pt x="571820" y="550700"/>
                      <a:pt x="536701" y="556320"/>
                    </a:cubicBezTo>
                    <a:lnTo>
                      <a:pt x="536701" y="556320"/>
                    </a:lnTo>
                    <a:cubicBezTo>
                      <a:pt x="506231" y="561158"/>
                      <a:pt x="479237" y="578665"/>
                      <a:pt x="462406" y="604516"/>
                    </a:cubicBezTo>
                    <a:lnTo>
                      <a:pt x="197135" y="1009805"/>
                    </a:lnTo>
                    <a:cubicBezTo>
                      <a:pt x="182038" y="1033303"/>
                      <a:pt x="150738" y="1040113"/>
                      <a:pt x="127240" y="1025017"/>
                    </a:cubicBezTo>
                    <a:cubicBezTo>
                      <a:pt x="118449" y="1019359"/>
                      <a:pt x="111620" y="1011119"/>
                      <a:pt x="107695" y="1001423"/>
                    </a:cubicBezTo>
                    <a:cubicBezTo>
                      <a:pt x="72424" y="913469"/>
                      <a:pt x="51431" y="820438"/>
                      <a:pt x="45497" y="725865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 67"/>
              <p:cNvSpPr/>
              <p:nvPr/>
            </p:nvSpPr>
            <p:spPr>
              <a:xfrm flipH="1">
                <a:off x="4067586" y="3749107"/>
                <a:ext cx="1629822" cy="3065142"/>
              </a:xfrm>
              <a:custGeom>
                <a:avLst/>
                <a:gdLst>
                  <a:gd name="connsiteX0" fmla="*/ 343503 w 1020286"/>
                  <a:gd name="connsiteY0" fmla="*/ -607 h 1918811"/>
                  <a:gd name="connsiteX1" fmla="*/ 71279 w 1020286"/>
                  <a:gd name="connsiteY1" fmla="*/ 730056 h 1918811"/>
                  <a:gd name="connsiteX2" fmla="*/ 698 w 1020286"/>
                  <a:gd name="connsiteY2" fmla="*/ 1168968 h 1918811"/>
                  <a:gd name="connsiteX3" fmla="*/ 27464 w 1020286"/>
                  <a:gd name="connsiteY3" fmla="*/ 1880105 h 1918811"/>
                  <a:gd name="connsiteX4" fmla="*/ 558387 w 1020286"/>
                  <a:gd name="connsiteY4" fmla="*/ 1918205 h 1918811"/>
                  <a:gd name="connsiteX5" fmla="*/ 543909 w 1020286"/>
                  <a:gd name="connsiteY5" fmla="*/ 984755 h 1918811"/>
                  <a:gd name="connsiteX6" fmla="*/ 1020159 w 1020286"/>
                  <a:gd name="connsiteY6" fmla="*/ 47971 h 1918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20286" h="1918811">
                    <a:moveTo>
                      <a:pt x="343503" y="-607"/>
                    </a:moveTo>
                    <a:lnTo>
                      <a:pt x="71279" y="730056"/>
                    </a:lnTo>
                    <a:cubicBezTo>
                      <a:pt x="18967" y="870255"/>
                      <a:pt x="-5017" y="1019435"/>
                      <a:pt x="698" y="1168968"/>
                    </a:cubicBezTo>
                    <a:lnTo>
                      <a:pt x="27464" y="1880105"/>
                    </a:lnTo>
                    <a:lnTo>
                      <a:pt x="558387" y="1918205"/>
                    </a:lnTo>
                    <a:lnTo>
                      <a:pt x="543909" y="984755"/>
                    </a:lnTo>
                    <a:lnTo>
                      <a:pt x="1020159" y="47971"/>
                    </a:lnTo>
                    <a:close/>
                  </a:path>
                </a:pathLst>
              </a:custGeom>
              <a:solidFill>
                <a:srgbClr val="619F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 68"/>
              <p:cNvSpPr/>
              <p:nvPr/>
            </p:nvSpPr>
            <p:spPr>
              <a:xfrm flipH="1">
                <a:off x="4560411" y="3685356"/>
                <a:ext cx="672140" cy="3100290"/>
              </a:xfrm>
              <a:custGeom>
                <a:avLst/>
                <a:gdLst>
                  <a:gd name="connsiteX0" fmla="*/ 420640 w 420767"/>
                  <a:gd name="connsiteY0" fmla="*/ -607 h 1940814"/>
                  <a:gd name="connsiteX1" fmla="*/ 31544 w 420767"/>
                  <a:gd name="connsiteY1" fmla="*/ 910364 h 1940814"/>
                  <a:gd name="connsiteX2" fmla="*/ -79 w 420767"/>
                  <a:gd name="connsiteY2" fmla="*/ 1071146 h 1940814"/>
                  <a:gd name="connsiteX3" fmla="*/ 13161 w 420767"/>
                  <a:gd name="connsiteY3" fmla="*/ 1940207 h 1940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0767" h="1940814">
                    <a:moveTo>
                      <a:pt x="420640" y="-607"/>
                    </a:moveTo>
                    <a:lnTo>
                      <a:pt x="31544" y="910364"/>
                    </a:lnTo>
                    <a:cubicBezTo>
                      <a:pt x="9827" y="961142"/>
                      <a:pt x="-946" y="1015930"/>
                      <a:pt x="-79" y="1071146"/>
                    </a:cubicBezTo>
                    <a:lnTo>
                      <a:pt x="13161" y="1940207"/>
                    </a:ln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 69"/>
              <p:cNvSpPr/>
              <p:nvPr/>
            </p:nvSpPr>
            <p:spPr>
              <a:xfrm flipH="1">
                <a:off x="4961186" y="5116364"/>
                <a:ext cx="391795" cy="166456"/>
              </a:xfrm>
              <a:custGeom>
                <a:avLst/>
                <a:gdLst>
                  <a:gd name="connsiteX0" fmla="*/ 245269 w 245268"/>
                  <a:gd name="connsiteY0" fmla="*/ 104203 h 104203"/>
                  <a:gd name="connsiteX1" fmla="*/ 0 w 245268"/>
                  <a:gd name="connsiteY1" fmla="*/ 0 h 104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5268" h="104203">
                    <a:moveTo>
                      <a:pt x="245269" y="104203"/>
                    </a:moveTo>
                    <a:lnTo>
                      <a:pt x="0" y="0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 70"/>
              <p:cNvSpPr/>
              <p:nvPr/>
            </p:nvSpPr>
            <p:spPr>
              <a:xfrm flipH="1">
                <a:off x="5062368" y="5300166"/>
                <a:ext cx="367299" cy="26322"/>
              </a:xfrm>
              <a:custGeom>
                <a:avLst/>
                <a:gdLst>
                  <a:gd name="connsiteX0" fmla="*/ 229933 w 229933"/>
                  <a:gd name="connsiteY0" fmla="*/ 16478 h 16478"/>
                  <a:gd name="connsiteX1" fmla="*/ 0 w 229933"/>
                  <a:gd name="connsiteY1" fmla="*/ 0 h 1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9933" h="16478">
                    <a:moveTo>
                      <a:pt x="229933" y="16478"/>
                    </a:moveTo>
                    <a:lnTo>
                      <a:pt x="0" y="0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 71"/>
              <p:cNvSpPr/>
              <p:nvPr/>
            </p:nvSpPr>
            <p:spPr>
              <a:xfrm flipH="1">
                <a:off x="4782404" y="3767366"/>
                <a:ext cx="162909" cy="437595"/>
              </a:xfrm>
              <a:custGeom>
                <a:avLst/>
                <a:gdLst>
                  <a:gd name="connsiteX0" fmla="*/ 33086 w 101983"/>
                  <a:gd name="connsiteY0" fmla="*/ -607 h 273939"/>
                  <a:gd name="connsiteX1" fmla="*/ 101856 w 101983"/>
                  <a:gd name="connsiteY1" fmla="*/ 273332 h 273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1983" h="273939">
                    <a:moveTo>
                      <a:pt x="33086" y="-607"/>
                    </a:moveTo>
                    <a:cubicBezTo>
                      <a:pt x="33086" y="-607"/>
                      <a:pt x="-76262" y="213706"/>
                      <a:pt x="101856" y="273332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1" name="任意多边形 140"/>
              <p:cNvSpPr/>
              <p:nvPr/>
            </p:nvSpPr>
            <p:spPr>
              <a:xfrm flipH="1">
                <a:off x="2824512" y="6042620"/>
                <a:ext cx="945969" cy="815380"/>
              </a:xfrm>
              <a:custGeom>
                <a:avLst/>
                <a:gdLst>
                  <a:gd name="connsiteX0" fmla="*/ 304613 w 945969"/>
                  <a:gd name="connsiteY0" fmla="*/ 0 h 815380"/>
                  <a:gd name="connsiteX1" fmla="*/ 0 w 945969"/>
                  <a:gd name="connsiteY1" fmla="*/ 255621 h 815380"/>
                  <a:gd name="connsiteX2" fmla="*/ 363649 w 945969"/>
                  <a:gd name="connsiteY2" fmla="*/ 624746 h 815380"/>
                  <a:gd name="connsiteX3" fmla="*/ 344698 w 945969"/>
                  <a:gd name="connsiteY3" fmla="*/ 815380 h 815380"/>
                  <a:gd name="connsiteX4" fmla="*/ 703287 w 945969"/>
                  <a:gd name="connsiteY4" fmla="*/ 815380 h 815380"/>
                  <a:gd name="connsiteX5" fmla="*/ 940922 w 945969"/>
                  <a:gd name="connsiteY5" fmla="*/ 397275 h 815380"/>
                  <a:gd name="connsiteX6" fmla="*/ 927288 w 945969"/>
                  <a:gd name="connsiteY6" fmla="*/ 346121 h 815380"/>
                  <a:gd name="connsiteX7" fmla="*/ 918707 w 945969"/>
                  <a:gd name="connsiteY7" fmla="*/ 342500 h 815380"/>
                  <a:gd name="connsiteX8" fmla="*/ 555820 w 945969"/>
                  <a:gd name="connsiteY8" fmla="*/ 316786 h 815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5969" h="815380">
                    <a:moveTo>
                      <a:pt x="304613" y="0"/>
                    </a:moveTo>
                    <a:lnTo>
                      <a:pt x="0" y="255621"/>
                    </a:lnTo>
                    <a:lnTo>
                      <a:pt x="363649" y="624746"/>
                    </a:lnTo>
                    <a:lnTo>
                      <a:pt x="344698" y="815380"/>
                    </a:lnTo>
                    <a:lnTo>
                      <a:pt x="703287" y="815380"/>
                    </a:lnTo>
                    <a:lnTo>
                      <a:pt x="940922" y="397275"/>
                    </a:lnTo>
                    <a:cubicBezTo>
                      <a:pt x="951283" y="379382"/>
                      <a:pt x="945182" y="356483"/>
                      <a:pt x="927288" y="346121"/>
                    </a:cubicBezTo>
                    <a:cubicBezTo>
                      <a:pt x="924595" y="344568"/>
                      <a:pt x="921704" y="343353"/>
                      <a:pt x="918707" y="342500"/>
                    </a:cubicBezTo>
                    <a:cubicBezTo>
                      <a:pt x="842630" y="321502"/>
                      <a:pt x="685911" y="287116"/>
                      <a:pt x="555820" y="316786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9" name="任意多边形 138"/>
              <p:cNvSpPr/>
              <p:nvPr/>
            </p:nvSpPr>
            <p:spPr>
              <a:xfrm flipH="1">
                <a:off x="2825276" y="6374620"/>
                <a:ext cx="342113" cy="483380"/>
              </a:xfrm>
              <a:custGeom>
                <a:avLst/>
                <a:gdLst>
                  <a:gd name="connsiteX0" fmla="*/ 274382 w 342113"/>
                  <a:gd name="connsiteY0" fmla="*/ 0 h 483380"/>
                  <a:gd name="connsiteX1" fmla="*/ 0 w 342113"/>
                  <a:gd name="connsiteY1" fmla="*/ 483380 h 483380"/>
                  <a:gd name="connsiteX2" fmla="*/ 99702 w 342113"/>
                  <a:gd name="connsiteY2" fmla="*/ 483380 h 483380"/>
                  <a:gd name="connsiteX3" fmla="*/ 337070 w 342113"/>
                  <a:gd name="connsiteY3" fmla="*/ 65276 h 483380"/>
                  <a:gd name="connsiteX4" fmla="*/ 340691 w 342113"/>
                  <a:gd name="connsiteY4" fmla="*/ 56693 h 483380"/>
                  <a:gd name="connsiteX5" fmla="*/ 314854 w 342113"/>
                  <a:gd name="connsiteY5" fmla="*/ 10499 h 483380"/>
                  <a:gd name="connsiteX6" fmla="*/ 274382 w 342113"/>
                  <a:gd name="connsiteY6" fmla="*/ 0 h 48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2113" h="483380">
                    <a:moveTo>
                      <a:pt x="274382" y="0"/>
                    </a:moveTo>
                    <a:lnTo>
                      <a:pt x="0" y="483380"/>
                    </a:lnTo>
                    <a:lnTo>
                      <a:pt x="99702" y="483380"/>
                    </a:lnTo>
                    <a:lnTo>
                      <a:pt x="337070" y="65276"/>
                    </a:lnTo>
                    <a:cubicBezTo>
                      <a:pt x="338636" y="62583"/>
                      <a:pt x="339854" y="59691"/>
                      <a:pt x="340691" y="56693"/>
                    </a:cubicBezTo>
                    <a:cubicBezTo>
                      <a:pt x="346320" y="36807"/>
                      <a:pt x="334742" y="16114"/>
                      <a:pt x="314854" y="10499"/>
                    </a:cubicBezTo>
                    <a:cubicBezTo>
                      <a:pt x="303291" y="7306"/>
                      <a:pt x="289597" y="3804"/>
                      <a:pt x="274382" y="0"/>
                    </a:cubicBezTo>
                    <a:close/>
                  </a:path>
                </a:pathLst>
              </a:custGeom>
              <a:solidFill>
                <a:srgbClr val="B36DDB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7" name="任意多边形 136"/>
              <p:cNvSpPr/>
              <p:nvPr/>
            </p:nvSpPr>
            <p:spPr>
              <a:xfrm flipH="1">
                <a:off x="2871553" y="6347886"/>
                <a:ext cx="627483" cy="510114"/>
              </a:xfrm>
              <a:custGeom>
                <a:avLst/>
                <a:gdLst>
                  <a:gd name="connsiteX0" fmla="*/ 376544 w 627483"/>
                  <a:gd name="connsiteY0" fmla="*/ 288 h 510114"/>
                  <a:gd name="connsiteX1" fmla="*/ 283464 w 627483"/>
                  <a:gd name="connsiteY1" fmla="*/ 11520 h 510114"/>
                  <a:gd name="connsiteX2" fmla="*/ 268248 w 627483"/>
                  <a:gd name="connsiteY2" fmla="*/ 220884 h 510114"/>
                  <a:gd name="connsiteX3" fmla="*/ 194302 w 627483"/>
                  <a:gd name="connsiteY3" fmla="*/ 178129 h 510114"/>
                  <a:gd name="connsiteX4" fmla="*/ 193144 w 627483"/>
                  <a:gd name="connsiteY4" fmla="*/ 177475 h 510114"/>
                  <a:gd name="connsiteX5" fmla="*/ 62688 w 627483"/>
                  <a:gd name="connsiteY5" fmla="*/ 214342 h 510114"/>
                  <a:gd name="connsiteX6" fmla="*/ 0 w 627483"/>
                  <a:gd name="connsiteY6" fmla="*/ 324653 h 510114"/>
                  <a:gd name="connsiteX7" fmla="*/ 89315 w 627483"/>
                  <a:gd name="connsiteY7" fmla="*/ 348541 h 510114"/>
                  <a:gd name="connsiteX8" fmla="*/ 73254 w 627483"/>
                  <a:gd name="connsiteY8" fmla="*/ 510114 h 510114"/>
                  <a:gd name="connsiteX9" fmla="*/ 356245 w 627483"/>
                  <a:gd name="connsiteY9" fmla="*/ 510114 h 510114"/>
                  <a:gd name="connsiteX10" fmla="*/ 627483 w 627483"/>
                  <a:gd name="connsiteY10" fmla="*/ 32214 h 510114"/>
                  <a:gd name="connsiteX11" fmla="*/ 376544 w 627483"/>
                  <a:gd name="connsiteY11" fmla="*/ 288 h 510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7483" h="510114">
                    <a:moveTo>
                      <a:pt x="376544" y="288"/>
                    </a:moveTo>
                    <a:cubicBezTo>
                      <a:pt x="344982" y="1249"/>
                      <a:pt x="313514" y="4673"/>
                      <a:pt x="283464" y="11520"/>
                    </a:cubicBezTo>
                    <a:lnTo>
                      <a:pt x="268248" y="220884"/>
                    </a:lnTo>
                    <a:lnTo>
                      <a:pt x="194302" y="178129"/>
                    </a:lnTo>
                    <a:cubicBezTo>
                      <a:pt x="193920" y="177900"/>
                      <a:pt x="193526" y="177688"/>
                      <a:pt x="193144" y="177475"/>
                    </a:cubicBezTo>
                    <a:cubicBezTo>
                      <a:pt x="146936" y="151624"/>
                      <a:pt x="88524" y="168132"/>
                      <a:pt x="62688" y="214342"/>
                    </a:cubicBezTo>
                    <a:lnTo>
                      <a:pt x="0" y="324653"/>
                    </a:lnTo>
                    <a:lnTo>
                      <a:pt x="89315" y="348541"/>
                    </a:lnTo>
                    <a:lnTo>
                      <a:pt x="73254" y="510114"/>
                    </a:lnTo>
                    <a:lnTo>
                      <a:pt x="356245" y="510114"/>
                    </a:lnTo>
                    <a:lnTo>
                      <a:pt x="627483" y="32214"/>
                    </a:lnTo>
                    <a:cubicBezTo>
                      <a:pt x="566774" y="16693"/>
                      <a:pt x="471231" y="-2593"/>
                      <a:pt x="376544" y="288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79" name="任意多边形 78"/>
              <p:cNvSpPr/>
              <p:nvPr/>
            </p:nvSpPr>
            <p:spPr>
              <a:xfrm flipH="1">
                <a:off x="4805380" y="6589366"/>
                <a:ext cx="853583" cy="224883"/>
              </a:xfrm>
              <a:custGeom>
                <a:avLst/>
                <a:gdLst>
                  <a:gd name="connsiteX0" fmla="*/ 534353 w 534352"/>
                  <a:gd name="connsiteY0" fmla="*/ 140779 h 140779"/>
                  <a:gd name="connsiteX1" fmla="*/ 3524 w 534352"/>
                  <a:gd name="connsiteY1" fmla="*/ 102870 h 140779"/>
                  <a:gd name="connsiteX2" fmla="*/ 0 w 534352"/>
                  <a:gd name="connsiteY2" fmla="*/ 10763 h 140779"/>
                  <a:gd name="connsiteX3" fmla="*/ 532257 w 534352"/>
                  <a:gd name="connsiteY3" fmla="*/ 0 h 140779"/>
                  <a:gd name="connsiteX4" fmla="*/ 534353 w 534352"/>
                  <a:gd name="connsiteY4" fmla="*/ 140779 h 140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4352" h="140779">
                    <a:moveTo>
                      <a:pt x="534353" y="140779"/>
                    </a:moveTo>
                    <a:lnTo>
                      <a:pt x="3524" y="102870"/>
                    </a:lnTo>
                    <a:lnTo>
                      <a:pt x="0" y="10763"/>
                    </a:lnTo>
                    <a:lnTo>
                      <a:pt x="532257" y="0"/>
                    </a:lnTo>
                    <a:lnTo>
                      <a:pt x="534353" y="140779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5" name="任意多边形 134"/>
              <p:cNvSpPr/>
              <p:nvPr/>
            </p:nvSpPr>
            <p:spPr>
              <a:xfrm flipH="1">
                <a:off x="4743180" y="6635926"/>
                <a:ext cx="947886" cy="222074"/>
              </a:xfrm>
              <a:custGeom>
                <a:avLst/>
                <a:gdLst>
                  <a:gd name="connsiteX0" fmla="*/ 0 w 947886"/>
                  <a:gd name="connsiteY0" fmla="*/ 0 h 222074"/>
                  <a:gd name="connsiteX1" fmla="*/ 8284 w 947886"/>
                  <a:gd name="connsiteY1" fmla="*/ 222074 h 222074"/>
                  <a:gd name="connsiteX2" fmla="*/ 947886 w 947886"/>
                  <a:gd name="connsiteY2" fmla="*/ 222074 h 222074"/>
                  <a:gd name="connsiteX3" fmla="*/ 940615 w 947886"/>
                  <a:gd name="connsiteY3" fmla="*/ 67251 h 222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7886" h="222074">
                    <a:moveTo>
                      <a:pt x="0" y="0"/>
                    </a:moveTo>
                    <a:lnTo>
                      <a:pt x="8284" y="222074"/>
                    </a:lnTo>
                    <a:lnTo>
                      <a:pt x="947886" y="222074"/>
                    </a:lnTo>
                    <a:lnTo>
                      <a:pt x="940615" y="67251"/>
                    </a:lnTo>
                    <a:close/>
                  </a:path>
                </a:pathLst>
              </a:custGeom>
              <a:solidFill>
                <a:srgbClr val="619FF1"/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81" name="任意多边形 80"/>
              <p:cNvSpPr/>
              <p:nvPr/>
            </p:nvSpPr>
            <p:spPr>
              <a:xfrm flipH="1">
                <a:off x="3251734" y="5879111"/>
                <a:ext cx="897709" cy="722882"/>
              </a:xfrm>
              <a:custGeom>
                <a:avLst/>
                <a:gdLst>
                  <a:gd name="connsiteX0" fmla="*/ 121539 w 561975"/>
                  <a:gd name="connsiteY0" fmla="*/ 452533 h 452532"/>
                  <a:gd name="connsiteX1" fmla="*/ 561975 w 561975"/>
                  <a:gd name="connsiteY1" fmla="*/ 146018 h 452532"/>
                  <a:gd name="connsiteX2" fmla="*/ 448342 w 561975"/>
                  <a:gd name="connsiteY2" fmla="*/ 0 h 452532"/>
                  <a:gd name="connsiteX3" fmla="*/ 0 w 561975"/>
                  <a:gd name="connsiteY3" fmla="*/ 312134 h 452532"/>
                  <a:gd name="connsiteX4" fmla="*/ 121539 w 561975"/>
                  <a:gd name="connsiteY4" fmla="*/ 452533 h 452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1975" h="452532">
                    <a:moveTo>
                      <a:pt x="121539" y="452533"/>
                    </a:moveTo>
                    <a:lnTo>
                      <a:pt x="561975" y="146018"/>
                    </a:lnTo>
                    <a:lnTo>
                      <a:pt x="448342" y="0"/>
                    </a:lnTo>
                    <a:lnTo>
                      <a:pt x="0" y="312134"/>
                    </a:lnTo>
                    <a:lnTo>
                      <a:pt x="121539" y="452533"/>
                    </a:lnTo>
                    <a:close/>
                  </a:path>
                </a:pathLst>
              </a:custGeom>
              <a:solidFill>
                <a:srgbClr val="619F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 81"/>
              <p:cNvSpPr/>
              <p:nvPr/>
            </p:nvSpPr>
            <p:spPr>
              <a:xfrm flipH="1">
                <a:off x="3918347" y="1617274"/>
                <a:ext cx="1396949" cy="2300027"/>
              </a:xfrm>
              <a:custGeom>
                <a:avLst/>
                <a:gdLst>
                  <a:gd name="connsiteX0" fmla="*/ 761999 w 874505"/>
                  <a:gd name="connsiteY0" fmla="*/ 300672 h 1439841"/>
                  <a:gd name="connsiteX1" fmla="*/ 787241 w 874505"/>
                  <a:gd name="connsiteY1" fmla="*/ 177990 h 1439841"/>
                  <a:gd name="connsiteX2" fmla="*/ 597598 w 874505"/>
                  <a:gd name="connsiteY2" fmla="*/ 7302 h 1439841"/>
                  <a:gd name="connsiteX3" fmla="*/ 137445 w 874505"/>
                  <a:gd name="connsiteY3" fmla="*/ 265049 h 1439841"/>
                  <a:gd name="connsiteX4" fmla="*/ 130758 w 874505"/>
                  <a:gd name="connsiteY4" fmla="*/ 359108 h 1439841"/>
                  <a:gd name="connsiteX5" fmla="*/ 141922 w 874505"/>
                  <a:gd name="connsiteY5" fmla="*/ 369347 h 1439841"/>
                  <a:gd name="connsiteX6" fmla="*/ 187927 w 874505"/>
                  <a:gd name="connsiteY6" fmla="*/ 403161 h 1439841"/>
                  <a:gd name="connsiteX7" fmla="*/ 81152 w 874505"/>
                  <a:gd name="connsiteY7" fmla="*/ 1222883 h 1439841"/>
                  <a:gd name="connsiteX8" fmla="*/ 81152 w 874505"/>
                  <a:gd name="connsiteY8" fmla="*/ 1386998 h 1439841"/>
                  <a:gd name="connsiteX9" fmla="*/ 810196 w 874505"/>
                  <a:gd name="connsiteY9" fmla="*/ 1439100 h 1439841"/>
                  <a:gd name="connsiteX10" fmla="*/ 874242 w 874505"/>
                  <a:gd name="connsiteY10" fmla="*/ 1383017 h 1439841"/>
                  <a:gd name="connsiteX11" fmla="*/ 874013 w 874505"/>
                  <a:gd name="connsiteY11" fmla="*/ 1372425 h 1439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74505" h="1439841">
                    <a:moveTo>
                      <a:pt x="761999" y="300672"/>
                    </a:moveTo>
                    <a:lnTo>
                      <a:pt x="787241" y="177990"/>
                    </a:lnTo>
                    <a:cubicBezTo>
                      <a:pt x="810291" y="66166"/>
                      <a:pt x="704754" y="-29179"/>
                      <a:pt x="597598" y="7302"/>
                    </a:cubicBezTo>
                    <a:cubicBezTo>
                      <a:pt x="463581" y="52831"/>
                      <a:pt x="292226" y="131127"/>
                      <a:pt x="137445" y="265049"/>
                    </a:cubicBezTo>
                    <a:cubicBezTo>
                      <a:pt x="109623" y="289175"/>
                      <a:pt x="106632" y="331285"/>
                      <a:pt x="130758" y="359108"/>
                    </a:cubicBezTo>
                    <a:cubicBezTo>
                      <a:pt x="134083" y="362927"/>
                      <a:pt x="137826" y="366366"/>
                      <a:pt x="141922" y="369347"/>
                    </a:cubicBezTo>
                    <a:lnTo>
                      <a:pt x="187927" y="403161"/>
                    </a:lnTo>
                    <a:lnTo>
                      <a:pt x="81152" y="1222883"/>
                    </a:lnTo>
                    <a:cubicBezTo>
                      <a:pt x="81152" y="1222883"/>
                      <a:pt x="-101728" y="1373854"/>
                      <a:pt x="81152" y="1386998"/>
                    </a:cubicBezTo>
                    <a:lnTo>
                      <a:pt x="810196" y="1439100"/>
                    </a:lnTo>
                    <a:cubicBezTo>
                      <a:pt x="843371" y="1441300"/>
                      <a:pt x="872041" y="1416192"/>
                      <a:pt x="874242" y="1383017"/>
                    </a:cubicBezTo>
                    <a:cubicBezTo>
                      <a:pt x="874480" y="1379483"/>
                      <a:pt x="874404" y="1375940"/>
                      <a:pt x="874013" y="13724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 82"/>
              <p:cNvSpPr/>
              <p:nvPr/>
            </p:nvSpPr>
            <p:spPr>
              <a:xfrm flipH="1">
                <a:off x="4544591" y="1708412"/>
                <a:ext cx="190797" cy="200243"/>
              </a:xfrm>
              <a:custGeom>
                <a:avLst/>
                <a:gdLst>
                  <a:gd name="connsiteX0" fmla="*/ 51688 w 119441"/>
                  <a:gd name="connsiteY0" fmla="*/ 124747 h 125354"/>
                  <a:gd name="connsiteX1" fmla="*/ -128 w 119441"/>
                  <a:gd name="connsiteY1" fmla="*/ 52928 h 125354"/>
                  <a:gd name="connsiteX2" fmla="*/ 106743 w 119441"/>
                  <a:gd name="connsiteY2" fmla="*/ 160 h 125354"/>
                  <a:gd name="connsiteX3" fmla="*/ 118554 w 119441"/>
                  <a:gd name="connsiteY3" fmla="*/ 4732 h 125354"/>
                  <a:gd name="connsiteX4" fmla="*/ 118745 w 119441"/>
                  <a:gd name="connsiteY4" fmla="*/ 11495 h 125354"/>
                  <a:gd name="connsiteX5" fmla="*/ 110267 w 119441"/>
                  <a:gd name="connsiteY5" fmla="*/ 93410 h 125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441" h="125354">
                    <a:moveTo>
                      <a:pt x="51688" y="124747"/>
                    </a:moveTo>
                    <a:lnTo>
                      <a:pt x="-128" y="52928"/>
                    </a:lnTo>
                    <a:cubicBezTo>
                      <a:pt x="36162" y="33116"/>
                      <a:pt x="71977" y="15591"/>
                      <a:pt x="106743" y="160"/>
                    </a:cubicBezTo>
                    <a:cubicBezTo>
                      <a:pt x="111267" y="-1840"/>
                      <a:pt x="116554" y="208"/>
                      <a:pt x="118554" y="4732"/>
                    </a:cubicBezTo>
                    <a:cubicBezTo>
                      <a:pt x="119497" y="6875"/>
                      <a:pt x="119564" y="9304"/>
                      <a:pt x="118745" y="11495"/>
                    </a:cubicBezTo>
                    <a:cubicBezTo>
                      <a:pt x="109715" y="37793"/>
                      <a:pt x="106819" y="65816"/>
                      <a:pt x="110267" y="93410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 83"/>
              <p:cNvSpPr/>
              <p:nvPr/>
            </p:nvSpPr>
            <p:spPr>
              <a:xfrm flipH="1">
                <a:off x="3917884" y="2626516"/>
                <a:ext cx="1153763" cy="1290782"/>
              </a:xfrm>
              <a:custGeom>
                <a:avLst/>
                <a:gdLst>
                  <a:gd name="connsiteX0" fmla="*/ 336771 w 722268"/>
                  <a:gd name="connsiteY0" fmla="*/ -607 h 808043"/>
                  <a:gd name="connsiteX1" fmla="*/ 658716 w 722268"/>
                  <a:gd name="connsiteY1" fmla="*/ 139601 h 808043"/>
                  <a:gd name="connsiteX2" fmla="*/ 721772 w 722268"/>
                  <a:gd name="connsiteY2" fmla="*/ 740629 h 808043"/>
                  <a:gd name="connsiteX3" fmla="*/ 668546 w 722268"/>
                  <a:gd name="connsiteY3" fmla="*/ 807075 h 808043"/>
                  <a:gd name="connsiteX4" fmla="*/ 657954 w 722268"/>
                  <a:gd name="connsiteY4" fmla="*/ 807304 h 808043"/>
                  <a:gd name="connsiteX5" fmla="*/ -128 w 722268"/>
                  <a:gd name="connsiteY5" fmla="*/ 760250 h 808043"/>
                  <a:gd name="connsiteX6" fmla="*/ 342772 w 722268"/>
                  <a:gd name="connsiteY6" fmla="*/ 406587 h 808043"/>
                  <a:gd name="connsiteX7" fmla="*/ 392779 w 722268"/>
                  <a:gd name="connsiteY7" fmla="*/ 126838 h 808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2268" h="808043">
                    <a:moveTo>
                      <a:pt x="336771" y="-607"/>
                    </a:moveTo>
                    <a:lnTo>
                      <a:pt x="658716" y="139601"/>
                    </a:lnTo>
                    <a:lnTo>
                      <a:pt x="721772" y="740629"/>
                    </a:lnTo>
                    <a:cubicBezTo>
                      <a:pt x="725420" y="773671"/>
                      <a:pt x="701589" y="803417"/>
                      <a:pt x="668546" y="807075"/>
                    </a:cubicBezTo>
                    <a:cubicBezTo>
                      <a:pt x="665032" y="807456"/>
                      <a:pt x="661488" y="807542"/>
                      <a:pt x="657954" y="807304"/>
                    </a:cubicBezTo>
                    <a:lnTo>
                      <a:pt x="-128" y="760250"/>
                    </a:lnTo>
                    <a:lnTo>
                      <a:pt x="342772" y="406587"/>
                    </a:lnTo>
                    <a:cubicBezTo>
                      <a:pt x="414724" y="332158"/>
                      <a:pt x="434488" y="221583"/>
                      <a:pt x="392779" y="126838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 84"/>
              <p:cNvSpPr/>
              <p:nvPr/>
            </p:nvSpPr>
            <p:spPr>
              <a:xfrm flipH="1">
                <a:off x="4168311" y="1926236"/>
                <a:ext cx="572056" cy="577492"/>
              </a:xfrm>
              <a:custGeom>
                <a:avLst/>
                <a:gdLst>
                  <a:gd name="connsiteX0" fmla="*/ 357986 w 358113"/>
                  <a:gd name="connsiteY0" fmla="*/ 42012 h 361516"/>
                  <a:gd name="connsiteX1" fmla="*/ 63854 w 358113"/>
                  <a:gd name="connsiteY1" fmla="*/ 70587 h 361516"/>
                  <a:gd name="connsiteX2" fmla="*/ 28611 w 358113"/>
                  <a:gd name="connsiteY2" fmla="*/ 360910 h 361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8113" h="361516">
                    <a:moveTo>
                      <a:pt x="357986" y="42012"/>
                    </a:moveTo>
                    <a:cubicBezTo>
                      <a:pt x="357986" y="42012"/>
                      <a:pt x="210348" y="-70763"/>
                      <a:pt x="63854" y="70587"/>
                    </a:cubicBezTo>
                    <a:cubicBezTo>
                      <a:pt x="-55399" y="186031"/>
                      <a:pt x="28611" y="360910"/>
                      <a:pt x="28611" y="360910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任意多边形 85"/>
              <p:cNvSpPr/>
              <p:nvPr/>
            </p:nvSpPr>
            <p:spPr>
              <a:xfrm flipH="1">
                <a:off x="3111787" y="2787640"/>
                <a:ext cx="2464443" cy="1723434"/>
              </a:xfrm>
              <a:custGeom>
                <a:avLst/>
                <a:gdLst>
                  <a:gd name="connsiteX0" fmla="*/ 311459 w 1542767"/>
                  <a:gd name="connsiteY0" fmla="*/ 51119 h 1078888"/>
                  <a:gd name="connsiteX1" fmla="*/ 357370 w 1542767"/>
                  <a:gd name="connsiteY1" fmla="*/ 91219 h 1078888"/>
                  <a:gd name="connsiteX2" fmla="*/ 1352637 w 1542767"/>
                  <a:gd name="connsiteY2" fmla="*/ 657957 h 1078888"/>
                  <a:gd name="connsiteX3" fmla="*/ 1409787 w 1542767"/>
                  <a:gd name="connsiteY3" fmla="*/ 676435 h 1078888"/>
                  <a:gd name="connsiteX4" fmla="*/ 1516563 w 1542767"/>
                  <a:gd name="connsiteY4" fmla="*/ 940373 h 1078888"/>
                  <a:gd name="connsiteX5" fmla="*/ 1516563 w 1542767"/>
                  <a:gd name="connsiteY5" fmla="*/ 940373 h 1078888"/>
                  <a:gd name="connsiteX6" fmla="*/ 1191474 w 1542767"/>
                  <a:gd name="connsiteY6" fmla="*/ 1066389 h 1078888"/>
                  <a:gd name="connsiteX7" fmla="*/ 1133848 w 1542767"/>
                  <a:gd name="connsiteY7" fmla="*/ 1048005 h 1078888"/>
                  <a:gd name="connsiteX8" fmla="*/ 138295 w 1542767"/>
                  <a:gd name="connsiteY8" fmla="*/ 481744 h 1078888"/>
                  <a:gd name="connsiteX9" fmla="*/ 92861 w 1542767"/>
                  <a:gd name="connsiteY9" fmla="*/ 441453 h 1078888"/>
                  <a:gd name="connsiteX10" fmla="*/ 31900 w 1542767"/>
                  <a:gd name="connsiteY10" fmla="*/ 95601 h 1078888"/>
                  <a:gd name="connsiteX11" fmla="*/ 31900 w 1542767"/>
                  <a:gd name="connsiteY11" fmla="*/ 95601 h 1078888"/>
                  <a:gd name="connsiteX12" fmla="*/ 311459 w 1542767"/>
                  <a:gd name="connsiteY12" fmla="*/ 51119 h 1078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2767" h="1078888">
                    <a:moveTo>
                      <a:pt x="311459" y="51119"/>
                    </a:moveTo>
                    <a:lnTo>
                      <a:pt x="357370" y="91219"/>
                    </a:lnTo>
                    <a:lnTo>
                      <a:pt x="1352637" y="657957"/>
                    </a:lnTo>
                    <a:lnTo>
                      <a:pt x="1409787" y="676435"/>
                    </a:lnTo>
                    <a:cubicBezTo>
                      <a:pt x="1529040" y="714535"/>
                      <a:pt x="1576856" y="832645"/>
                      <a:pt x="1516563" y="940373"/>
                    </a:cubicBezTo>
                    <a:lnTo>
                      <a:pt x="1516563" y="940373"/>
                    </a:lnTo>
                    <a:cubicBezTo>
                      <a:pt x="1456269" y="1048005"/>
                      <a:pt x="1310727" y="1104489"/>
                      <a:pt x="1191474" y="1066389"/>
                    </a:cubicBezTo>
                    <a:lnTo>
                      <a:pt x="1133848" y="1048005"/>
                    </a:lnTo>
                    <a:lnTo>
                      <a:pt x="138295" y="481744"/>
                    </a:lnTo>
                    <a:lnTo>
                      <a:pt x="92861" y="441453"/>
                    </a:lnTo>
                    <a:cubicBezTo>
                      <a:pt x="-1056" y="358110"/>
                      <a:pt x="-28393" y="203328"/>
                      <a:pt x="31900" y="95601"/>
                    </a:cubicBezTo>
                    <a:lnTo>
                      <a:pt x="31900" y="95601"/>
                    </a:lnTo>
                    <a:cubicBezTo>
                      <a:pt x="92575" y="-12508"/>
                      <a:pt x="217543" y="-32606"/>
                      <a:pt x="311459" y="51119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7" name="任意多边形 86"/>
              <p:cNvSpPr/>
              <p:nvPr/>
            </p:nvSpPr>
            <p:spPr>
              <a:xfrm flipH="1">
                <a:off x="3132935" y="2824219"/>
                <a:ext cx="2463005" cy="1723522"/>
              </a:xfrm>
              <a:custGeom>
                <a:avLst/>
                <a:gdLst>
                  <a:gd name="connsiteX0" fmla="*/ 311132 w 1541867"/>
                  <a:gd name="connsiteY0" fmla="*/ 50984 h 1078943"/>
                  <a:gd name="connsiteX1" fmla="*/ 356470 w 1541867"/>
                  <a:gd name="connsiteY1" fmla="*/ 91275 h 1078943"/>
                  <a:gd name="connsiteX2" fmla="*/ 1351738 w 1541867"/>
                  <a:gd name="connsiteY2" fmla="*/ 658108 h 1078943"/>
                  <a:gd name="connsiteX3" fmla="*/ 1408888 w 1541867"/>
                  <a:gd name="connsiteY3" fmla="*/ 676491 h 1078943"/>
                  <a:gd name="connsiteX4" fmla="*/ 1515663 w 1541867"/>
                  <a:gd name="connsiteY4" fmla="*/ 940429 h 1078943"/>
                  <a:gd name="connsiteX5" fmla="*/ 1515663 w 1541867"/>
                  <a:gd name="connsiteY5" fmla="*/ 940429 h 1078943"/>
                  <a:gd name="connsiteX6" fmla="*/ 1190575 w 1541867"/>
                  <a:gd name="connsiteY6" fmla="*/ 1066444 h 1078943"/>
                  <a:gd name="connsiteX7" fmla="*/ 1132949 w 1541867"/>
                  <a:gd name="connsiteY7" fmla="*/ 1048061 h 1078943"/>
                  <a:gd name="connsiteX8" fmla="*/ 138253 w 1541867"/>
                  <a:gd name="connsiteY8" fmla="*/ 481324 h 1078943"/>
                  <a:gd name="connsiteX9" fmla="*/ 92818 w 1541867"/>
                  <a:gd name="connsiteY9" fmla="*/ 441033 h 1078943"/>
                  <a:gd name="connsiteX10" fmla="*/ 31858 w 1541867"/>
                  <a:gd name="connsiteY10" fmla="*/ 95085 h 1078943"/>
                  <a:gd name="connsiteX11" fmla="*/ 31858 w 1541867"/>
                  <a:gd name="connsiteY11" fmla="*/ 95085 h 1078943"/>
                  <a:gd name="connsiteX12" fmla="*/ 311132 w 1541867"/>
                  <a:gd name="connsiteY12" fmla="*/ 50984 h 1078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867" h="1078943">
                    <a:moveTo>
                      <a:pt x="311132" y="50984"/>
                    </a:moveTo>
                    <a:lnTo>
                      <a:pt x="356470" y="91275"/>
                    </a:lnTo>
                    <a:lnTo>
                      <a:pt x="1351738" y="658108"/>
                    </a:lnTo>
                    <a:lnTo>
                      <a:pt x="1408888" y="676491"/>
                    </a:lnTo>
                    <a:cubicBezTo>
                      <a:pt x="1528141" y="714591"/>
                      <a:pt x="1575956" y="832701"/>
                      <a:pt x="1515663" y="940429"/>
                    </a:cubicBezTo>
                    <a:lnTo>
                      <a:pt x="1515663" y="940429"/>
                    </a:lnTo>
                    <a:cubicBezTo>
                      <a:pt x="1455370" y="1048061"/>
                      <a:pt x="1309923" y="1104544"/>
                      <a:pt x="1190575" y="1066444"/>
                    </a:cubicBezTo>
                    <a:lnTo>
                      <a:pt x="1132949" y="1048061"/>
                    </a:lnTo>
                    <a:lnTo>
                      <a:pt x="138253" y="481324"/>
                    </a:lnTo>
                    <a:lnTo>
                      <a:pt x="92818" y="441033"/>
                    </a:lnTo>
                    <a:cubicBezTo>
                      <a:pt x="-1098" y="357689"/>
                      <a:pt x="-28340" y="202908"/>
                      <a:pt x="31858" y="95085"/>
                    </a:cubicBezTo>
                    <a:lnTo>
                      <a:pt x="31858" y="95085"/>
                    </a:lnTo>
                    <a:cubicBezTo>
                      <a:pt x="92152" y="-12643"/>
                      <a:pt x="217310" y="-32360"/>
                      <a:pt x="311132" y="50984"/>
                    </a:cubicBezTo>
                    <a:close/>
                  </a:path>
                </a:pathLst>
              </a:custGeom>
              <a:solidFill>
                <a:srgbClr val="FDD94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8" name="任意多边形 87"/>
              <p:cNvSpPr/>
              <p:nvPr/>
            </p:nvSpPr>
            <p:spPr>
              <a:xfrm flipH="1">
                <a:off x="5007105" y="3164818"/>
                <a:ext cx="422894" cy="333469"/>
              </a:xfrm>
              <a:custGeom>
                <a:avLst/>
                <a:gdLst>
                  <a:gd name="connsiteX0" fmla="*/ 33228 w 264736"/>
                  <a:gd name="connsiteY0" fmla="*/ 123420 h 208755"/>
                  <a:gd name="connsiteX1" fmla="*/ 166578 w 264736"/>
                  <a:gd name="connsiteY1" fmla="*/ 199620 h 208755"/>
                  <a:gd name="connsiteX2" fmla="*/ 255780 w 264736"/>
                  <a:gd name="connsiteY2" fmla="*/ 174979 h 208755"/>
                  <a:gd name="connsiteX3" fmla="*/ 256113 w 264736"/>
                  <a:gd name="connsiteY3" fmla="*/ 174379 h 208755"/>
                  <a:gd name="connsiteX4" fmla="*/ 256113 w 264736"/>
                  <a:gd name="connsiteY4" fmla="*/ 174379 h 208755"/>
                  <a:gd name="connsiteX5" fmla="*/ 231253 w 264736"/>
                  <a:gd name="connsiteY5" fmla="*/ 84082 h 208755"/>
                  <a:gd name="connsiteX6" fmla="*/ 97903 w 264736"/>
                  <a:gd name="connsiteY6" fmla="*/ 7882 h 208755"/>
                  <a:gd name="connsiteX7" fmla="*/ 8606 w 264736"/>
                  <a:gd name="connsiteY7" fmla="*/ 32695 h 208755"/>
                  <a:gd name="connsiteX8" fmla="*/ 8368 w 264736"/>
                  <a:gd name="connsiteY8" fmla="*/ 33124 h 208755"/>
                  <a:gd name="connsiteX9" fmla="*/ 8368 w 264736"/>
                  <a:gd name="connsiteY9" fmla="*/ 33124 h 208755"/>
                  <a:gd name="connsiteX10" fmla="*/ 33228 w 264736"/>
                  <a:gd name="connsiteY10" fmla="*/ 123420 h 208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736" h="208755">
                    <a:moveTo>
                      <a:pt x="33228" y="123420"/>
                    </a:moveTo>
                    <a:lnTo>
                      <a:pt x="166578" y="199620"/>
                    </a:lnTo>
                    <a:cubicBezTo>
                      <a:pt x="198011" y="217451"/>
                      <a:pt x="237949" y="206412"/>
                      <a:pt x="255780" y="174979"/>
                    </a:cubicBezTo>
                    <a:cubicBezTo>
                      <a:pt x="255894" y="174779"/>
                      <a:pt x="255999" y="174579"/>
                      <a:pt x="256113" y="174379"/>
                    </a:cubicBezTo>
                    <a:lnTo>
                      <a:pt x="256113" y="174379"/>
                    </a:lnTo>
                    <a:cubicBezTo>
                      <a:pt x="273915" y="142546"/>
                      <a:pt x="262847" y="102313"/>
                      <a:pt x="231253" y="84082"/>
                    </a:cubicBezTo>
                    <a:lnTo>
                      <a:pt x="97903" y="7882"/>
                    </a:lnTo>
                    <a:cubicBezTo>
                      <a:pt x="66394" y="-9920"/>
                      <a:pt x="26418" y="1186"/>
                      <a:pt x="8606" y="32695"/>
                    </a:cubicBezTo>
                    <a:cubicBezTo>
                      <a:pt x="8530" y="32837"/>
                      <a:pt x="8444" y="32981"/>
                      <a:pt x="8368" y="33124"/>
                    </a:cubicBezTo>
                    <a:lnTo>
                      <a:pt x="8368" y="33124"/>
                    </a:lnTo>
                    <a:cubicBezTo>
                      <a:pt x="-9434" y="64956"/>
                      <a:pt x="1634" y="105189"/>
                      <a:pt x="33228" y="123420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任意多边形 88"/>
              <p:cNvSpPr/>
              <p:nvPr/>
            </p:nvSpPr>
            <p:spPr>
              <a:xfrm flipH="1">
                <a:off x="5066024" y="3342405"/>
                <a:ext cx="31680" cy="31578"/>
              </a:xfrm>
              <a:custGeom>
                <a:avLst/>
                <a:gdLst>
                  <a:gd name="connsiteX0" fmla="*/ 1325 w 19832"/>
                  <a:gd name="connsiteY0" fmla="*/ 4248 h 19768"/>
                  <a:gd name="connsiteX1" fmla="*/ 4344 w 19832"/>
                  <a:gd name="connsiteY1" fmla="*/ 17373 h 19768"/>
                  <a:gd name="connsiteX2" fmla="*/ 5039 w 19832"/>
                  <a:gd name="connsiteY2" fmla="*/ 17773 h 19768"/>
                  <a:gd name="connsiteX3" fmla="*/ 18127 w 19832"/>
                  <a:gd name="connsiteY3" fmla="*/ 14582 h 19768"/>
                  <a:gd name="connsiteX4" fmla="*/ 18469 w 19832"/>
                  <a:gd name="connsiteY4" fmla="*/ 13963 h 19768"/>
                  <a:gd name="connsiteX5" fmla="*/ 14659 w 19832"/>
                  <a:gd name="connsiteY5" fmla="*/ 628 h 19768"/>
                  <a:gd name="connsiteX6" fmla="*/ 1325 w 19832"/>
                  <a:gd name="connsiteY6" fmla="*/ 4438 h 1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832" h="19768">
                    <a:moveTo>
                      <a:pt x="1325" y="4248"/>
                    </a:moveTo>
                    <a:cubicBezTo>
                      <a:pt x="-1466" y="8705"/>
                      <a:pt x="-114" y="14582"/>
                      <a:pt x="4344" y="17373"/>
                    </a:cubicBezTo>
                    <a:cubicBezTo>
                      <a:pt x="4573" y="17516"/>
                      <a:pt x="4801" y="17649"/>
                      <a:pt x="5039" y="17773"/>
                    </a:cubicBezTo>
                    <a:cubicBezTo>
                      <a:pt x="9535" y="20507"/>
                      <a:pt x="15393" y="19078"/>
                      <a:pt x="18127" y="14582"/>
                    </a:cubicBezTo>
                    <a:cubicBezTo>
                      <a:pt x="18250" y="14382"/>
                      <a:pt x="18365" y="14173"/>
                      <a:pt x="18469" y="13963"/>
                    </a:cubicBezTo>
                    <a:cubicBezTo>
                      <a:pt x="21098" y="9230"/>
                      <a:pt x="19393" y="3257"/>
                      <a:pt x="14659" y="628"/>
                    </a:cubicBezTo>
                    <a:cubicBezTo>
                      <a:pt x="9925" y="-2001"/>
                      <a:pt x="3953" y="-295"/>
                      <a:pt x="1325" y="4438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" name="任意多边形 89"/>
              <p:cNvSpPr/>
              <p:nvPr/>
            </p:nvSpPr>
            <p:spPr>
              <a:xfrm flipH="1">
                <a:off x="5110940" y="3420926"/>
                <a:ext cx="30138" cy="30432"/>
              </a:xfrm>
              <a:custGeom>
                <a:avLst/>
                <a:gdLst>
                  <a:gd name="connsiteX0" fmla="*/ 1141 w 18867"/>
                  <a:gd name="connsiteY0" fmla="*/ 3861 h 19051"/>
                  <a:gd name="connsiteX1" fmla="*/ 4856 w 18867"/>
                  <a:gd name="connsiteY1" fmla="*/ 17386 h 19051"/>
                  <a:gd name="connsiteX2" fmla="*/ 17686 w 18867"/>
                  <a:gd name="connsiteY2" fmla="*/ 13272 h 19051"/>
                  <a:gd name="connsiteX3" fmla="*/ 13571 w 18867"/>
                  <a:gd name="connsiteY3" fmla="*/ 451 h 19051"/>
                  <a:gd name="connsiteX4" fmla="*/ 1141 w 18867"/>
                  <a:gd name="connsiteY4" fmla="*/ 3861 h 1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867" h="19051">
                    <a:moveTo>
                      <a:pt x="1141" y="3861"/>
                    </a:moveTo>
                    <a:cubicBezTo>
                      <a:pt x="-1516" y="8624"/>
                      <a:pt x="132" y="14643"/>
                      <a:pt x="4856" y="17386"/>
                    </a:cubicBezTo>
                    <a:cubicBezTo>
                      <a:pt x="9533" y="19796"/>
                      <a:pt x="15276" y="17949"/>
                      <a:pt x="17686" y="13272"/>
                    </a:cubicBezTo>
                    <a:cubicBezTo>
                      <a:pt x="20086" y="8595"/>
                      <a:pt x="18248" y="2851"/>
                      <a:pt x="13571" y="451"/>
                    </a:cubicBezTo>
                    <a:cubicBezTo>
                      <a:pt x="9171" y="-1816"/>
                      <a:pt x="3770" y="-330"/>
                      <a:pt x="1141" y="3861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" name="任意多边形 90"/>
              <p:cNvSpPr/>
              <p:nvPr/>
            </p:nvSpPr>
            <p:spPr>
              <a:xfrm flipH="1">
                <a:off x="5294901" y="3210853"/>
                <a:ext cx="31806" cy="32161"/>
              </a:xfrm>
              <a:custGeom>
                <a:avLst/>
                <a:gdLst>
                  <a:gd name="connsiteX0" fmla="*/ 1141 w 19911"/>
                  <a:gd name="connsiteY0" fmla="*/ 4591 h 20133"/>
                  <a:gd name="connsiteX1" fmla="*/ 4856 w 19911"/>
                  <a:gd name="connsiteY1" fmla="*/ 18117 h 20133"/>
                  <a:gd name="connsiteX2" fmla="*/ 17953 w 19911"/>
                  <a:gd name="connsiteY2" fmla="*/ 14983 h 20133"/>
                  <a:gd name="connsiteX3" fmla="*/ 18286 w 19911"/>
                  <a:gd name="connsiteY3" fmla="*/ 14402 h 20133"/>
                  <a:gd name="connsiteX4" fmla="*/ 15391 w 19911"/>
                  <a:gd name="connsiteY4" fmla="*/ 1248 h 20133"/>
                  <a:gd name="connsiteX5" fmla="*/ 14571 w 19911"/>
                  <a:gd name="connsiteY5" fmla="*/ 781 h 20133"/>
                  <a:gd name="connsiteX6" fmla="*/ 1484 w 19911"/>
                  <a:gd name="connsiteY6" fmla="*/ 3972 h 20133"/>
                  <a:gd name="connsiteX7" fmla="*/ 1141 w 19911"/>
                  <a:gd name="connsiteY7" fmla="*/ 4591 h 20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911" h="20133">
                    <a:moveTo>
                      <a:pt x="1141" y="4591"/>
                    </a:moveTo>
                    <a:cubicBezTo>
                      <a:pt x="-1516" y="9353"/>
                      <a:pt x="132" y="15373"/>
                      <a:pt x="4856" y="18117"/>
                    </a:cubicBezTo>
                    <a:cubicBezTo>
                      <a:pt x="9342" y="20870"/>
                      <a:pt x="15200" y="19469"/>
                      <a:pt x="17953" y="14983"/>
                    </a:cubicBezTo>
                    <a:cubicBezTo>
                      <a:pt x="18077" y="14793"/>
                      <a:pt x="18181" y="14602"/>
                      <a:pt x="18286" y="14402"/>
                    </a:cubicBezTo>
                    <a:cubicBezTo>
                      <a:pt x="21115" y="9973"/>
                      <a:pt x="19820" y="4077"/>
                      <a:pt x="15391" y="1248"/>
                    </a:cubicBezTo>
                    <a:cubicBezTo>
                      <a:pt x="15124" y="1077"/>
                      <a:pt x="14848" y="924"/>
                      <a:pt x="14571" y="781"/>
                    </a:cubicBezTo>
                    <a:cubicBezTo>
                      <a:pt x="10076" y="-1952"/>
                      <a:pt x="4218" y="-524"/>
                      <a:pt x="1484" y="3972"/>
                    </a:cubicBezTo>
                    <a:cubicBezTo>
                      <a:pt x="1360" y="4172"/>
                      <a:pt x="1246" y="4382"/>
                      <a:pt x="1141" y="4591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任意多边形 91"/>
              <p:cNvSpPr/>
              <p:nvPr/>
            </p:nvSpPr>
            <p:spPr>
              <a:xfrm flipH="1">
                <a:off x="5339596" y="3289304"/>
                <a:ext cx="31680" cy="31578"/>
              </a:xfrm>
              <a:custGeom>
                <a:avLst/>
                <a:gdLst>
                  <a:gd name="connsiteX0" fmla="*/ 1324 w 19832"/>
                  <a:gd name="connsiteY0" fmla="*/ 4248 h 19768"/>
                  <a:gd name="connsiteX1" fmla="*/ 4344 w 19832"/>
                  <a:gd name="connsiteY1" fmla="*/ 17373 h 19768"/>
                  <a:gd name="connsiteX2" fmla="*/ 5039 w 19832"/>
                  <a:gd name="connsiteY2" fmla="*/ 17773 h 19768"/>
                  <a:gd name="connsiteX3" fmla="*/ 18127 w 19832"/>
                  <a:gd name="connsiteY3" fmla="*/ 14582 h 19768"/>
                  <a:gd name="connsiteX4" fmla="*/ 18470 w 19832"/>
                  <a:gd name="connsiteY4" fmla="*/ 13963 h 19768"/>
                  <a:gd name="connsiteX5" fmla="*/ 14659 w 19832"/>
                  <a:gd name="connsiteY5" fmla="*/ 628 h 19768"/>
                  <a:gd name="connsiteX6" fmla="*/ 1324 w 19832"/>
                  <a:gd name="connsiteY6" fmla="*/ 4438 h 1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832" h="19768">
                    <a:moveTo>
                      <a:pt x="1324" y="4248"/>
                    </a:moveTo>
                    <a:cubicBezTo>
                      <a:pt x="-1466" y="8705"/>
                      <a:pt x="-114" y="14582"/>
                      <a:pt x="4344" y="17373"/>
                    </a:cubicBezTo>
                    <a:cubicBezTo>
                      <a:pt x="4573" y="17516"/>
                      <a:pt x="4801" y="17649"/>
                      <a:pt x="5039" y="17773"/>
                    </a:cubicBezTo>
                    <a:cubicBezTo>
                      <a:pt x="9535" y="20507"/>
                      <a:pt x="15393" y="19078"/>
                      <a:pt x="18127" y="14582"/>
                    </a:cubicBezTo>
                    <a:cubicBezTo>
                      <a:pt x="18250" y="14382"/>
                      <a:pt x="18365" y="14173"/>
                      <a:pt x="18470" y="13963"/>
                    </a:cubicBezTo>
                    <a:cubicBezTo>
                      <a:pt x="21098" y="9229"/>
                      <a:pt x="19393" y="3257"/>
                      <a:pt x="14659" y="628"/>
                    </a:cubicBezTo>
                    <a:cubicBezTo>
                      <a:pt x="9926" y="-2000"/>
                      <a:pt x="3953" y="-296"/>
                      <a:pt x="1324" y="4438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" name="任意多边形 92"/>
              <p:cNvSpPr/>
              <p:nvPr/>
            </p:nvSpPr>
            <p:spPr>
              <a:xfrm flipH="1">
                <a:off x="5204631" y="3465341"/>
                <a:ext cx="298567" cy="230544"/>
              </a:xfrm>
              <a:custGeom>
                <a:avLst/>
                <a:gdLst>
                  <a:gd name="connsiteX0" fmla="*/ 186779 w 186906"/>
                  <a:gd name="connsiteY0" fmla="*/ 92262 h 144323"/>
                  <a:gd name="connsiteX1" fmla="*/ 166585 w 186906"/>
                  <a:gd name="connsiteY1" fmla="*/ 128361 h 144323"/>
                  <a:gd name="connsiteX2" fmla="*/ 61810 w 186906"/>
                  <a:gd name="connsiteY2" fmla="*/ 122741 h 144323"/>
                  <a:gd name="connsiteX3" fmla="*/ 3041 w 186906"/>
                  <a:gd name="connsiteY3" fmla="*/ 35397 h 144323"/>
                  <a:gd name="connsiteX4" fmla="*/ 23234 w 186906"/>
                  <a:gd name="connsiteY4" fmla="*/ -607 h 14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906" h="144323">
                    <a:moveTo>
                      <a:pt x="186779" y="92262"/>
                    </a:moveTo>
                    <a:lnTo>
                      <a:pt x="166585" y="128361"/>
                    </a:lnTo>
                    <a:cubicBezTo>
                      <a:pt x="153917" y="150840"/>
                      <a:pt x="107245" y="148364"/>
                      <a:pt x="61810" y="122741"/>
                    </a:cubicBezTo>
                    <a:cubicBezTo>
                      <a:pt x="16376" y="97119"/>
                      <a:pt x="-9532" y="57972"/>
                      <a:pt x="3041" y="35397"/>
                    </a:cubicBezTo>
                    <a:lnTo>
                      <a:pt x="23234" y="-607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" name="任意多边形 93"/>
              <p:cNvSpPr/>
              <p:nvPr/>
            </p:nvSpPr>
            <p:spPr>
              <a:xfrm flipH="1">
                <a:off x="5198942" y="3440750"/>
                <a:ext cx="271412" cy="197778"/>
              </a:xfrm>
              <a:custGeom>
                <a:avLst/>
                <a:gdLst>
                  <a:gd name="connsiteX0" fmla="*/ 3055 w 169907"/>
                  <a:gd name="connsiteY0" fmla="*/ 14787 h 123811"/>
                  <a:gd name="connsiteX1" fmla="*/ 61729 w 169907"/>
                  <a:gd name="connsiteY1" fmla="*/ 102036 h 123811"/>
                  <a:gd name="connsiteX2" fmla="*/ 166504 w 169907"/>
                  <a:gd name="connsiteY2" fmla="*/ 107656 h 123811"/>
                  <a:gd name="connsiteX3" fmla="*/ 107734 w 169907"/>
                  <a:gd name="connsiteY3" fmla="*/ 20407 h 123811"/>
                  <a:gd name="connsiteX4" fmla="*/ 3055 w 169907"/>
                  <a:gd name="connsiteY4" fmla="*/ 14787 h 123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907" h="123811">
                    <a:moveTo>
                      <a:pt x="3055" y="14787"/>
                    </a:moveTo>
                    <a:cubicBezTo>
                      <a:pt x="-9614" y="37266"/>
                      <a:pt x="16675" y="76414"/>
                      <a:pt x="61729" y="102036"/>
                    </a:cubicBezTo>
                    <a:cubicBezTo>
                      <a:pt x="106782" y="127658"/>
                      <a:pt x="153550" y="130611"/>
                      <a:pt x="166504" y="107656"/>
                    </a:cubicBezTo>
                    <a:cubicBezTo>
                      <a:pt x="179458" y="84701"/>
                      <a:pt x="152788" y="46029"/>
                      <a:pt x="107734" y="20407"/>
                    </a:cubicBezTo>
                    <a:cubicBezTo>
                      <a:pt x="62681" y="-5215"/>
                      <a:pt x="15628" y="-7787"/>
                      <a:pt x="3055" y="14787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5" name="任意多边形 94"/>
              <p:cNvSpPr/>
              <p:nvPr/>
            </p:nvSpPr>
            <p:spPr>
              <a:xfrm flipH="1">
                <a:off x="5050804" y="3097737"/>
                <a:ext cx="335763" cy="473955"/>
              </a:xfrm>
              <a:custGeom>
                <a:avLst/>
                <a:gdLst>
                  <a:gd name="connsiteX0" fmla="*/ 210064 w 210191"/>
                  <a:gd name="connsiteY0" fmla="*/ 38255 h 296701"/>
                  <a:gd name="connsiteX1" fmla="*/ 69380 w 210191"/>
                  <a:gd name="connsiteY1" fmla="*/ 289620 h 296701"/>
                  <a:gd name="connsiteX2" fmla="*/ 25755 w 210191"/>
                  <a:gd name="connsiteY2" fmla="*/ 287239 h 296701"/>
                  <a:gd name="connsiteX3" fmla="*/ 1181 w 210191"/>
                  <a:gd name="connsiteY3" fmla="*/ 250758 h 296701"/>
                  <a:gd name="connsiteX4" fmla="*/ 141865 w 210191"/>
                  <a:gd name="connsiteY4" fmla="*/ -607 h 296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0191" h="296701">
                    <a:moveTo>
                      <a:pt x="210064" y="38255"/>
                    </a:moveTo>
                    <a:lnTo>
                      <a:pt x="69380" y="289620"/>
                    </a:lnTo>
                    <a:cubicBezTo>
                      <a:pt x="64141" y="299145"/>
                      <a:pt x="44615" y="298002"/>
                      <a:pt x="25755" y="287239"/>
                    </a:cubicBezTo>
                    <a:cubicBezTo>
                      <a:pt x="6896" y="276476"/>
                      <a:pt x="-4058" y="260188"/>
                      <a:pt x="1181" y="250758"/>
                    </a:cubicBezTo>
                    <a:lnTo>
                      <a:pt x="141865" y="-607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6" name="任意多边形 95"/>
              <p:cNvSpPr/>
              <p:nvPr/>
            </p:nvSpPr>
            <p:spPr>
              <a:xfrm flipH="1">
                <a:off x="4956315" y="3021508"/>
                <a:ext cx="298567" cy="230606"/>
              </a:xfrm>
              <a:custGeom>
                <a:avLst/>
                <a:gdLst>
                  <a:gd name="connsiteX0" fmla="*/ 186778 w 186906"/>
                  <a:gd name="connsiteY0" fmla="*/ 92262 h 144362"/>
                  <a:gd name="connsiteX1" fmla="*/ 166585 w 186906"/>
                  <a:gd name="connsiteY1" fmla="*/ 128362 h 144362"/>
                  <a:gd name="connsiteX2" fmla="*/ 61810 w 186906"/>
                  <a:gd name="connsiteY2" fmla="*/ 122742 h 144362"/>
                  <a:gd name="connsiteX3" fmla="*/ 3041 w 186906"/>
                  <a:gd name="connsiteY3" fmla="*/ 35398 h 144362"/>
                  <a:gd name="connsiteX4" fmla="*/ 23234 w 186906"/>
                  <a:gd name="connsiteY4" fmla="*/ -607 h 14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906" h="144362">
                    <a:moveTo>
                      <a:pt x="186778" y="92262"/>
                    </a:moveTo>
                    <a:lnTo>
                      <a:pt x="166585" y="128362"/>
                    </a:lnTo>
                    <a:cubicBezTo>
                      <a:pt x="154012" y="150936"/>
                      <a:pt x="107245" y="148364"/>
                      <a:pt x="61810" y="122742"/>
                    </a:cubicBezTo>
                    <a:cubicBezTo>
                      <a:pt x="16376" y="97120"/>
                      <a:pt x="-9532" y="57972"/>
                      <a:pt x="3041" y="35398"/>
                    </a:cubicBezTo>
                    <a:lnTo>
                      <a:pt x="23234" y="-607"/>
                    </a:ln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7" name="任意多边形 96"/>
              <p:cNvSpPr/>
              <p:nvPr/>
            </p:nvSpPr>
            <p:spPr>
              <a:xfrm flipH="1">
                <a:off x="4950462" y="2996917"/>
                <a:ext cx="271511" cy="197778"/>
              </a:xfrm>
              <a:custGeom>
                <a:avLst/>
                <a:gdLst>
                  <a:gd name="connsiteX0" fmla="*/ 3014 w 169969"/>
                  <a:gd name="connsiteY0" fmla="*/ 14787 h 123811"/>
                  <a:gd name="connsiteX1" fmla="*/ 61783 w 169969"/>
                  <a:gd name="connsiteY1" fmla="*/ 102037 h 123811"/>
                  <a:gd name="connsiteX2" fmla="*/ 166558 w 169969"/>
                  <a:gd name="connsiteY2" fmla="*/ 107656 h 123811"/>
                  <a:gd name="connsiteX3" fmla="*/ 107884 w 169969"/>
                  <a:gd name="connsiteY3" fmla="*/ 20407 h 123811"/>
                  <a:gd name="connsiteX4" fmla="*/ 3014 w 169969"/>
                  <a:gd name="connsiteY4" fmla="*/ 14787 h 123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969" h="123811">
                    <a:moveTo>
                      <a:pt x="3014" y="14787"/>
                    </a:moveTo>
                    <a:cubicBezTo>
                      <a:pt x="-9559" y="37361"/>
                      <a:pt x="16730" y="76414"/>
                      <a:pt x="61783" y="102037"/>
                    </a:cubicBezTo>
                    <a:cubicBezTo>
                      <a:pt x="106837" y="127659"/>
                      <a:pt x="153604" y="130612"/>
                      <a:pt x="166558" y="107656"/>
                    </a:cubicBezTo>
                    <a:cubicBezTo>
                      <a:pt x="179512" y="84701"/>
                      <a:pt x="152938" y="46030"/>
                      <a:pt x="107884" y="20407"/>
                    </a:cubicBezTo>
                    <a:cubicBezTo>
                      <a:pt x="62831" y="-5215"/>
                      <a:pt x="15682" y="-7787"/>
                      <a:pt x="3014" y="14787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8" name="任意多边形 97"/>
              <p:cNvSpPr/>
              <p:nvPr/>
            </p:nvSpPr>
            <p:spPr>
              <a:xfrm flipH="1">
                <a:off x="5034494" y="3058809"/>
                <a:ext cx="104080" cy="73746"/>
              </a:xfrm>
              <a:custGeom>
                <a:avLst/>
                <a:gdLst>
                  <a:gd name="connsiteX0" fmla="*/ 906 w 65155"/>
                  <a:gd name="connsiteY0" fmla="*/ 4522 h 46166"/>
                  <a:gd name="connsiteX1" fmla="*/ 24243 w 65155"/>
                  <a:gd name="connsiteY1" fmla="*/ 37002 h 46166"/>
                  <a:gd name="connsiteX2" fmla="*/ 63962 w 65155"/>
                  <a:gd name="connsiteY2" fmla="*/ 40431 h 46166"/>
                  <a:gd name="connsiteX3" fmla="*/ 40530 w 65155"/>
                  <a:gd name="connsiteY3" fmla="*/ 7951 h 46166"/>
                  <a:gd name="connsiteX4" fmla="*/ 906 w 65155"/>
                  <a:gd name="connsiteY4" fmla="*/ 4522 h 46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55" h="46166">
                    <a:moveTo>
                      <a:pt x="906" y="4522"/>
                    </a:moveTo>
                    <a:cubicBezTo>
                      <a:pt x="-3570" y="12523"/>
                      <a:pt x="6907" y="27096"/>
                      <a:pt x="24243" y="37002"/>
                    </a:cubicBezTo>
                    <a:cubicBezTo>
                      <a:pt x="41578" y="46908"/>
                      <a:pt x="59390" y="48432"/>
                      <a:pt x="63962" y="40431"/>
                    </a:cubicBezTo>
                    <a:cubicBezTo>
                      <a:pt x="68534" y="32430"/>
                      <a:pt x="57961" y="17857"/>
                      <a:pt x="40530" y="7951"/>
                    </a:cubicBezTo>
                    <a:cubicBezTo>
                      <a:pt x="23100" y="-1955"/>
                      <a:pt x="5383" y="-3479"/>
                      <a:pt x="906" y="4522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9" name="任意多边形 98"/>
              <p:cNvSpPr/>
              <p:nvPr/>
            </p:nvSpPr>
            <p:spPr>
              <a:xfrm flipH="1">
                <a:off x="3431095" y="4060907"/>
                <a:ext cx="422958" cy="333504"/>
              </a:xfrm>
              <a:custGeom>
                <a:avLst/>
                <a:gdLst>
                  <a:gd name="connsiteX0" fmla="*/ 33267 w 264776"/>
                  <a:gd name="connsiteY0" fmla="*/ 123482 h 208777"/>
                  <a:gd name="connsiteX1" fmla="*/ 166617 w 264776"/>
                  <a:gd name="connsiteY1" fmla="*/ 199682 h 208777"/>
                  <a:gd name="connsiteX2" fmla="*/ 255914 w 264776"/>
                  <a:gd name="connsiteY2" fmla="*/ 174870 h 208777"/>
                  <a:gd name="connsiteX3" fmla="*/ 256153 w 264776"/>
                  <a:gd name="connsiteY3" fmla="*/ 174441 h 208777"/>
                  <a:gd name="connsiteX4" fmla="*/ 256153 w 264776"/>
                  <a:gd name="connsiteY4" fmla="*/ 174441 h 208777"/>
                  <a:gd name="connsiteX5" fmla="*/ 231293 w 264776"/>
                  <a:gd name="connsiteY5" fmla="*/ 84144 h 208777"/>
                  <a:gd name="connsiteX6" fmla="*/ 97943 w 264776"/>
                  <a:gd name="connsiteY6" fmla="*/ 7944 h 208777"/>
                  <a:gd name="connsiteX7" fmla="*/ 8722 w 264776"/>
                  <a:gd name="connsiteY7" fmla="*/ 32528 h 208777"/>
                  <a:gd name="connsiteX8" fmla="*/ 8407 w 264776"/>
                  <a:gd name="connsiteY8" fmla="*/ 33090 h 208777"/>
                  <a:gd name="connsiteX9" fmla="*/ 8407 w 264776"/>
                  <a:gd name="connsiteY9" fmla="*/ 33090 h 208777"/>
                  <a:gd name="connsiteX10" fmla="*/ 33267 w 264776"/>
                  <a:gd name="connsiteY10" fmla="*/ 123482 h 208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776" h="208777">
                    <a:moveTo>
                      <a:pt x="33267" y="123482"/>
                    </a:moveTo>
                    <a:lnTo>
                      <a:pt x="166617" y="199682"/>
                    </a:lnTo>
                    <a:cubicBezTo>
                      <a:pt x="198127" y="217484"/>
                      <a:pt x="238103" y="206378"/>
                      <a:pt x="255914" y="174870"/>
                    </a:cubicBezTo>
                    <a:cubicBezTo>
                      <a:pt x="255991" y="174727"/>
                      <a:pt x="256077" y="174584"/>
                      <a:pt x="256153" y="174441"/>
                    </a:cubicBezTo>
                    <a:lnTo>
                      <a:pt x="256153" y="174441"/>
                    </a:lnTo>
                    <a:cubicBezTo>
                      <a:pt x="273955" y="142608"/>
                      <a:pt x="262887" y="102375"/>
                      <a:pt x="231293" y="84144"/>
                    </a:cubicBezTo>
                    <a:lnTo>
                      <a:pt x="97943" y="7944"/>
                    </a:lnTo>
                    <a:cubicBezTo>
                      <a:pt x="66520" y="-9906"/>
                      <a:pt x="26571" y="1095"/>
                      <a:pt x="8722" y="32528"/>
                    </a:cubicBezTo>
                    <a:cubicBezTo>
                      <a:pt x="8617" y="32708"/>
                      <a:pt x="8512" y="32899"/>
                      <a:pt x="8407" y="33090"/>
                    </a:cubicBezTo>
                    <a:lnTo>
                      <a:pt x="8407" y="33090"/>
                    </a:lnTo>
                    <a:cubicBezTo>
                      <a:pt x="-9461" y="64941"/>
                      <a:pt x="1626" y="105251"/>
                      <a:pt x="33267" y="123482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0" name="任意多边形 99"/>
              <p:cNvSpPr/>
              <p:nvPr/>
            </p:nvSpPr>
            <p:spPr>
              <a:xfrm flipH="1">
                <a:off x="3490030" y="4238147"/>
                <a:ext cx="31380" cy="31761"/>
              </a:xfrm>
              <a:custGeom>
                <a:avLst/>
                <a:gdLst>
                  <a:gd name="connsiteX0" fmla="*/ 1148 w 19644"/>
                  <a:gd name="connsiteY0" fmla="*/ 4431 h 19883"/>
                  <a:gd name="connsiteX1" fmla="*/ 4862 w 19644"/>
                  <a:gd name="connsiteY1" fmla="*/ 18052 h 19883"/>
                  <a:gd name="connsiteX2" fmla="*/ 18293 w 19644"/>
                  <a:gd name="connsiteY2" fmla="*/ 14147 h 19883"/>
                  <a:gd name="connsiteX3" fmla="*/ 14387 w 19644"/>
                  <a:gd name="connsiteY3" fmla="*/ 717 h 19883"/>
                  <a:gd name="connsiteX4" fmla="*/ 1348 w 19644"/>
                  <a:gd name="connsiteY4" fmla="*/ 4079 h 19883"/>
                  <a:gd name="connsiteX5" fmla="*/ 1148 w 19644"/>
                  <a:gd name="connsiteY5" fmla="*/ 4431 h 19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644" h="19883">
                    <a:moveTo>
                      <a:pt x="1148" y="4431"/>
                    </a:moveTo>
                    <a:cubicBezTo>
                      <a:pt x="-1520" y="9222"/>
                      <a:pt x="129" y="15280"/>
                      <a:pt x="4862" y="18052"/>
                    </a:cubicBezTo>
                    <a:cubicBezTo>
                      <a:pt x="9654" y="20681"/>
                      <a:pt x="15664" y="18938"/>
                      <a:pt x="18293" y="14147"/>
                    </a:cubicBezTo>
                    <a:cubicBezTo>
                      <a:pt x="20921" y="9356"/>
                      <a:pt x="19179" y="3345"/>
                      <a:pt x="14387" y="717"/>
                    </a:cubicBezTo>
                    <a:cubicBezTo>
                      <a:pt x="9853" y="-1960"/>
                      <a:pt x="4014" y="-446"/>
                      <a:pt x="1348" y="4079"/>
                    </a:cubicBezTo>
                    <a:cubicBezTo>
                      <a:pt x="1281" y="4193"/>
                      <a:pt x="1214" y="4317"/>
                      <a:pt x="1148" y="4431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1" name="任意多边形 100"/>
              <p:cNvSpPr/>
              <p:nvPr/>
            </p:nvSpPr>
            <p:spPr>
              <a:xfrm flipH="1">
                <a:off x="3533512" y="4315727"/>
                <a:ext cx="31536" cy="32345"/>
              </a:xfrm>
              <a:custGeom>
                <a:avLst/>
                <a:gdLst>
                  <a:gd name="connsiteX0" fmla="*/ 1128 w 19742"/>
                  <a:gd name="connsiteY0" fmla="*/ 4633 h 20248"/>
                  <a:gd name="connsiteX1" fmla="*/ 4938 w 19742"/>
                  <a:gd name="connsiteY1" fmla="*/ 18254 h 20248"/>
                  <a:gd name="connsiteX2" fmla="*/ 18026 w 19742"/>
                  <a:gd name="connsiteY2" fmla="*/ 15063 h 20248"/>
                  <a:gd name="connsiteX3" fmla="*/ 18369 w 19742"/>
                  <a:gd name="connsiteY3" fmla="*/ 14444 h 20248"/>
                  <a:gd name="connsiteX4" fmla="*/ 14654 w 19742"/>
                  <a:gd name="connsiteY4" fmla="*/ 823 h 20248"/>
                  <a:gd name="connsiteX5" fmla="*/ 1538 w 19742"/>
                  <a:gd name="connsiteY5" fmla="*/ 3900 h 20248"/>
                  <a:gd name="connsiteX6" fmla="*/ 1128 w 19742"/>
                  <a:gd name="connsiteY6" fmla="*/ 4633 h 20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742" h="20248">
                    <a:moveTo>
                      <a:pt x="1128" y="4633"/>
                    </a:moveTo>
                    <a:cubicBezTo>
                      <a:pt x="-1530" y="9453"/>
                      <a:pt x="166" y="15511"/>
                      <a:pt x="4938" y="18254"/>
                    </a:cubicBezTo>
                    <a:cubicBezTo>
                      <a:pt x="9434" y="20988"/>
                      <a:pt x="15292" y="19559"/>
                      <a:pt x="18026" y="15063"/>
                    </a:cubicBezTo>
                    <a:cubicBezTo>
                      <a:pt x="18149" y="14863"/>
                      <a:pt x="18263" y="14654"/>
                      <a:pt x="18369" y="14444"/>
                    </a:cubicBezTo>
                    <a:cubicBezTo>
                      <a:pt x="20988" y="9644"/>
                      <a:pt x="19349" y="3633"/>
                      <a:pt x="14654" y="823"/>
                    </a:cubicBezTo>
                    <a:cubicBezTo>
                      <a:pt x="10186" y="-1949"/>
                      <a:pt x="4309" y="-567"/>
                      <a:pt x="1538" y="3900"/>
                    </a:cubicBezTo>
                    <a:cubicBezTo>
                      <a:pt x="1395" y="4138"/>
                      <a:pt x="1252" y="4386"/>
                      <a:pt x="1128" y="4633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2" name="任意多边形 101"/>
              <p:cNvSpPr/>
              <p:nvPr/>
            </p:nvSpPr>
            <p:spPr>
              <a:xfrm flipH="1">
                <a:off x="3719863" y="4106972"/>
                <a:ext cx="31851" cy="32193"/>
              </a:xfrm>
              <a:custGeom>
                <a:avLst/>
                <a:gdLst>
                  <a:gd name="connsiteX0" fmla="*/ 1302 w 19939"/>
                  <a:gd name="connsiteY0" fmla="*/ 4633 h 20153"/>
                  <a:gd name="connsiteX1" fmla="*/ 4379 w 19939"/>
                  <a:gd name="connsiteY1" fmla="*/ 17749 h 20153"/>
                  <a:gd name="connsiteX2" fmla="*/ 5112 w 19939"/>
                  <a:gd name="connsiteY2" fmla="*/ 18158 h 20153"/>
                  <a:gd name="connsiteX3" fmla="*/ 18200 w 19939"/>
                  <a:gd name="connsiteY3" fmla="*/ 14968 h 20153"/>
                  <a:gd name="connsiteX4" fmla="*/ 18543 w 19939"/>
                  <a:gd name="connsiteY4" fmla="*/ 14349 h 20153"/>
                  <a:gd name="connsiteX5" fmla="*/ 14828 w 19939"/>
                  <a:gd name="connsiteY5" fmla="*/ 823 h 20153"/>
                  <a:gd name="connsiteX6" fmla="*/ 1712 w 19939"/>
                  <a:gd name="connsiteY6" fmla="*/ 3900 h 20153"/>
                  <a:gd name="connsiteX7" fmla="*/ 1302 w 19939"/>
                  <a:gd name="connsiteY7" fmla="*/ 4633 h 2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939" h="20153">
                    <a:moveTo>
                      <a:pt x="1302" y="4633"/>
                    </a:moveTo>
                    <a:cubicBezTo>
                      <a:pt x="-1470" y="9100"/>
                      <a:pt x="-89" y="14977"/>
                      <a:pt x="4379" y="17749"/>
                    </a:cubicBezTo>
                    <a:cubicBezTo>
                      <a:pt x="4617" y="17892"/>
                      <a:pt x="4864" y="18035"/>
                      <a:pt x="5112" y="18158"/>
                    </a:cubicBezTo>
                    <a:cubicBezTo>
                      <a:pt x="9608" y="20893"/>
                      <a:pt x="15466" y="19464"/>
                      <a:pt x="18200" y="14968"/>
                    </a:cubicBezTo>
                    <a:cubicBezTo>
                      <a:pt x="18323" y="14768"/>
                      <a:pt x="18437" y="14558"/>
                      <a:pt x="18543" y="14349"/>
                    </a:cubicBezTo>
                    <a:cubicBezTo>
                      <a:pt x="21200" y="9586"/>
                      <a:pt x="19552" y="3566"/>
                      <a:pt x="14828" y="823"/>
                    </a:cubicBezTo>
                    <a:cubicBezTo>
                      <a:pt x="10361" y="-1948"/>
                      <a:pt x="4484" y="-568"/>
                      <a:pt x="1712" y="3900"/>
                    </a:cubicBezTo>
                    <a:cubicBezTo>
                      <a:pt x="1569" y="4138"/>
                      <a:pt x="1426" y="4385"/>
                      <a:pt x="1302" y="4633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 flipH="1">
                <a:off x="3763604" y="4185046"/>
                <a:ext cx="31380" cy="31760"/>
              </a:xfrm>
              <a:custGeom>
                <a:avLst/>
                <a:gdLst>
                  <a:gd name="connsiteX0" fmla="*/ 1147 w 19644"/>
                  <a:gd name="connsiteY0" fmla="*/ 4431 h 19882"/>
                  <a:gd name="connsiteX1" fmla="*/ 4862 w 19644"/>
                  <a:gd name="connsiteY1" fmla="*/ 18052 h 19882"/>
                  <a:gd name="connsiteX2" fmla="*/ 18292 w 19644"/>
                  <a:gd name="connsiteY2" fmla="*/ 14147 h 19882"/>
                  <a:gd name="connsiteX3" fmla="*/ 14387 w 19644"/>
                  <a:gd name="connsiteY3" fmla="*/ 717 h 19882"/>
                  <a:gd name="connsiteX4" fmla="*/ 1347 w 19644"/>
                  <a:gd name="connsiteY4" fmla="*/ 4079 h 19882"/>
                  <a:gd name="connsiteX5" fmla="*/ 1147 w 19644"/>
                  <a:gd name="connsiteY5" fmla="*/ 4431 h 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644" h="19882">
                    <a:moveTo>
                      <a:pt x="1147" y="4431"/>
                    </a:moveTo>
                    <a:cubicBezTo>
                      <a:pt x="-1519" y="9222"/>
                      <a:pt x="128" y="15280"/>
                      <a:pt x="4862" y="18052"/>
                    </a:cubicBezTo>
                    <a:cubicBezTo>
                      <a:pt x="9653" y="20680"/>
                      <a:pt x="15663" y="18938"/>
                      <a:pt x="18292" y="14147"/>
                    </a:cubicBezTo>
                    <a:cubicBezTo>
                      <a:pt x="20921" y="9356"/>
                      <a:pt x="19178" y="3345"/>
                      <a:pt x="14387" y="717"/>
                    </a:cubicBezTo>
                    <a:cubicBezTo>
                      <a:pt x="9853" y="-1960"/>
                      <a:pt x="4015" y="-446"/>
                      <a:pt x="1347" y="4079"/>
                    </a:cubicBezTo>
                    <a:cubicBezTo>
                      <a:pt x="1271" y="4193"/>
                      <a:pt x="1214" y="4317"/>
                      <a:pt x="1147" y="4431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 flipH="1">
                <a:off x="3628620" y="4361375"/>
                <a:ext cx="298567" cy="230659"/>
              </a:xfrm>
              <a:custGeom>
                <a:avLst/>
                <a:gdLst>
                  <a:gd name="connsiteX0" fmla="*/ 186778 w 186906"/>
                  <a:gd name="connsiteY0" fmla="*/ 92357 h 144395"/>
                  <a:gd name="connsiteX1" fmla="*/ 166585 w 186906"/>
                  <a:gd name="connsiteY1" fmla="*/ 128362 h 144395"/>
                  <a:gd name="connsiteX2" fmla="*/ 61810 w 186906"/>
                  <a:gd name="connsiteY2" fmla="*/ 122742 h 144395"/>
                  <a:gd name="connsiteX3" fmla="*/ 3041 w 186906"/>
                  <a:gd name="connsiteY3" fmla="*/ 35493 h 144395"/>
                  <a:gd name="connsiteX4" fmla="*/ 23234 w 186906"/>
                  <a:gd name="connsiteY4" fmla="*/ -607 h 14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906" h="144395">
                    <a:moveTo>
                      <a:pt x="186778" y="92357"/>
                    </a:moveTo>
                    <a:lnTo>
                      <a:pt x="166585" y="128362"/>
                    </a:lnTo>
                    <a:cubicBezTo>
                      <a:pt x="154013" y="150936"/>
                      <a:pt x="107245" y="148460"/>
                      <a:pt x="61810" y="122742"/>
                    </a:cubicBezTo>
                    <a:cubicBezTo>
                      <a:pt x="16377" y="97024"/>
                      <a:pt x="-9532" y="58067"/>
                      <a:pt x="3041" y="35493"/>
                    </a:cubicBezTo>
                    <a:lnTo>
                      <a:pt x="23234" y="-607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 flipH="1">
                <a:off x="3622767" y="4336733"/>
                <a:ext cx="271510" cy="197725"/>
              </a:xfrm>
              <a:custGeom>
                <a:avLst/>
                <a:gdLst>
                  <a:gd name="connsiteX0" fmla="*/ 3014 w 169968"/>
                  <a:gd name="connsiteY0" fmla="*/ 14820 h 123778"/>
                  <a:gd name="connsiteX1" fmla="*/ 61783 w 169968"/>
                  <a:gd name="connsiteY1" fmla="*/ 102164 h 123778"/>
                  <a:gd name="connsiteX2" fmla="*/ 166558 w 169968"/>
                  <a:gd name="connsiteY2" fmla="*/ 107784 h 123778"/>
                  <a:gd name="connsiteX3" fmla="*/ 107884 w 169968"/>
                  <a:gd name="connsiteY3" fmla="*/ 20440 h 123778"/>
                  <a:gd name="connsiteX4" fmla="*/ 3014 w 169968"/>
                  <a:gd name="connsiteY4" fmla="*/ 14820 h 123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968" h="123778">
                    <a:moveTo>
                      <a:pt x="3014" y="14820"/>
                    </a:moveTo>
                    <a:cubicBezTo>
                      <a:pt x="-9559" y="37394"/>
                      <a:pt x="16730" y="76447"/>
                      <a:pt x="61783" y="102164"/>
                    </a:cubicBezTo>
                    <a:cubicBezTo>
                      <a:pt x="106836" y="127881"/>
                      <a:pt x="153604" y="130263"/>
                      <a:pt x="166558" y="107784"/>
                    </a:cubicBezTo>
                    <a:cubicBezTo>
                      <a:pt x="179512" y="85305"/>
                      <a:pt x="152937" y="46157"/>
                      <a:pt x="107884" y="20440"/>
                    </a:cubicBezTo>
                    <a:cubicBezTo>
                      <a:pt x="62831" y="-5278"/>
                      <a:pt x="15682" y="-7754"/>
                      <a:pt x="3014" y="14820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 flipH="1">
                <a:off x="3474641" y="3993924"/>
                <a:ext cx="335764" cy="473818"/>
              </a:xfrm>
              <a:custGeom>
                <a:avLst/>
                <a:gdLst>
                  <a:gd name="connsiteX0" fmla="*/ 210065 w 210192"/>
                  <a:gd name="connsiteY0" fmla="*/ 38160 h 296615"/>
                  <a:gd name="connsiteX1" fmla="*/ 69475 w 210192"/>
                  <a:gd name="connsiteY1" fmla="*/ 289524 h 296615"/>
                  <a:gd name="connsiteX2" fmla="*/ 25755 w 210192"/>
                  <a:gd name="connsiteY2" fmla="*/ 287238 h 296615"/>
                  <a:gd name="connsiteX3" fmla="*/ 1181 w 210192"/>
                  <a:gd name="connsiteY3" fmla="*/ 250758 h 296615"/>
                  <a:gd name="connsiteX4" fmla="*/ 141865 w 210192"/>
                  <a:gd name="connsiteY4" fmla="*/ -607 h 296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0192" h="296615">
                    <a:moveTo>
                      <a:pt x="210065" y="38160"/>
                    </a:moveTo>
                    <a:lnTo>
                      <a:pt x="69475" y="289524"/>
                    </a:lnTo>
                    <a:cubicBezTo>
                      <a:pt x="64142" y="299049"/>
                      <a:pt x="44615" y="297906"/>
                      <a:pt x="25755" y="287238"/>
                    </a:cubicBezTo>
                    <a:cubicBezTo>
                      <a:pt x="6896" y="276570"/>
                      <a:pt x="-4058" y="260188"/>
                      <a:pt x="1181" y="250758"/>
                    </a:cubicBezTo>
                    <a:lnTo>
                      <a:pt x="141865" y="-607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 flipH="1">
                <a:off x="3380153" y="3917542"/>
                <a:ext cx="298468" cy="230659"/>
              </a:xfrm>
              <a:custGeom>
                <a:avLst/>
                <a:gdLst>
                  <a:gd name="connsiteX0" fmla="*/ 186717 w 186844"/>
                  <a:gd name="connsiteY0" fmla="*/ 92357 h 144395"/>
                  <a:gd name="connsiteX1" fmla="*/ 166524 w 186844"/>
                  <a:gd name="connsiteY1" fmla="*/ 128361 h 144395"/>
                  <a:gd name="connsiteX2" fmla="*/ 61749 w 186844"/>
                  <a:gd name="connsiteY2" fmla="*/ 122742 h 144395"/>
                  <a:gd name="connsiteX3" fmla="*/ 3075 w 186844"/>
                  <a:gd name="connsiteY3" fmla="*/ 35493 h 144395"/>
                  <a:gd name="connsiteX4" fmla="*/ 23268 w 186844"/>
                  <a:gd name="connsiteY4" fmla="*/ -607 h 14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844" h="144395">
                    <a:moveTo>
                      <a:pt x="186717" y="92357"/>
                    </a:moveTo>
                    <a:lnTo>
                      <a:pt x="166524" y="128361"/>
                    </a:lnTo>
                    <a:cubicBezTo>
                      <a:pt x="153856" y="150936"/>
                      <a:pt x="107088" y="148460"/>
                      <a:pt x="61749" y="122742"/>
                    </a:cubicBezTo>
                    <a:cubicBezTo>
                      <a:pt x="16410" y="97024"/>
                      <a:pt x="-9593" y="58067"/>
                      <a:pt x="3075" y="35493"/>
                    </a:cubicBezTo>
                    <a:lnTo>
                      <a:pt x="23268" y="-607"/>
                    </a:ln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 flipH="1">
                <a:off x="3374463" y="3892961"/>
                <a:ext cx="271412" cy="197971"/>
              </a:xfrm>
              <a:custGeom>
                <a:avLst/>
                <a:gdLst>
                  <a:gd name="connsiteX0" fmla="*/ 3055 w 169907"/>
                  <a:gd name="connsiteY0" fmla="*/ 14781 h 123932"/>
                  <a:gd name="connsiteX1" fmla="*/ 61729 w 169907"/>
                  <a:gd name="connsiteY1" fmla="*/ 102125 h 123932"/>
                  <a:gd name="connsiteX2" fmla="*/ 166504 w 169907"/>
                  <a:gd name="connsiteY2" fmla="*/ 107745 h 123932"/>
                  <a:gd name="connsiteX3" fmla="*/ 107734 w 169907"/>
                  <a:gd name="connsiteY3" fmla="*/ 20401 h 123932"/>
                  <a:gd name="connsiteX4" fmla="*/ 3055 w 169907"/>
                  <a:gd name="connsiteY4" fmla="*/ 14781 h 123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907" h="123932">
                    <a:moveTo>
                      <a:pt x="3055" y="14781"/>
                    </a:moveTo>
                    <a:cubicBezTo>
                      <a:pt x="-9613" y="37355"/>
                      <a:pt x="16675" y="76408"/>
                      <a:pt x="61729" y="102125"/>
                    </a:cubicBezTo>
                    <a:cubicBezTo>
                      <a:pt x="106782" y="127843"/>
                      <a:pt x="153549" y="130700"/>
                      <a:pt x="166504" y="107745"/>
                    </a:cubicBezTo>
                    <a:cubicBezTo>
                      <a:pt x="179458" y="84790"/>
                      <a:pt x="152788" y="46118"/>
                      <a:pt x="107734" y="20401"/>
                    </a:cubicBezTo>
                    <a:cubicBezTo>
                      <a:pt x="62681" y="-5316"/>
                      <a:pt x="15723" y="-7698"/>
                      <a:pt x="3055" y="14781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 flipH="1">
                <a:off x="3458535" y="3954933"/>
                <a:ext cx="104027" cy="73810"/>
              </a:xfrm>
              <a:custGeom>
                <a:avLst/>
                <a:gdLst>
                  <a:gd name="connsiteX0" fmla="*/ 906 w 65122"/>
                  <a:gd name="connsiteY0" fmla="*/ 4562 h 46206"/>
                  <a:gd name="connsiteX1" fmla="*/ 24338 w 65122"/>
                  <a:gd name="connsiteY1" fmla="*/ 37042 h 46206"/>
                  <a:gd name="connsiteX2" fmla="*/ 63961 w 65122"/>
                  <a:gd name="connsiteY2" fmla="*/ 40471 h 46206"/>
                  <a:gd name="connsiteX3" fmla="*/ 40530 w 65122"/>
                  <a:gd name="connsiteY3" fmla="*/ 7990 h 46206"/>
                  <a:gd name="connsiteX4" fmla="*/ 906 w 65122"/>
                  <a:gd name="connsiteY4" fmla="*/ 4562 h 46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22" h="46206">
                    <a:moveTo>
                      <a:pt x="906" y="4562"/>
                    </a:moveTo>
                    <a:cubicBezTo>
                      <a:pt x="-3571" y="12563"/>
                      <a:pt x="6907" y="27136"/>
                      <a:pt x="24338" y="37042"/>
                    </a:cubicBezTo>
                    <a:cubicBezTo>
                      <a:pt x="41768" y="46948"/>
                      <a:pt x="59485" y="48472"/>
                      <a:pt x="63961" y="40471"/>
                    </a:cubicBezTo>
                    <a:cubicBezTo>
                      <a:pt x="68438" y="32470"/>
                      <a:pt x="57961" y="17897"/>
                      <a:pt x="40530" y="7990"/>
                    </a:cubicBezTo>
                    <a:cubicBezTo>
                      <a:pt x="23099" y="-1915"/>
                      <a:pt x="5383" y="-3534"/>
                      <a:pt x="906" y="4562"/>
                    </a:cubicBezTo>
                    <a:close/>
                  </a:path>
                </a:pathLst>
              </a:custGeom>
              <a:solidFill>
                <a:srgbClr val="FFF99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 flipH="1">
                <a:off x="4582170" y="1354052"/>
                <a:ext cx="670781" cy="688343"/>
              </a:xfrm>
              <a:custGeom>
                <a:avLst/>
                <a:gdLst>
                  <a:gd name="connsiteX0" fmla="*/ 1356 w 419916"/>
                  <a:gd name="connsiteY0" fmla="*/ 163985 h 430910"/>
                  <a:gd name="connsiteX1" fmla="*/ 31169 w 419916"/>
                  <a:gd name="connsiteY1" fmla="*/ 96167 h 430910"/>
                  <a:gd name="connsiteX2" fmla="*/ 21644 w 419916"/>
                  <a:gd name="connsiteY2" fmla="*/ 22158 h 430910"/>
                  <a:gd name="connsiteX3" fmla="*/ 258245 w 419916"/>
                  <a:gd name="connsiteY3" fmla="*/ -607 h 430910"/>
                  <a:gd name="connsiteX4" fmla="*/ 265960 w 419916"/>
                  <a:gd name="connsiteY4" fmla="*/ 80927 h 430910"/>
                  <a:gd name="connsiteX5" fmla="*/ 419789 w 419916"/>
                  <a:gd name="connsiteY5" fmla="*/ 322862 h 430910"/>
                  <a:gd name="connsiteX6" fmla="*/ 218811 w 419916"/>
                  <a:gd name="connsiteY6" fmla="*/ 430304 h 430910"/>
                  <a:gd name="connsiteX7" fmla="*/ 166519 w 419916"/>
                  <a:gd name="connsiteY7" fmla="*/ 321910 h 430910"/>
                  <a:gd name="connsiteX8" fmla="*/ 162614 w 419916"/>
                  <a:gd name="connsiteY8" fmla="*/ 323529 h 430910"/>
                  <a:gd name="connsiteX9" fmla="*/ 56124 w 419916"/>
                  <a:gd name="connsiteY9" fmla="*/ 278276 h 430910"/>
                  <a:gd name="connsiteX10" fmla="*/ 50695 w 419916"/>
                  <a:gd name="connsiteY10" fmla="*/ 256854 h 430910"/>
                  <a:gd name="connsiteX11" fmla="*/ 42504 w 419916"/>
                  <a:gd name="connsiteY11" fmla="*/ 190179 h 430910"/>
                  <a:gd name="connsiteX12" fmla="*/ 15834 w 419916"/>
                  <a:gd name="connsiteY12" fmla="*/ 188274 h 430910"/>
                  <a:gd name="connsiteX13" fmla="*/ -73 w 419916"/>
                  <a:gd name="connsiteY13" fmla="*/ 169614 h 430910"/>
                  <a:gd name="connsiteX14" fmla="*/ 1356 w 419916"/>
                  <a:gd name="connsiteY14" fmla="*/ 163985 h 430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19916" h="430910">
                    <a:moveTo>
                      <a:pt x="1356" y="163985"/>
                    </a:moveTo>
                    <a:lnTo>
                      <a:pt x="31169" y="96167"/>
                    </a:lnTo>
                    <a:lnTo>
                      <a:pt x="21644" y="22158"/>
                    </a:lnTo>
                    <a:lnTo>
                      <a:pt x="258245" y="-607"/>
                    </a:lnTo>
                    <a:lnTo>
                      <a:pt x="265960" y="80927"/>
                    </a:lnTo>
                    <a:lnTo>
                      <a:pt x="419789" y="322862"/>
                    </a:lnTo>
                    <a:lnTo>
                      <a:pt x="218811" y="430304"/>
                    </a:lnTo>
                    <a:lnTo>
                      <a:pt x="166519" y="321910"/>
                    </a:lnTo>
                    <a:lnTo>
                      <a:pt x="162614" y="323529"/>
                    </a:lnTo>
                    <a:cubicBezTo>
                      <a:pt x="120713" y="340436"/>
                      <a:pt x="73031" y="320176"/>
                      <a:pt x="56124" y="278276"/>
                    </a:cubicBezTo>
                    <a:cubicBezTo>
                      <a:pt x="53353" y="271408"/>
                      <a:pt x="51524" y="264207"/>
                      <a:pt x="50695" y="256854"/>
                    </a:cubicBezTo>
                    <a:lnTo>
                      <a:pt x="42504" y="190179"/>
                    </a:lnTo>
                    <a:lnTo>
                      <a:pt x="15834" y="188274"/>
                    </a:lnTo>
                    <a:cubicBezTo>
                      <a:pt x="6290" y="187512"/>
                      <a:pt x="-826" y="179158"/>
                      <a:pt x="-73" y="169614"/>
                    </a:cubicBezTo>
                    <a:cubicBezTo>
                      <a:pt x="89" y="167671"/>
                      <a:pt x="565" y="165766"/>
                      <a:pt x="1356" y="163985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1" name="任意多边形 110"/>
              <p:cNvSpPr/>
              <p:nvPr/>
            </p:nvSpPr>
            <p:spPr>
              <a:xfrm flipH="1">
                <a:off x="4945009" y="1577583"/>
                <a:ext cx="115335" cy="115318"/>
              </a:xfrm>
              <a:custGeom>
                <a:avLst/>
                <a:gdLst>
                  <a:gd name="connsiteX0" fmla="*/ -60 w 72201"/>
                  <a:gd name="connsiteY0" fmla="*/ 33292 h 72190"/>
                  <a:gd name="connsiteX1" fmla="*/ 33782 w 72201"/>
                  <a:gd name="connsiteY1" fmla="*/ 71516 h 72190"/>
                  <a:gd name="connsiteX2" fmla="*/ 72006 w 72201"/>
                  <a:gd name="connsiteY2" fmla="*/ 37673 h 72190"/>
                  <a:gd name="connsiteX3" fmla="*/ 38611 w 72201"/>
                  <a:gd name="connsiteY3" fmla="*/ -522 h 72190"/>
                  <a:gd name="connsiteX4" fmla="*/ -60 w 72201"/>
                  <a:gd name="connsiteY4" fmla="*/ 33225 h 72190"/>
                  <a:gd name="connsiteX5" fmla="*/ -60 w 72201"/>
                  <a:gd name="connsiteY5" fmla="*/ 33292 h 72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2201" h="72190">
                    <a:moveTo>
                      <a:pt x="-60" y="33292"/>
                    </a:moveTo>
                    <a:cubicBezTo>
                      <a:pt x="-1270" y="53190"/>
                      <a:pt x="13884" y="70306"/>
                      <a:pt x="33782" y="71516"/>
                    </a:cubicBezTo>
                    <a:cubicBezTo>
                      <a:pt x="53680" y="72726"/>
                      <a:pt x="70796" y="57571"/>
                      <a:pt x="72006" y="37673"/>
                    </a:cubicBezTo>
                    <a:cubicBezTo>
                      <a:pt x="73206" y="17947"/>
                      <a:pt x="58319" y="926"/>
                      <a:pt x="38611" y="-522"/>
                    </a:cubicBezTo>
                    <a:cubicBezTo>
                      <a:pt x="18618" y="-1884"/>
                      <a:pt x="1302" y="13232"/>
                      <a:pt x="-60" y="33225"/>
                    </a:cubicBezTo>
                    <a:cubicBezTo>
                      <a:pt x="-60" y="33244"/>
                      <a:pt x="-60" y="33273"/>
                      <a:pt x="-60" y="33292"/>
                    </a:cubicBezTo>
                    <a:close/>
                  </a:path>
                </a:pathLst>
              </a:custGeom>
              <a:solidFill>
                <a:srgbClr val="E9A891">
                  <a:alpha val="42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" name="任意多边形 111"/>
              <p:cNvSpPr/>
              <p:nvPr/>
            </p:nvSpPr>
            <p:spPr>
              <a:xfrm flipH="1">
                <a:off x="4797214" y="1793789"/>
                <a:ext cx="189532" cy="249216"/>
              </a:xfrm>
              <a:custGeom>
                <a:avLst/>
                <a:gdLst>
                  <a:gd name="connsiteX0" fmla="*/ -128 w 118649"/>
                  <a:gd name="connsiteY0" fmla="*/ 46630 h 156012"/>
                  <a:gd name="connsiteX1" fmla="*/ 68262 w 118649"/>
                  <a:gd name="connsiteY1" fmla="*/ 6149 h 156012"/>
                  <a:gd name="connsiteX2" fmla="*/ 111763 w 118649"/>
                  <a:gd name="connsiteY2" fmla="*/ 11044 h 156012"/>
                  <a:gd name="connsiteX3" fmla="*/ 118363 w 118649"/>
                  <a:gd name="connsiteY3" fmla="*/ 33486 h 156012"/>
                  <a:gd name="connsiteX4" fmla="*/ 52165 w 118649"/>
                  <a:gd name="connsiteY4" fmla="*/ 155405 h 156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649" h="156012">
                    <a:moveTo>
                      <a:pt x="-128" y="46630"/>
                    </a:moveTo>
                    <a:cubicBezTo>
                      <a:pt x="24009" y="35534"/>
                      <a:pt x="46926" y="21970"/>
                      <a:pt x="68262" y="6149"/>
                    </a:cubicBezTo>
                    <a:cubicBezTo>
                      <a:pt x="81625" y="-4510"/>
                      <a:pt x="101104" y="-2319"/>
                      <a:pt x="111763" y="11044"/>
                    </a:cubicBezTo>
                    <a:cubicBezTo>
                      <a:pt x="116811" y="17369"/>
                      <a:pt x="119182" y="25427"/>
                      <a:pt x="118363" y="33486"/>
                    </a:cubicBezTo>
                    <a:cubicBezTo>
                      <a:pt x="114077" y="74538"/>
                      <a:pt x="103123" y="133213"/>
                      <a:pt x="52165" y="155405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 112"/>
              <p:cNvSpPr/>
              <p:nvPr/>
            </p:nvSpPr>
            <p:spPr>
              <a:xfrm flipH="1">
                <a:off x="4618974" y="1307494"/>
                <a:ext cx="407789" cy="368455"/>
              </a:xfrm>
              <a:custGeom>
                <a:avLst/>
                <a:gdLst>
                  <a:gd name="connsiteX0" fmla="*/ -128 w 255280"/>
                  <a:gd name="connsiteY0" fmla="*/ 27206 h 230657"/>
                  <a:gd name="connsiteX1" fmla="*/ 131699 w 255280"/>
                  <a:gd name="connsiteY1" fmla="*/ 165890 h 230657"/>
                  <a:gd name="connsiteX2" fmla="*/ 174561 w 255280"/>
                  <a:gd name="connsiteY2" fmla="*/ 223040 h 230657"/>
                  <a:gd name="connsiteX3" fmla="*/ 201364 w 255280"/>
                  <a:gd name="connsiteY3" fmla="*/ 225764 h 230657"/>
                  <a:gd name="connsiteX4" fmla="*/ 204089 w 255280"/>
                  <a:gd name="connsiteY4" fmla="*/ 223040 h 230657"/>
                  <a:gd name="connsiteX5" fmla="*/ 246665 w 255280"/>
                  <a:gd name="connsiteY5" fmla="*/ -607 h 230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5280" h="230657">
                    <a:moveTo>
                      <a:pt x="-128" y="27206"/>
                    </a:moveTo>
                    <a:cubicBezTo>
                      <a:pt x="-128" y="27206"/>
                      <a:pt x="15589" y="182178"/>
                      <a:pt x="131699" y="165890"/>
                    </a:cubicBezTo>
                    <a:lnTo>
                      <a:pt x="174561" y="223040"/>
                    </a:lnTo>
                    <a:cubicBezTo>
                      <a:pt x="181209" y="231194"/>
                      <a:pt x="193211" y="232413"/>
                      <a:pt x="201364" y="225764"/>
                    </a:cubicBezTo>
                    <a:cubicBezTo>
                      <a:pt x="202364" y="224954"/>
                      <a:pt x="203279" y="224040"/>
                      <a:pt x="204089" y="223040"/>
                    </a:cubicBezTo>
                    <a:cubicBezTo>
                      <a:pt x="262762" y="150079"/>
                      <a:pt x="261239" y="59210"/>
                      <a:pt x="246665" y="-607"/>
                    </a:cubicBezTo>
                    <a:close/>
                  </a:path>
                </a:pathLst>
              </a:custGeom>
              <a:solidFill>
                <a:srgbClr val="05050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" name="任意多边形 113"/>
              <p:cNvSpPr/>
              <p:nvPr/>
            </p:nvSpPr>
            <p:spPr>
              <a:xfrm flipH="1">
                <a:off x="5099471" y="1489756"/>
                <a:ext cx="60874" cy="60870"/>
              </a:xfrm>
              <a:custGeom>
                <a:avLst/>
                <a:gdLst>
                  <a:gd name="connsiteX0" fmla="*/ 343 w 38108"/>
                  <a:gd name="connsiteY0" fmla="*/ 14263 h 38105"/>
                  <a:gd name="connsiteX1" fmla="*/ 14745 w 38108"/>
                  <a:gd name="connsiteY1" fmla="*/ 37028 h 38105"/>
                  <a:gd name="connsiteX2" fmla="*/ 37510 w 38108"/>
                  <a:gd name="connsiteY2" fmla="*/ 22636 h 38105"/>
                  <a:gd name="connsiteX3" fmla="*/ 23584 w 38108"/>
                  <a:gd name="connsiteY3" fmla="*/ -24 h 38105"/>
                  <a:gd name="connsiteX4" fmla="*/ 457 w 38108"/>
                  <a:gd name="connsiteY4" fmla="*/ 13787 h 38105"/>
                  <a:gd name="connsiteX5" fmla="*/ 343 w 38108"/>
                  <a:gd name="connsiteY5" fmla="*/ 14263 h 38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108" h="38105">
                    <a:moveTo>
                      <a:pt x="343" y="14263"/>
                    </a:moveTo>
                    <a:cubicBezTo>
                      <a:pt x="-1972" y="24531"/>
                      <a:pt x="4477" y="34723"/>
                      <a:pt x="14745" y="37028"/>
                    </a:cubicBezTo>
                    <a:cubicBezTo>
                      <a:pt x="25003" y="39343"/>
                      <a:pt x="35204" y="32894"/>
                      <a:pt x="37510" y="22636"/>
                    </a:cubicBezTo>
                    <a:cubicBezTo>
                      <a:pt x="39786" y="12549"/>
                      <a:pt x="33604" y="2500"/>
                      <a:pt x="23584" y="-24"/>
                    </a:cubicBezTo>
                    <a:cubicBezTo>
                      <a:pt x="13382" y="-2596"/>
                      <a:pt x="3029" y="3586"/>
                      <a:pt x="457" y="13787"/>
                    </a:cubicBezTo>
                    <a:cubicBezTo>
                      <a:pt x="419" y="13949"/>
                      <a:pt x="381" y="14102"/>
                      <a:pt x="343" y="14263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 114"/>
              <p:cNvSpPr/>
              <p:nvPr/>
            </p:nvSpPr>
            <p:spPr>
              <a:xfrm flipH="1">
                <a:off x="5078952" y="1443269"/>
                <a:ext cx="95096" cy="32809"/>
              </a:xfrm>
              <a:custGeom>
                <a:avLst/>
                <a:gdLst>
                  <a:gd name="connsiteX0" fmla="*/ 7587 w 59531"/>
                  <a:gd name="connsiteY0" fmla="*/ 19932 h 20539"/>
                  <a:gd name="connsiteX1" fmla="*/ 52450 w 59531"/>
                  <a:gd name="connsiteY1" fmla="*/ 18980 h 20539"/>
                  <a:gd name="connsiteX2" fmla="*/ 59404 w 59531"/>
                  <a:gd name="connsiteY2" fmla="*/ 6312 h 20539"/>
                  <a:gd name="connsiteX3" fmla="*/ -128 w 59531"/>
                  <a:gd name="connsiteY3" fmla="*/ 7741 h 20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531" h="20539">
                    <a:moveTo>
                      <a:pt x="7587" y="19932"/>
                    </a:moveTo>
                    <a:cubicBezTo>
                      <a:pt x="21447" y="12151"/>
                      <a:pt x="38277" y="11789"/>
                      <a:pt x="52450" y="18980"/>
                    </a:cubicBezTo>
                    <a:lnTo>
                      <a:pt x="59404" y="6312"/>
                    </a:lnTo>
                    <a:cubicBezTo>
                      <a:pt x="40611" y="-3394"/>
                      <a:pt x="18170" y="-2861"/>
                      <a:pt x="-128" y="7741"/>
                    </a:cubicBezTo>
                    <a:close/>
                  </a:path>
                </a:pathLst>
              </a:custGeom>
              <a:solidFill>
                <a:srgbClr val="11111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任意多边形 115"/>
              <p:cNvSpPr/>
              <p:nvPr/>
            </p:nvSpPr>
            <p:spPr>
              <a:xfrm flipH="1">
                <a:off x="4475205" y="1813710"/>
                <a:ext cx="521582" cy="278746"/>
              </a:xfrm>
              <a:custGeom>
                <a:avLst/>
                <a:gdLst>
                  <a:gd name="connsiteX0" fmla="*/ 326517 w 326516"/>
                  <a:gd name="connsiteY0" fmla="*/ 0 h 174498"/>
                  <a:gd name="connsiteX1" fmla="*/ 0 w 326516"/>
                  <a:gd name="connsiteY1" fmla="*/ 174498 h 174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26516" h="174498">
                    <a:moveTo>
                      <a:pt x="326517" y="0"/>
                    </a:moveTo>
                    <a:lnTo>
                      <a:pt x="0" y="174498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 flipH="1">
                <a:off x="4728723" y="1458384"/>
                <a:ext cx="172029" cy="191006"/>
              </a:xfrm>
              <a:custGeom>
                <a:avLst/>
                <a:gdLst>
                  <a:gd name="connsiteX0" fmla="*/ 5952 w 107692"/>
                  <a:gd name="connsiteY0" fmla="*/ 37522 h 119572"/>
                  <a:gd name="connsiteX1" fmla="*/ 28812 w 107692"/>
                  <a:gd name="connsiteY1" fmla="*/ 114865 h 119572"/>
                  <a:gd name="connsiteX2" fmla="*/ 101488 w 107692"/>
                  <a:gd name="connsiteY2" fmla="*/ 80860 h 119572"/>
                  <a:gd name="connsiteX3" fmla="*/ 78532 w 107692"/>
                  <a:gd name="connsiteY3" fmla="*/ 3517 h 119572"/>
                  <a:gd name="connsiteX4" fmla="*/ 5952 w 107692"/>
                  <a:gd name="connsiteY4" fmla="*/ 37522 h 119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692" h="119572">
                    <a:moveTo>
                      <a:pt x="5952" y="37522"/>
                    </a:moveTo>
                    <a:cubicBezTo>
                      <a:pt x="-7764" y="68287"/>
                      <a:pt x="2523" y="102863"/>
                      <a:pt x="28812" y="114865"/>
                    </a:cubicBezTo>
                    <a:cubicBezTo>
                      <a:pt x="55101" y="126866"/>
                      <a:pt x="87772" y="111627"/>
                      <a:pt x="101488" y="80860"/>
                    </a:cubicBezTo>
                    <a:cubicBezTo>
                      <a:pt x="115203" y="50095"/>
                      <a:pt x="104917" y="15519"/>
                      <a:pt x="78532" y="3517"/>
                    </a:cubicBezTo>
                    <a:cubicBezTo>
                      <a:pt x="52148" y="-8484"/>
                      <a:pt x="19668" y="6566"/>
                      <a:pt x="5952" y="37522"/>
                    </a:cubicBez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8" name="任意多边形 117"/>
              <p:cNvSpPr/>
              <p:nvPr/>
            </p:nvSpPr>
            <p:spPr>
              <a:xfrm flipH="1">
                <a:off x="4762929" y="1518046"/>
                <a:ext cx="109854" cy="56477"/>
              </a:xfrm>
              <a:custGeom>
                <a:avLst/>
                <a:gdLst>
                  <a:gd name="connsiteX0" fmla="*/ 68642 w 68770"/>
                  <a:gd name="connsiteY0" fmla="*/ 5507 h 35355"/>
                  <a:gd name="connsiteX1" fmla="*/ -128 w 68770"/>
                  <a:gd name="connsiteY1" fmla="*/ 34749 h 35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8770" h="35355">
                    <a:moveTo>
                      <a:pt x="68642" y="5507"/>
                    </a:moveTo>
                    <a:cubicBezTo>
                      <a:pt x="68642" y="5507"/>
                      <a:pt x="40068" y="-20496"/>
                      <a:pt x="-128" y="3474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9" name="任意多边形 118"/>
              <p:cNvSpPr/>
              <p:nvPr/>
            </p:nvSpPr>
            <p:spPr>
              <a:xfrm flipH="1">
                <a:off x="4428417" y="1260406"/>
                <a:ext cx="234851" cy="99123"/>
              </a:xfrm>
              <a:custGeom>
                <a:avLst/>
                <a:gdLst>
                  <a:gd name="connsiteX0" fmla="*/ 125031 w 147019"/>
                  <a:gd name="connsiteY0" fmla="*/ 48587 h 62052"/>
                  <a:gd name="connsiteX1" fmla="*/ 4921 w 147019"/>
                  <a:gd name="connsiteY1" fmla="*/ 61445 h 62052"/>
                  <a:gd name="connsiteX2" fmla="*/ -128 w 147019"/>
                  <a:gd name="connsiteY2" fmla="*/ 12391 h 62052"/>
                  <a:gd name="connsiteX3" fmla="*/ 119888 w 147019"/>
                  <a:gd name="connsiteY3" fmla="*/ -467 h 62052"/>
                  <a:gd name="connsiteX4" fmla="*/ 146720 w 147019"/>
                  <a:gd name="connsiteY4" fmla="*/ 21193 h 62052"/>
                  <a:gd name="connsiteX5" fmla="*/ 146748 w 147019"/>
                  <a:gd name="connsiteY5" fmla="*/ 21440 h 62052"/>
                  <a:gd name="connsiteX6" fmla="*/ 146748 w 147019"/>
                  <a:gd name="connsiteY6" fmla="*/ 21440 h 62052"/>
                  <a:gd name="connsiteX7" fmla="*/ 125031 w 147019"/>
                  <a:gd name="connsiteY7" fmla="*/ 48587 h 62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7019" h="62052">
                    <a:moveTo>
                      <a:pt x="125031" y="48587"/>
                    </a:moveTo>
                    <a:lnTo>
                      <a:pt x="4921" y="61445"/>
                    </a:lnTo>
                    <a:lnTo>
                      <a:pt x="-128" y="12391"/>
                    </a:lnTo>
                    <a:lnTo>
                      <a:pt x="119888" y="-467"/>
                    </a:lnTo>
                    <a:cubicBezTo>
                      <a:pt x="133280" y="-1896"/>
                      <a:pt x="145291" y="7800"/>
                      <a:pt x="146720" y="21193"/>
                    </a:cubicBezTo>
                    <a:cubicBezTo>
                      <a:pt x="146729" y="21269"/>
                      <a:pt x="146738" y="21355"/>
                      <a:pt x="146748" y="21440"/>
                    </a:cubicBezTo>
                    <a:lnTo>
                      <a:pt x="146748" y="21440"/>
                    </a:lnTo>
                    <a:cubicBezTo>
                      <a:pt x="148196" y="34918"/>
                      <a:pt x="138499" y="47043"/>
                      <a:pt x="125031" y="4858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0" name="任意多边形 119"/>
              <p:cNvSpPr/>
              <p:nvPr/>
            </p:nvSpPr>
            <p:spPr>
              <a:xfrm flipH="1">
                <a:off x="4576844" y="1273715"/>
                <a:ext cx="86879" cy="85815"/>
              </a:xfrm>
              <a:custGeom>
                <a:avLst/>
                <a:gdLst>
                  <a:gd name="connsiteX0" fmla="*/ 43306 w 54387"/>
                  <a:gd name="connsiteY0" fmla="*/ -607 h 53721"/>
                  <a:gd name="connsiteX1" fmla="*/ 54260 w 54387"/>
                  <a:gd name="connsiteY1" fmla="*/ 47876 h 53721"/>
                  <a:gd name="connsiteX2" fmla="*/ 4920 w 54387"/>
                  <a:gd name="connsiteY2" fmla="*/ 53114 h 53721"/>
                  <a:gd name="connsiteX3" fmla="*/ -128 w 54387"/>
                  <a:gd name="connsiteY3" fmla="*/ 4060 h 53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387" h="53721">
                    <a:moveTo>
                      <a:pt x="43306" y="-607"/>
                    </a:moveTo>
                    <a:cubicBezTo>
                      <a:pt x="48840" y="15071"/>
                      <a:pt x="52517" y="31340"/>
                      <a:pt x="54260" y="47876"/>
                    </a:cubicBezTo>
                    <a:lnTo>
                      <a:pt x="4920" y="53114"/>
                    </a:lnTo>
                    <a:lnTo>
                      <a:pt x="-128" y="4060"/>
                    </a:ln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1" name="任意多边形 120"/>
              <p:cNvSpPr/>
              <p:nvPr/>
            </p:nvSpPr>
            <p:spPr>
              <a:xfrm flipH="1">
                <a:off x="4612144" y="1061913"/>
                <a:ext cx="882493" cy="387538"/>
              </a:xfrm>
              <a:custGeom>
                <a:avLst/>
                <a:gdLst>
                  <a:gd name="connsiteX0" fmla="*/ 168465 w 552450"/>
                  <a:gd name="connsiteY0" fmla="*/ 189324 h 242603"/>
                  <a:gd name="connsiteX1" fmla="*/ 339915 w 552450"/>
                  <a:gd name="connsiteY1" fmla="*/ 443 h 242603"/>
                  <a:gd name="connsiteX2" fmla="*/ 552323 w 552450"/>
                  <a:gd name="connsiteY2" fmla="*/ 182847 h 242603"/>
                  <a:gd name="connsiteX3" fmla="*/ -128 w 552450"/>
                  <a:gd name="connsiteY3" fmla="*/ 241997 h 242603"/>
                  <a:gd name="connsiteX4" fmla="*/ 168465 w 552450"/>
                  <a:gd name="connsiteY4" fmla="*/ 189324 h 2426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2450" h="242603">
                    <a:moveTo>
                      <a:pt x="168465" y="189324"/>
                    </a:moveTo>
                    <a:cubicBezTo>
                      <a:pt x="173894" y="91978"/>
                      <a:pt x="244665" y="10540"/>
                      <a:pt x="339915" y="443"/>
                    </a:cubicBezTo>
                    <a:cubicBezTo>
                      <a:pt x="445547" y="-10892"/>
                      <a:pt x="540702" y="70833"/>
                      <a:pt x="552323" y="182847"/>
                    </a:cubicBezTo>
                    <a:lnTo>
                      <a:pt x="-128" y="241997"/>
                    </a:lnTo>
                    <a:cubicBezTo>
                      <a:pt x="-128" y="241997"/>
                      <a:pt x="16827" y="210089"/>
                      <a:pt x="168465" y="18932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2" name="任意多边形 121"/>
              <p:cNvSpPr/>
              <p:nvPr/>
            </p:nvSpPr>
            <p:spPr>
              <a:xfrm flipH="1">
                <a:off x="4630402" y="1167359"/>
                <a:ext cx="121538" cy="123092"/>
              </a:xfrm>
              <a:custGeom>
                <a:avLst/>
                <a:gdLst>
                  <a:gd name="connsiteX0" fmla="*/ 75957 w 76084"/>
                  <a:gd name="connsiteY0" fmla="*/ 68354 h 77057"/>
                  <a:gd name="connsiteX1" fmla="*/ 328 w 76084"/>
                  <a:gd name="connsiteY1" fmla="*/ 76451 h 77057"/>
                  <a:gd name="connsiteX2" fmla="*/ 35856 w 76084"/>
                  <a:gd name="connsiteY2" fmla="*/ -607 h 77057"/>
                  <a:gd name="connsiteX3" fmla="*/ 75957 w 76084"/>
                  <a:gd name="connsiteY3" fmla="*/ 68354 h 77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084" h="77057">
                    <a:moveTo>
                      <a:pt x="75957" y="68354"/>
                    </a:moveTo>
                    <a:lnTo>
                      <a:pt x="328" y="76451"/>
                    </a:lnTo>
                    <a:cubicBezTo>
                      <a:pt x="-2853" y="46190"/>
                      <a:pt x="10777" y="16624"/>
                      <a:pt x="35856" y="-607"/>
                    </a:cubicBezTo>
                    <a:cubicBezTo>
                      <a:pt x="53544" y="19586"/>
                      <a:pt x="67156" y="42999"/>
                      <a:pt x="75957" y="68354"/>
                    </a:cubicBezTo>
                    <a:close/>
                  </a:path>
                </a:pathLst>
              </a:custGeom>
              <a:solidFill>
                <a:srgbClr val="07070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3" name="任意多边形 122"/>
              <p:cNvSpPr/>
              <p:nvPr/>
            </p:nvSpPr>
            <p:spPr>
              <a:xfrm flipH="1">
                <a:off x="5008460" y="1651818"/>
                <a:ext cx="138656" cy="145031"/>
              </a:xfrm>
              <a:custGeom>
                <a:avLst/>
                <a:gdLst>
                  <a:gd name="connsiteX0" fmla="*/ -128 w 86800"/>
                  <a:gd name="connsiteY0" fmla="*/ -607 h 90791"/>
                  <a:gd name="connsiteX1" fmla="*/ 86073 w 86800"/>
                  <a:gd name="connsiteY1" fmla="*/ 5584 h 90791"/>
                  <a:gd name="connsiteX2" fmla="*/ 53879 w 86800"/>
                  <a:gd name="connsiteY2" fmla="*/ 90071 h 90791"/>
                  <a:gd name="connsiteX3" fmla="*/ -128 w 86800"/>
                  <a:gd name="connsiteY3" fmla="*/ -607 h 9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800" h="90791">
                    <a:moveTo>
                      <a:pt x="-128" y="-607"/>
                    </a:moveTo>
                    <a:lnTo>
                      <a:pt x="86073" y="5584"/>
                    </a:lnTo>
                    <a:cubicBezTo>
                      <a:pt x="86073" y="5584"/>
                      <a:pt x="93789" y="93786"/>
                      <a:pt x="53879" y="90071"/>
                    </a:cubicBezTo>
                    <a:cubicBezTo>
                      <a:pt x="16636" y="86547"/>
                      <a:pt x="-128" y="-607"/>
                      <a:pt x="-128" y="-607"/>
                    </a:cubicBezTo>
                    <a:close/>
                  </a:path>
                </a:pathLst>
              </a:custGeom>
              <a:solidFill>
                <a:srgbClr val="1220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4" name="任意多边形 123"/>
              <p:cNvSpPr/>
              <p:nvPr/>
            </p:nvSpPr>
            <p:spPr>
              <a:xfrm flipH="1">
                <a:off x="5008808" y="1704945"/>
                <a:ext cx="115180" cy="91621"/>
              </a:xfrm>
              <a:custGeom>
                <a:avLst/>
                <a:gdLst>
                  <a:gd name="connsiteX0" fmla="*/ 71977 w 72104"/>
                  <a:gd name="connsiteY0" fmla="*/ -528 h 57356"/>
                  <a:gd name="connsiteX1" fmla="*/ 39401 w 72104"/>
                  <a:gd name="connsiteY1" fmla="*/ 56622 h 57356"/>
                  <a:gd name="connsiteX2" fmla="*/ -128 w 72104"/>
                  <a:gd name="connsiteY2" fmla="*/ 13378 h 57356"/>
                  <a:gd name="connsiteX3" fmla="*/ 71977 w 72104"/>
                  <a:gd name="connsiteY3" fmla="*/ -528 h 57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104" h="57356">
                    <a:moveTo>
                      <a:pt x="71977" y="-528"/>
                    </a:moveTo>
                    <a:cubicBezTo>
                      <a:pt x="70738" y="25095"/>
                      <a:pt x="64547" y="59098"/>
                      <a:pt x="39401" y="56622"/>
                    </a:cubicBezTo>
                    <a:cubicBezTo>
                      <a:pt x="21780" y="54908"/>
                      <a:pt x="8730" y="34429"/>
                      <a:pt x="-128" y="13378"/>
                    </a:cubicBezTo>
                    <a:cubicBezTo>
                      <a:pt x="22580" y="3463"/>
                      <a:pt x="47212" y="-1290"/>
                      <a:pt x="71977" y="-528"/>
                    </a:cubicBezTo>
                    <a:close/>
                  </a:path>
                </a:pathLst>
              </a:custGeom>
              <a:solidFill>
                <a:srgbClr val="E5772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5" name="任意多边形 124"/>
              <p:cNvSpPr/>
              <p:nvPr/>
            </p:nvSpPr>
            <p:spPr>
              <a:xfrm flipH="1">
                <a:off x="4137118" y="3837662"/>
                <a:ext cx="414006" cy="441368"/>
              </a:xfrm>
              <a:custGeom>
                <a:avLst/>
                <a:gdLst>
                  <a:gd name="connsiteX0" fmla="*/ 149222 w 259172"/>
                  <a:gd name="connsiteY0" fmla="*/ -607 h 276301"/>
                  <a:gd name="connsiteX1" fmla="*/ 84547 w 259172"/>
                  <a:gd name="connsiteY1" fmla="*/ 16443 h 276301"/>
                  <a:gd name="connsiteX2" fmla="*/ 20443 w 259172"/>
                  <a:gd name="connsiteY2" fmla="*/ 57019 h 276301"/>
                  <a:gd name="connsiteX3" fmla="*/ 4632 w 259172"/>
                  <a:gd name="connsiteY3" fmla="*/ 76069 h 276301"/>
                  <a:gd name="connsiteX4" fmla="*/ 1870 w 259172"/>
                  <a:gd name="connsiteY4" fmla="*/ 98358 h 276301"/>
                  <a:gd name="connsiteX5" fmla="*/ 1870 w 259172"/>
                  <a:gd name="connsiteY5" fmla="*/ 98358 h 276301"/>
                  <a:gd name="connsiteX6" fmla="*/ 29302 w 259172"/>
                  <a:gd name="connsiteY6" fmla="*/ 108455 h 276301"/>
                  <a:gd name="connsiteX7" fmla="*/ 30445 w 259172"/>
                  <a:gd name="connsiteY7" fmla="*/ 107883 h 276301"/>
                  <a:gd name="connsiteX8" fmla="*/ 54162 w 259172"/>
                  <a:gd name="connsiteY8" fmla="*/ 95215 h 276301"/>
                  <a:gd name="connsiteX9" fmla="*/ 23587 w 259172"/>
                  <a:gd name="connsiteY9" fmla="*/ 157222 h 276301"/>
                  <a:gd name="connsiteX10" fmla="*/ 38893 w 259172"/>
                  <a:gd name="connsiteY10" fmla="*/ 203524 h 276301"/>
                  <a:gd name="connsiteX11" fmla="*/ 41875 w 259172"/>
                  <a:gd name="connsiteY11" fmla="*/ 204847 h 276301"/>
                  <a:gd name="connsiteX12" fmla="*/ 56543 w 259172"/>
                  <a:gd name="connsiteY12" fmla="*/ 207610 h 276301"/>
                  <a:gd name="connsiteX13" fmla="*/ 104168 w 259172"/>
                  <a:gd name="connsiteY13" fmla="*/ 233708 h 276301"/>
                  <a:gd name="connsiteX14" fmla="*/ 150269 w 259172"/>
                  <a:gd name="connsiteY14" fmla="*/ 259902 h 276301"/>
                  <a:gd name="connsiteX15" fmla="*/ 163604 w 259172"/>
                  <a:gd name="connsiteY15" fmla="*/ 272856 h 276301"/>
                  <a:gd name="connsiteX16" fmla="*/ 211572 w 259172"/>
                  <a:gd name="connsiteY16" fmla="*/ 253129 h 276301"/>
                  <a:gd name="connsiteX17" fmla="*/ 213229 w 259172"/>
                  <a:gd name="connsiteY17" fmla="*/ 248186 h 276301"/>
                  <a:gd name="connsiteX18" fmla="*/ 245233 w 259172"/>
                  <a:gd name="connsiteY18" fmla="*/ 135601 h 276301"/>
                  <a:gd name="connsiteX19" fmla="*/ 253139 w 259172"/>
                  <a:gd name="connsiteY19" fmla="*/ 95405 h 276301"/>
                  <a:gd name="connsiteX20" fmla="*/ 259045 w 259172"/>
                  <a:gd name="connsiteY20" fmla="*/ 43208 h 276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9172" h="276301">
                    <a:moveTo>
                      <a:pt x="149222" y="-607"/>
                    </a:moveTo>
                    <a:lnTo>
                      <a:pt x="84547" y="16443"/>
                    </a:lnTo>
                    <a:cubicBezTo>
                      <a:pt x="59525" y="23073"/>
                      <a:pt x="37141" y="37236"/>
                      <a:pt x="20443" y="57019"/>
                    </a:cubicBezTo>
                    <a:lnTo>
                      <a:pt x="4632" y="76069"/>
                    </a:lnTo>
                    <a:cubicBezTo>
                      <a:pt x="-502" y="82346"/>
                      <a:pt x="-1578" y="91014"/>
                      <a:pt x="1870" y="98358"/>
                    </a:cubicBezTo>
                    <a:lnTo>
                      <a:pt x="1870" y="98358"/>
                    </a:lnTo>
                    <a:cubicBezTo>
                      <a:pt x="6661" y="108721"/>
                      <a:pt x="18938" y="113246"/>
                      <a:pt x="29302" y="108455"/>
                    </a:cubicBezTo>
                    <a:cubicBezTo>
                      <a:pt x="29692" y="108274"/>
                      <a:pt x="30073" y="108083"/>
                      <a:pt x="30445" y="107883"/>
                    </a:cubicBezTo>
                    <a:lnTo>
                      <a:pt x="54162" y="95215"/>
                    </a:lnTo>
                    <a:lnTo>
                      <a:pt x="23587" y="157222"/>
                    </a:lnTo>
                    <a:cubicBezTo>
                      <a:pt x="15033" y="174234"/>
                      <a:pt x="21882" y="194960"/>
                      <a:pt x="38893" y="203524"/>
                    </a:cubicBezTo>
                    <a:cubicBezTo>
                      <a:pt x="39865" y="204009"/>
                      <a:pt x="40865" y="204457"/>
                      <a:pt x="41875" y="204847"/>
                    </a:cubicBezTo>
                    <a:cubicBezTo>
                      <a:pt x="46580" y="206553"/>
                      <a:pt x="51533" y="207486"/>
                      <a:pt x="56543" y="207610"/>
                    </a:cubicBezTo>
                    <a:cubicBezTo>
                      <a:pt x="61592" y="230374"/>
                      <a:pt x="92548" y="236185"/>
                      <a:pt x="104168" y="233708"/>
                    </a:cubicBezTo>
                    <a:cubicBezTo>
                      <a:pt x="106549" y="250282"/>
                      <a:pt x="132743" y="264760"/>
                      <a:pt x="150269" y="259902"/>
                    </a:cubicBezTo>
                    <a:cubicBezTo>
                      <a:pt x="152965" y="265712"/>
                      <a:pt x="157718" y="270332"/>
                      <a:pt x="163604" y="272856"/>
                    </a:cubicBezTo>
                    <a:cubicBezTo>
                      <a:pt x="182292" y="280657"/>
                      <a:pt x="203771" y="271827"/>
                      <a:pt x="211572" y="253129"/>
                    </a:cubicBezTo>
                    <a:cubicBezTo>
                      <a:pt x="212239" y="251530"/>
                      <a:pt x="212791" y="249872"/>
                      <a:pt x="213229" y="248186"/>
                    </a:cubicBezTo>
                    <a:lnTo>
                      <a:pt x="245233" y="135601"/>
                    </a:lnTo>
                    <a:cubicBezTo>
                      <a:pt x="248967" y="122437"/>
                      <a:pt x="251606" y="108998"/>
                      <a:pt x="253139" y="95405"/>
                    </a:cubicBezTo>
                    <a:lnTo>
                      <a:pt x="259045" y="43208"/>
                    </a:lnTo>
                    <a:close/>
                  </a:path>
                </a:pathLst>
              </a:custGeom>
              <a:solidFill>
                <a:srgbClr val="E9A89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6" name="任意多边形 125"/>
              <p:cNvSpPr/>
              <p:nvPr/>
            </p:nvSpPr>
            <p:spPr>
              <a:xfrm flipH="1">
                <a:off x="3341576" y="2016074"/>
                <a:ext cx="1320626" cy="1929845"/>
              </a:xfrm>
              <a:custGeom>
                <a:avLst/>
                <a:gdLst>
                  <a:gd name="connsiteX0" fmla="*/ 320198 w 826726"/>
                  <a:gd name="connsiteY0" fmla="*/ -607 h 1208103"/>
                  <a:gd name="connsiteX1" fmla="*/ 761491 w 826726"/>
                  <a:gd name="connsiteY1" fmla="*/ 487930 h 1208103"/>
                  <a:gd name="connsiteX2" fmla="*/ 742385 w 826726"/>
                  <a:gd name="connsiteY2" fmla="*/ 846680 h 1208103"/>
                  <a:gd name="connsiteX3" fmla="*/ 741679 w 826726"/>
                  <a:gd name="connsiteY3" fmla="*/ 847308 h 1208103"/>
                  <a:gd name="connsiteX4" fmla="*/ 741679 w 826726"/>
                  <a:gd name="connsiteY4" fmla="*/ 847308 h 1208103"/>
                  <a:gd name="connsiteX5" fmla="*/ 624903 w 826726"/>
                  <a:gd name="connsiteY5" fmla="*/ 1041333 h 1208103"/>
                  <a:gd name="connsiteX6" fmla="*/ 626046 w 826726"/>
                  <a:gd name="connsiteY6" fmla="*/ 1049429 h 1208103"/>
                  <a:gd name="connsiteX7" fmla="*/ 497563 w 826726"/>
                  <a:gd name="connsiteY7" fmla="*/ 1206772 h 1208103"/>
                  <a:gd name="connsiteX8" fmla="*/ 416972 w 826726"/>
                  <a:gd name="connsiteY8" fmla="*/ 1191351 h 1208103"/>
                  <a:gd name="connsiteX9" fmla="*/ 270763 w 826726"/>
                  <a:gd name="connsiteY9" fmla="*/ 1115151 h 1208103"/>
                  <a:gd name="connsiteX10" fmla="*/ 217043 w 826726"/>
                  <a:gd name="connsiteY10" fmla="*/ 962751 h 1208103"/>
                  <a:gd name="connsiteX11" fmla="*/ 342772 w 826726"/>
                  <a:gd name="connsiteY11" fmla="*/ 668810 h 1208103"/>
                  <a:gd name="connsiteX12" fmla="*/ -128 w 826726"/>
                  <a:gd name="connsiteY12" fmla="*/ 324291 h 1208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26726" h="1208103">
                    <a:moveTo>
                      <a:pt x="320198" y="-607"/>
                    </a:moveTo>
                    <a:lnTo>
                      <a:pt x="761491" y="487930"/>
                    </a:lnTo>
                    <a:cubicBezTo>
                      <a:pt x="855284" y="592267"/>
                      <a:pt x="846721" y="752887"/>
                      <a:pt x="742385" y="846680"/>
                    </a:cubicBezTo>
                    <a:cubicBezTo>
                      <a:pt x="742146" y="846889"/>
                      <a:pt x="741918" y="847099"/>
                      <a:pt x="741679" y="847308"/>
                    </a:cubicBezTo>
                    <a:lnTo>
                      <a:pt x="741679" y="847308"/>
                    </a:lnTo>
                    <a:cubicBezTo>
                      <a:pt x="741679" y="847308"/>
                      <a:pt x="788447" y="999708"/>
                      <a:pt x="624903" y="1041333"/>
                    </a:cubicBezTo>
                    <a:cubicBezTo>
                      <a:pt x="624903" y="1041333"/>
                      <a:pt x="625474" y="1044285"/>
                      <a:pt x="626046" y="1049429"/>
                    </a:cubicBezTo>
                    <a:cubicBezTo>
                      <a:pt x="634018" y="1128353"/>
                      <a:pt x="576497" y="1198800"/>
                      <a:pt x="497563" y="1206772"/>
                    </a:cubicBezTo>
                    <a:cubicBezTo>
                      <a:pt x="469779" y="1209573"/>
                      <a:pt x="441766" y="1204220"/>
                      <a:pt x="416972" y="1191351"/>
                    </a:cubicBezTo>
                    <a:lnTo>
                      <a:pt x="270763" y="1115151"/>
                    </a:lnTo>
                    <a:cubicBezTo>
                      <a:pt x="215918" y="1086072"/>
                      <a:pt x="192554" y="1019787"/>
                      <a:pt x="217043" y="962751"/>
                    </a:cubicBezTo>
                    <a:lnTo>
                      <a:pt x="342772" y="668810"/>
                    </a:lnTo>
                    <a:lnTo>
                      <a:pt x="-128" y="32429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任意多边形 126"/>
              <p:cNvSpPr/>
              <p:nvPr/>
            </p:nvSpPr>
            <p:spPr>
              <a:xfrm flipH="1">
                <a:off x="4006723" y="3678661"/>
                <a:ext cx="394838" cy="346606"/>
              </a:xfrm>
              <a:custGeom>
                <a:avLst/>
                <a:gdLst>
                  <a:gd name="connsiteX0" fmla="*/ 63722 w 247173"/>
                  <a:gd name="connsiteY0" fmla="*/ 0 h 216979"/>
                  <a:gd name="connsiteX1" fmla="*/ 0 w 247173"/>
                  <a:gd name="connsiteY1" fmla="*/ 96679 h 216979"/>
                  <a:gd name="connsiteX2" fmla="*/ 179165 w 247173"/>
                  <a:gd name="connsiteY2" fmla="*/ 216979 h 216979"/>
                  <a:gd name="connsiteX3" fmla="*/ 247174 w 247173"/>
                  <a:gd name="connsiteY3" fmla="*/ 119825 h 216979"/>
                  <a:gd name="connsiteX4" fmla="*/ 63722 w 247173"/>
                  <a:gd name="connsiteY4" fmla="*/ 0 h 216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173" h="216979">
                    <a:moveTo>
                      <a:pt x="63722" y="0"/>
                    </a:moveTo>
                    <a:lnTo>
                      <a:pt x="0" y="96679"/>
                    </a:lnTo>
                    <a:lnTo>
                      <a:pt x="179165" y="216979"/>
                    </a:lnTo>
                    <a:lnTo>
                      <a:pt x="247174" y="119825"/>
                    </a:lnTo>
                    <a:lnTo>
                      <a:pt x="63722" y="0"/>
                    </a:lnTo>
                    <a:close/>
                  </a:path>
                </a:pathLst>
              </a:custGeom>
              <a:solidFill>
                <a:srgbClr val="E5772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任意多边形 127"/>
              <p:cNvSpPr/>
              <p:nvPr/>
            </p:nvSpPr>
            <p:spPr>
              <a:xfrm flipH="1">
                <a:off x="3760233" y="2839803"/>
                <a:ext cx="290156" cy="185813"/>
              </a:xfrm>
              <a:custGeom>
                <a:avLst/>
                <a:gdLst>
                  <a:gd name="connsiteX0" fmla="*/ -128 w 181641"/>
                  <a:gd name="connsiteY0" fmla="*/ 115714 h 116321"/>
                  <a:gd name="connsiteX1" fmla="*/ 181514 w 181641"/>
                  <a:gd name="connsiteY1" fmla="*/ -109 h 116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1641" h="116321">
                    <a:moveTo>
                      <a:pt x="-128" y="115714"/>
                    </a:moveTo>
                    <a:cubicBezTo>
                      <a:pt x="-128" y="115714"/>
                      <a:pt x="67786" y="-9444"/>
                      <a:pt x="181514" y="-109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 128"/>
              <p:cNvSpPr/>
              <p:nvPr/>
            </p:nvSpPr>
            <p:spPr>
              <a:xfrm flipH="1">
                <a:off x="3706523" y="3078007"/>
                <a:ext cx="315718" cy="32511"/>
              </a:xfrm>
              <a:custGeom>
                <a:avLst/>
                <a:gdLst>
                  <a:gd name="connsiteX0" fmla="*/ -128 w 197643"/>
                  <a:gd name="connsiteY0" fmla="*/ 5553 h 20352"/>
                  <a:gd name="connsiteX1" fmla="*/ 197516 w 197643"/>
                  <a:gd name="connsiteY1" fmla="*/ 19745 h 2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7643" h="20352">
                    <a:moveTo>
                      <a:pt x="-128" y="5553"/>
                    </a:moveTo>
                    <a:cubicBezTo>
                      <a:pt x="-128" y="5553"/>
                      <a:pt x="65214" y="-15306"/>
                      <a:pt x="197516" y="19745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 129"/>
              <p:cNvSpPr/>
              <p:nvPr/>
            </p:nvSpPr>
            <p:spPr>
              <a:xfrm flipH="1">
                <a:off x="4038066" y="3727045"/>
                <a:ext cx="235686" cy="162044"/>
              </a:xfrm>
              <a:custGeom>
                <a:avLst/>
                <a:gdLst>
                  <a:gd name="connsiteX0" fmla="*/ 147542 w 147542"/>
                  <a:gd name="connsiteY0" fmla="*/ 101441 h 101441"/>
                  <a:gd name="connsiteX1" fmla="*/ 0 w 147542"/>
                  <a:gd name="connsiteY1" fmla="*/ 0 h 101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7542" h="101441">
                    <a:moveTo>
                      <a:pt x="147542" y="101441"/>
                    </a:moveTo>
                    <a:lnTo>
                      <a:pt x="0" y="0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 130"/>
              <p:cNvSpPr/>
              <p:nvPr/>
            </p:nvSpPr>
            <p:spPr>
              <a:xfrm flipH="1">
                <a:off x="4159942" y="3866724"/>
                <a:ext cx="191561" cy="128570"/>
              </a:xfrm>
              <a:custGeom>
                <a:avLst/>
                <a:gdLst>
                  <a:gd name="connsiteX0" fmla="*/ 119920 w 119919"/>
                  <a:gd name="connsiteY0" fmla="*/ 80486 h 80486"/>
                  <a:gd name="connsiteX1" fmla="*/ 0 w 119919"/>
                  <a:gd name="connsiteY1" fmla="*/ 0 h 80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919" h="80486">
                    <a:moveTo>
                      <a:pt x="119920" y="80486"/>
                    </a:moveTo>
                    <a:lnTo>
                      <a:pt x="0" y="0"/>
                    </a:lnTo>
                  </a:path>
                </a:pathLst>
              </a:custGeom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2" name="任意多边形 131"/>
              <p:cNvSpPr/>
              <p:nvPr/>
            </p:nvSpPr>
            <p:spPr>
              <a:xfrm flipH="1">
                <a:off x="5497832" y="3010401"/>
                <a:ext cx="97717" cy="465743"/>
              </a:xfrm>
              <a:custGeom>
                <a:avLst/>
                <a:gdLst>
                  <a:gd name="connsiteX0" fmla="*/ 21421 w 61172"/>
                  <a:gd name="connsiteY0" fmla="*/ -607 h 291560"/>
                  <a:gd name="connsiteX1" fmla="*/ 61045 w 61172"/>
                  <a:gd name="connsiteY1" fmla="*/ 290953 h 291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1172" h="291560">
                    <a:moveTo>
                      <a:pt x="21421" y="-607"/>
                    </a:moveTo>
                    <a:cubicBezTo>
                      <a:pt x="21421" y="-607"/>
                      <a:pt x="-47445" y="142268"/>
                      <a:pt x="61045" y="290953"/>
                    </a:cubicBezTo>
                  </a:path>
                </a:pathLst>
              </a:custGeom>
              <a:noFill/>
              <a:ln w="7144" cap="rnd">
                <a:solidFill>
                  <a:srgbClr val="12203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273801" y="1554325"/>
            <a:ext cx="5245099" cy="2240938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273797" y="4283515"/>
            <a:ext cx="5245102" cy="345518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 </a:t>
            </a:r>
            <a:endParaRPr 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273799" y="4642639"/>
            <a:ext cx="5245101" cy="345518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 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>
            <a:spLocks/>
          </p:cNvSpPr>
          <p:nvPr/>
        </p:nvSpPr>
        <p:spPr bwMode="auto">
          <a:xfrm>
            <a:off x="247650" y="191770"/>
            <a:ext cx="11683998" cy="6474461"/>
          </a:xfrm>
          <a:prstGeom prst="roundRect">
            <a:avLst>
              <a:gd name="adj" fmla="val 2023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组合 9"/>
          <p:cNvGrpSpPr/>
          <p:nvPr/>
        </p:nvGrpSpPr>
        <p:grpSpPr>
          <a:xfrm flipH="1">
            <a:off x="10915650" y="523874"/>
            <a:ext cx="603250" cy="555625"/>
            <a:chOff x="9611641" y="874713"/>
            <a:chExt cx="603250" cy="555625"/>
          </a:xfrm>
        </p:grpSpPr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9611641" y="874713"/>
              <a:ext cx="603250" cy="250825"/>
            </a:xfrm>
            <a:custGeom>
              <a:avLst/>
              <a:gdLst>
                <a:gd name="T0" fmla="*/ 7 w 380"/>
                <a:gd name="T1" fmla="*/ 89 h 158"/>
                <a:gd name="T2" fmla="*/ 123 w 380"/>
                <a:gd name="T3" fmla="*/ 153 h 158"/>
                <a:gd name="T4" fmla="*/ 138 w 380"/>
                <a:gd name="T5" fmla="*/ 144 h 158"/>
                <a:gd name="T6" fmla="*/ 138 w 380"/>
                <a:gd name="T7" fmla="*/ 105 h 158"/>
                <a:gd name="T8" fmla="*/ 368 w 380"/>
                <a:gd name="T9" fmla="*/ 105 h 158"/>
                <a:gd name="T10" fmla="*/ 380 w 380"/>
                <a:gd name="T11" fmla="*/ 93 h 158"/>
                <a:gd name="T12" fmla="*/ 379 w 380"/>
                <a:gd name="T13" fmla="*/ 65 h 158"/>
                <a:gd name="T14" fmla="*/ 368 w 380"/>
                <a:gd name="T15" fmla="*/ 54 h 158"/>
                <a:gd name="T16" fmla="*/ 138 w 380"/>
                <a:gd name="T17" fmla="*/ 54 h 158"/>
                <a:gd name="T18" fmla="*/ 138 w 380"/>
                <a:gd name="T19" fmla="*/ 16 h 158"/>
                <a:gd name="T20" fmla="*/ 121 w 380"/>
                <a:gd name="T21" fmla="*/ 6 h 158"/>
                <a:gd name="T22" fmla="*/ 7 w 380"/>
                <a:gd name="T23" fmla="*/ 69 h 158"/>
                <a:gd name="T24" fmla="*/ 0 w 380"/>
                <a:gd name="T25" fmla="*/ 79 h 158"/>
                <a:gd name="T26" fmla="*/ 7 w 380"/>
                <a:gd name="T27" fmla="*/ 8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0" h="158">
                  <a:moveTo>
                    <a:pt x="7" y="89"/>
                  </a:moveTo>
                  <a:cubicBezTo>
                    <a:pt x="46" y="110"/>
                    <a:pt x="84" y="132"/>
                    <a:pt x="123" y="153"/>
                  </a:cubicBezTo>
                  <a:cubicBezTo>
                    <a:pt x="131" y="158"/>
                    <a:pt x="138" y="154"/>
                    <a:pt x="138" y="144"/>
                  </a:cubicBezTo>
                  <a:cubicBezTo>
                    <a:pt x="138" y="137"/>
                    <a:pt x="138" y="122"/>
                    <a:pt x="138" y="105"/>
                  </a:cubicBezTo>
                  <a:cubicBezTo>
                    <a:pt x="170" y="105"/>
                    <a:pt x="353" y="105"/>
                    <a:pt x="368" y="105"/>
                  </a:cubicBezTo>
                  <a:cubicBezTo>
                    <a:pt x="376" y="105"/>
                    <a:pt x="379" y="101"/>
                    <a:pt x="380" y="93"/>
                  </a:cubicBezTo>
                  <a:cubicBezTo>
                    <a:pt x="380" y="84"/>
                    <a:pt x="380" y="74"/>
                    <a:pt x="379" y="65"/>
                  </a:cubicBezTo>
                  <a:cubicBezTo>
                    <a:pt x="379" y="57"/>
                    <a:pt x="376" y="54"/>
                    <a:pt x="368" y="54"/>
                  </a:cubicBezTo>
                  <a:cubicBezTo>
                    <a:pt x="356" y="54"/>
                    <a:pt x="171" y="54"/>
                    <a:pt x="138" y="54"/>
                  </a:cubicBezTo>
                  <a:cubicBezTo>
                    <a:pt x="138" y="37"/>
                    <a:pt x="138" y="23"/>
                    <a:pt x="138" y="16"/>
                  </a:cubicBezTo>
                  <a:cubicBezTo>
                    <a:pt x="138" y="4"/>
                    <a:pt x="131" y="0"/>
                    <a:pt x="121" y="6"/>
                  </a:cubicBezTo>
                  <a:cubicBezTo>
                    <a:pt x="83" y="27"/>
                    <a:pt x="45" y="48"/>
                    <a:pt x="7" y="69"/>
                  </a:cubicBezTo>
                  <a:cubicBezTo>
                    <a:pt x="3" y="71"/>
                    <a:pt x="0" y="74"/>
                    <a:pt x="0" y="79"/>
                  </a:cubicBezTo>
                  <a:cubicBezTo>
                    <a:pt x="0" y="84"/>
                    <a:pt x="3" y="87"/>
                    <a:pt x="7" y="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任意多边形 8"/>
            <p:cNvSpPr>
              <a:spLocks/>
            </p:cNvSpPr>
            <p:nvPr/>
          </p:nvSpPr>
          <p:spPr bwMode="auto">
            <a:xfrm>
              <a:off x="9611641" y="1179513"/>
              <a:ext cx="603250" cy="250825"/>
            </a:xfrm>
            <a:custGeom>
              <a:avLst/>
              <a:gdLst>
                <a:gd name="T0" fmla="*/ 7 w 380"/>
                <a:gd name="T1" fmla="*/ 89 h 158"/>
                <a:gd name="T2" fmla="*/ 123 w 380"/>
                <a:gd name="T3" fmla="*/ 153 h 158"/>
                <a:gd name="T4" fmla="*/ 138 w 380"/>
                <a:gd name="T5" fmla="*/ 144 h 158"/>
                <a:gd name="T6" fmla="*/ 138 w 380"/>
                <a:gd name="T7" fmla="*/ 105 h 158"/>
                <a:gd name="T8" fmla="*/ 368 w 380"/>
                <a:gd name="T9" fmla="*/ 105 h 158"/>
                <a:gd name="T10" fmla="*/ 380 w 380"/>
                <a:gd name="T11" fmla="*/ 93 h 158"/>
                <a:gd name="T12" fmla="*/ 379 w 380"/>
                <a:gd name="T13" fmla="*/ 65 h 158"/>
                <a:gd name="T14" fmla="*/ 368 w 380"/>
                <a:gd name="T15" fmla="*/ 54 h 158"/>
                <a:gd name="T16" fmla="*/ 138 w 380"/>
                <a:gd name="T17" fmla="*/ 54 h 158"/>
                <a:gd name="T18" fmla="*/ 138 w 380"/>
                <a:gd name="T19" fmla="*/ 16 h 158"/>
                <a:gd name="T20" fmla="*/ 121 w 380"/>
                <a:gd name="T21" fmla="*/ 6 h 158"/>
                <a:gd name="T22" fmla="*/ 7 w 380"/>
                <a:gd name="T23" fmla="*/ 69 h 158"/>
                <a:gd name="T24" fmla="*/ 0 w 380"/>
                <a:gd name="T25" fmla="*/ 79 h 158"/>
                <a:gd name="T26" fmla="*/ 7 w 380"/>
                <a:gd name="T27" fmla="*/ 89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0" h="158">
                  <a:moveTo>
                    <a:pt x="7" y="89"/>
                  </a:moveTo>
                  <a:cubicBezTo>
                    <a:pt x="46" y="110"/>
                    <a:pt x="84" y="132"/>
                    <a:pt x="123" y="153"/>
                  </a:cubicBezTo>
                  <a:cubicBezTo>
                    <a:pt x="131" y="158"/>
                    <a:pt x="138" y="154"/>
                    <a:pt x="138" y="144"/>
                  </a:cubicBezTo>
                  <a:cubicBezTo>
                    <a:pt x="138" y="137"/>
                    <a:pt x="138" y="122"/>
                    <a:pt x="138" y="105"/>
                  </a:cubicBezTo>
                  <a:cubicBezTo>
                    <a:pt x="170" y="105"/>
                    <a:pt x="353" y="105"/>
                    <a:pt x="368" y="105"/>
                  </a:cubicBezTo>
                  <a:cubicBezTo>
                    <a:pt x="376" y="105"/>
                    <a:pt x="379" y="101"/>
                    <a:pt x="380" y="93"/>
                  </a:cubicBezTo>
                  <a:cubicBezTo>
                    <a:pt x="380" y="84"/>
                    <a:pt x="380" y="74"/>
                    <a:pt x="379" y="65"/>
                  </a:cubicBezTo>
                  <a:cubicBezTo>
                    <a:pt x="379" y="57"/>
                    <a:pt x="376" y="54"/>
                    <a:pt x="368" y="54"/>
                  </a:cubicBezTo>
                  <a:cubicBezTo>
                    <a:pt x="356" y="54"/>
                    <a:pt x="171" y="54"/>
                    <a:pt x="138" y="54"/>
                  </a:cubicBezTo>
                  <a:cubicBezTo>
                    <a:pt x="138" y="37"/>
                    <a:pt x="138" y="23"/>
                    <a:pt x="138" y="16"/>
                  </a:cubicBezTo>
                  <a:cubicBezTo>
                    <a:pt x="138" y="4"/>
                    <a:pt x="131" y="0"/>
                    <a:pt x="121" y="6"/>
                  </a:cubicBezTo>
                  <a:cubicBezTo>
                    <a:pt x="83" y="27"/>
                    <a:pt x="45" y="48"/>
                    <a:pt x="7" y="69"/>
                  </a:cubicBezTo>
                  <a:cubicBezTo>
                    <a:pt x="3" y="71"/>
                    <a:pt x="0" y="74"/>
                    <a:pt x="0" y="79"/>
                  </a:cubicBezTo>
                  <a:cubicBezTo>
                    <a:pt x="0" y="84"/>
                    <a:pt x="3" y="87"/>
                    <a:pt x="7" y="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401" y="1130300"/>
            <a:ext cx="5708649" cy="2469411"/>
          </a:xfrm>
        </p:spPr>
        <p:txBody>
          <a:bodyPr/>
          <a:lstStyle/>
          <a:p>
            <a:r>
              <a:rPr lang="zh-CN" altLang="en-US" dirty="0"/>
              <a:t>在困难中成长 · 在坚守中蜕变</a:t>
            </a:r>
            <a:r>
              <a:rPr lang="en-US" altLang="zh-CN" dirty="0"/>
              <a:t/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695981"/>
            <a:ext cx="5245099" cy="564869"/>
          </a:xfrm>
        </p:spPr>
        <p:txBody>
          <a:bodyPr/>
          <a:lstStyle/>
          <a:p>
            <a:r>
              <a:rPr lang="zh-CN" altLang="en-US" dirty="0"/>
              <a:t>五四青年节主题演讲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270000" y="4815270"/>
            <a:ext cx="3939023" cy="345518"/>
          </a:xfrm>
        </p:spPr>
        <p:txBody>
          <a:bodyPr/>
          <a:lstStyle/>
          <a:p>
            <a:r>
              <a:rPr lang="zh-CN" altLang="en-US" dirty="0"/>
              <a:t>困难锻造筋骨，坚守完成蜕变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1270001" y="5174394"/>
            <a:ext cx="3939023" cy="345518"/>
          </a:xfrm>
        </p:spPr>
        <p:txBody>
          <a:bodyPr/>
          <a:lstStyle/>
          <a:p>
            <a:r>
              <a:rPr lang="en-US" altLang="zh-CN" smtClean="0">
                <a:solidFill>
                  <a:srgbClr val="2F2F2F"/>
                </a:solidFill>
                <a:latin typeface="Arial" panose="020B0604020202020204" pitchFamily="34" charset="0"/>
              </a:rPr>
              <a:t>2026.05.04</a:t>
            </a:r>
            <a:endParaRPr lang="en-US" dirty="0">
              <a:solidFill>
                <a:srgbClr val="2F2F2F"/>
              </a:solidFill>
              <a:latin typeface="Arial" panose="020B0604020202020204" pitchFamily="34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053B7C2-CF88-A931-0AB6-247F650B3929}"/>
              </a:ext>
            </a:extLst>
          </p:cNvPr>
          <p:cNvGrpSpPr/>
          <p:nvPr/>
        </p:nvGrpSpPr>
        <p:grpSpPr>
          <a:xfrm>
            <a:off x="763177" y="1816100"/>
            <a:ext cx="5051241" cy="896414"/>
            <a:chOff x="960027" y="2159000"/>
            <a:chExt cx="3083237" cy="547164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7319660-D9D1-45BE-BC1A-6A6C9D835B18}"/>
                </a:ext>
              </a:extLst>
            </p:cNvPr>
            <p:cNvSpPr txBox="1"/>
            <p:nvPr/>
          </p:nvSpPr>
          <p:spPr>
            <a:xfrm>
              <a:off x="2324101" y="2200036"/>
              <a:ext cx="1719163" cy="506128"/>
            </a:xfrm>
            <a:custGeom>
              <a:avLst/>
              <a:gdLst/>
              <a:ahLst/>
              <a:cxnLst/>
              <a:rect l="l" t="t" r="r" b="b"/>
              <a:pathLst>
                <a:path w="1664149" h="489932">
                  <a:moveTo>
                    <a:pt x="138075" y="349903"/>
                  </a:moveTo>
                  <a:lnTo>
                    <a:pt x="136969" y="357420"/>
                  </a:lnTo>
                  <a:lnTo>
                    <a:pt x="341159" y="357420"/>
                  </a:lnTo>
                  <a:lnTo>
                    <a:pt x="342388" y="349903"/>
                  </a:lnTo>
                  <a:close/>
                  <a:moveTo>
                    <a:pt x="143036" y="290360"/>
                  </a:moveTo>
                  <a:lnTo>
                    <a:pt x="141930" y="297877"/>
                  </a:lnTo>
                  <a:lnTo>
                    <a:pt x="346673" y="297877"/>
                  </a:lnTo>
                  <a:lnTo>
                    <a:pt x="347902" y="290360"/>
                  </a:lnTo>
                  <a:close/>
                  <a:moveTo>
                    <a:pt x="716758" y="234681"/>
                  </a:moveTo>
                  <a:lnTo>
                    <a:pt x="710128" y="305595"/>
                  </a:lnTo>
                  <a:lnTo>
                    <a:pt x="790262" y="305595"/>
                  </a:lnTo>
                  <a:lnTo>
                    <a:pt x="797015" y="234681"/>
                  </a:lnTo>
                  <a:close/>
                  <a:moveTo>
                    <a:pt x="426298" y="223450"/>
                  </a:moveTo>
                  <a:cubicBezTo>
                    <a:pt x="433463" y="223450"/>
                    <a:pt x="439131" y="225669"/>
                    <a:pt x="443302" y="230106"/>
                  </a:cubicBezTo>
                  <a:cubicBezTo>
                    <a:pt x="447473" y="234543"/>
                    <a:pt x="449333" y="240383"/>
                    <a:pt x="448882" y="247624"/>
                  </a:cubicBezTo>
                  <a:lnTo>
                    <a:pt x="429055" y="470201"/>
                  </a:lnTo>
                  <a:cubicBezTo>
                    <a:pt x="428563" y="483355"/>
                    <a:pt x="419007" y="489932"/>
                    <a:pt x="400386" y="489932"/>
                  </a:cubicBezTo>
                  <a:lnTo>
                    <a:pt x="293435" y="489932"/>
                  </a:lnTo>
                  <a:cubicBezTo>
                    <a:pt x="287944" y="489932"/>
                    <a:pt x="283275" y="488265"/>
                    <a:pt x="279429" y="484931"/>
                  </a:cubicBezTo>
                  <a:cubicBezTo>
                    <a:pt x="275583" y="481597"/>
                    <a:pt x="273429" y="477132"/>
                    <a:pt x="272967" y="471536"/>
                  </a:cubicBezTo>
                  <a:lnTo>
                    <a:pt x="271825" y="451076"/>
                  </a:lnTo>
                  <a:cubicBezTo>
                    <a:pt x="271456" y="443659"/>
                    <a:pt x="273729" y="437589"/>
                    <a:pt x="278643" y="432865"/>
                  </a:cubicBezTo>
                  <a:cubicBezTo>
                    <a:pt x="283558" y="428141"/>
                    <a:pt x="289592" y="425779"/>
                    <a:pt x="296745" y="425779"/>
                  </a:cubicBezTo>
                  <a:lnTo>
                    <a:pt x="335126" y="425779"/>
                  </a:lnTo>
                  <a:lnTo>
                    <a:pt x="337427" y="408893"/>
                  </a:lnTo>
                  <a:lnTo>
                    <a:pt x="132587" y="408893"/>
                  </a:lnTo>
                  <a:lnTo>
                    <a:pt x="127450" y="468489"/>
                  </a:lnTo>
                  <a:cubicBezTo>
                    <a:pt x="126554" y="474308"/>
                    <a:pt x="123870" y="479336"/>
                    <a:pt x="119398" y="483574"/>
                  </a:cubicBezTo>
                  <a:cubicBezTo>
                    <a:pt x="114926" y="487813"/>
                    <a:pt x="109537" y="489932"/>
                    <a:pt x="103233" y="489932"/>
                  </a:cubicBezTo>
                  <a:lnTo>
                    <a:pt x="50863" y="489932"/>
                  </a:lnTo>
                  <a:cubicBezTo>
                    <a:pt x="44371" y="489932"/>
                    <a:pt x="39147" y="487674"/>
                    <a:pt x="35190" y="483157"/>
                  </a:cubicBezTo>
                  <a:cubicBezTo>
                    <a:pt x="31232" y="478641"/>
                    <a:pt x="29467" y="472868"/>
                    <a:pt x="29895" y="465837"/>
                  </a:cubicBezTo>
                  <a:lnTo>
                    <a:pt x="48616" y="248353"/>
                  </a:lnTo>
                  <a:cubicBezTo>
                    <a:pt x="49464" y="242791"/>
                    <a:pt x="52124" y="237895"/>
                    <a:pt x="56593" y="233662"/>
                  </a:cubicBezTo>
                  <a:cubicBezTo>
                    <a:pt x="61062" y="229430"/>
                    <a:pt x="66502" y="227314"/>
                    <a:pt x="72912" y="227314"/>
                  </a:cubicBezTo>
                  <a:lnTo>
                    <a:pt x="408034" y="227314"/>
                  </a:lnTo>
                  <a:lnTo>
                    <a:pt x="419335" y="224205"/>
                  </a:lnTo>
                  <a:cubicBezTo>
                    <a:pt x="421261" y="223702"/>
                    <a:pt x="423582" y="223450"/>
                    <a:pt x="426298" y="223450"/>
                  </a:cubicBezTo>
                  <a:close/>
                  <a:moveTo>
                    <a:pt x="1600716" y="166120"/>
                  </a:moveTo>
                  <a:cubicBezTo>
                    <a:pt x="1607940" y="166120"/>
                    <a:pt x="1613714" y="168561"/>
                    <a:pt x="1618041" y="173443"/>
                  </a:cubicBezTo>
                  <a:cubicBezTo>
                    <a:pt x="1622367" y="178325"/>
                    <a:pt x="1624134" y="184264"/>
                    <a:pt x="1623344" y="191259"/>
                  </a:cubicBezTo>
                  <a:lnTo>
                    <a:pt x="1599048" y="368484"/>
                  </a:lnTo>
                  <a:cubicBezTo>
                    <a:pt x="1597607" y="381456"/>
                    <a:pt x="1588057" y="387942"/>
                    <a:pt x="1570395" y="387942"/>
                  </a:cubicBezTo>
                  <a:lnTo>
                    <a:pt x="1466202" y="387942"/>
                  </a:lnTo>
                  <a:cubicBezTo>
                    <a:pt x="1460717" y="387942"/>
                    <a:pt x="1456053" y="386277"/>
                    <a:pt x="1452210" y="382946"/>
                  </a:cubicBezTo>
                  <a:cubicBezTo>
                    <a:pt x="1448367" y="379615"/>
                    <a:pt x="1446208" y="375139"/>
                    <a:pt x="1445734" y="369520"/>
                  </a:cubicBezTo>
                  <a:lnTo>
                    <a:pt x="1444592" y="349087"/>
                  </a:lnTo>
                  <a:cubicBezTo>
                    <a:pt x="1444229" y="342044"/>
                    <a:pt x="1446596" y="336068"/>
                    <a:pt x="1451692" y="331156"/>
                  </a:cubicBezTo>
                  <a:cubicBezTo>
                    <a:pt x="1456787" y="326245"/>
                    <a:pt x="1462912" y="323789"/>
                    <a:pt x="1470065" y="323789"/>
                  </a:cubicBezTo>
                  <a:lnTo>
                    <a:pt x="1508596" y="323789"/>
                  </a:lnTo>
                  <a:lnTo>
                    <a:pt x="1521776" y="233021"/>
                  </a:lnTo>
                  <a:lnTo>
                    <a:pt x="1407888" y="233021"/>
                  </a:lnTo>
                  <a:lnTo>
                    <a:pt x="1387323" y="468498"/>
                  </a:lnTo>
                  <a:cubicBezTo>
                    <a:pt x="1386434" y="474316"/>
                    <a:pt x="1383753" y="479343"/>
                    <a:pt x="1379280" y="483579"/>
                  </a:cubicBezTo>
                  <a:cubicBezTo>
                    <a:pt x="1374808" y="487814"/>
                    <a:pt x="1369419" y="489932"/>
                    <a:pt x="1363115" y="489932"/>
                  </a:cubicBezTo>
                  <a:lnTo>
                    <a:pt x="1310737" y="489932"/>
                  </a:lnTo>
                  <a:cubicBezTo>
                    <a:pt x="1304245" y="489932"/>
                    <a:pt x="1299020" y="487674"/>
                    <a:pt x="1295063" y="483157"/>
                  </a:cubicBezTo>
                  <a:cubicBezTo>
                    <a:pt x="1291106" y="478641"/>
                    <a:pt x="1289338" y="472908"/>
                    <a:pt x="1289759" y="465960"/>
                  </a:cubicBezTo>
                  <a:lnTo>
                    <a:pt x="1310631" y="233021"/>
                  </a:lnTo>
                  <a:lnTo>
                    <a:pt x="1182282" y="233021"/>
                  </a:lnTo>
                  <a:cubicBezTo>
                    <a:pt x="1176732" y="233021"/>
                    <a:pt x="1172052" y="231246"/>
                    <a:pt x="1168241" y="227696"/>
                  </a:cubicBezTo>
                  <a:cubicBezTo>
                    <a:pt x="1164430" y="224145"/>
                    <a:pt x="1162288" y="219750"/>
                    <a:pt x="1161813" y="214511"/>
                  </a:cubicBezTo>
                  <a:lnTo>
                    <a:pt x="1160681" y="195272"/>
                  </a:lnTo>
                  <a:cubicBezTo>
                    <a:pt x="1160312" y="188324"/>
                    <a:pt x="1162557" y="182278"/>
                    <a:pt x="1167416" y="177135"/>
                  </a:cubicBezTo>
                  <a:cubicBezTo>
                    <a:pt x="1172274" y="171993"/>
                    <a:pt x="1178333" y="169421"/>
                    <a:pt x="1185592" y="169421"/>
                  </a:cubicBezTo>
                  <a:lnTo>
                    <a:pt x="1583409" y="169421"/>
                  </a:lnTo>
                  <a:lnTo>
                    <a:pt x="1593586" y="166901"/>
                  </a:lnTo>
                  <a:cubicBezTo>
                    <a:pt x="1595184" y="166380"/>
                    <a:pt x="1597561" y="166120"/>
                    <a:pt x="1600716" y="166120"/>
                  </a:cubicBezTo>
                  <a:close/>
                  <a:moveTo>
                    <a:pt x="709672" y="115050"/>
                  </a:moveTo>
                  <a:cubicBezTo>
                    <a:pt x="695906" y="129887"/>
                    <a:pt x="680896" y="144308"/>
                    <a:pt x="664641" y="158314"/>
                  </a:cubicBezTo>
                  <a:lnTo>
                    <a:pt x="648913" y="170528"/>
                  </a:lnTo>
                  <a:lnTo>
                    <a:pt x="801809" y="170528"/>
                  </a:lnTo>
                  <a:lnTo>
                    <a:pt x="806937" y="115050"/>
                  </a:lnTo>
                  <a:close/>
                  <a:moveTo>
                    <a:pt x="1293193" y="820"/>
                  </a:moveTo>
                  <a:lnTo>
                    <a:pt x="1345096" y="3586"/>
                  </a:lnTo>
                  <a:cubicBezTo>
                    <a:pt x="1350839" y="4066"/>
                    <a:pt x="1355663" y="6395"/>
                    <a:pt x="1359567" y="10571"/>
                  </a:cubicBezTo>
                  <a:cubicBezTo>
                    <a:pt x="1363472" y="14748"/>
                    <a:pt x="1365210" y="19761"/>
                    <a:pt x="1364783" y="25609"/>
                  </a:cubicBezTo>
                  <a:lnTo>
                    <a:pt x="1362667" y="47587"/>
                  </a:lnTo>
                  <a:lnTo>
                    <a:pt x="1456051" y="47587"/>
                  </a:lnTo>
                  <a:lnTo>
                    <a:pt x="1458448" y="21648"/>
                  </a:lnTo>
                  <a:cubicBezTo>
                    <a:pt x="1459291" y="15765"/>
                    <a:pt x="1462193" y="10623"/>
                    <a:pt x="1467155" y="6220"/>
                  </a:cubicBezTo>
                  <a:cubicBezTo>
                    <a:pt x="1472116" y="1818"/>
                    <a:pt x="1477895" y="18"/>
                    <a:pt x="1484492" y="820"/>
                  </a:cubicBezTo>
                  <a:lnTo>
                    <a:pt x="1536396" y="3586"/>
                  </a:lnTo>
                  <a:cubicBezTo>
                    <a:pt x="1542139" y="4066"/>
                    <a:pt x="1546962" y="6395"/>
                    <a:pt x="1550867" y="10571"/>
                  </a:cubicBezTo>
                  <a:cubicBezTo>
                    <a:pt x="1554771" y="14748"/>
                    <a:pt x="1556510" y="19761"/>
                    <a:pt x="1556083" y="25609"/>
                  </a:cubicBezTo>
                  <a:lnTo>
                    <a:pt x="1553967" y="47587"/>
                  </a:lnTo>
                  <a:lnTo>
                    <a:pt x="1622668" y="47587"/>
                  </a:lnTo>
                  <a:lnTo>
                    <a:pt x="1635629" y="44470"/>
                  </a:lnTo>
                  <a:cubicBezTo>
                    <a:pt x="1637121" y="43972"/>
                    <a:pt x="1639451" y="43723"/>
                    <a:pt x="1642618" y="43723"/>
                  </a:cubicBezTo>
                  <a:cubicBezTo>
                    <a:pt x="1649046" y="43723"/>
                    <a:pt x="1654346" y="45944"/>
                    <a:pt x="1658520" y="50384"/>
                  </a:cubicBezTo>
                  <a:cubicBezTo>
                    <a:pt x="1662694" y="54824"/>
                    <a:pt x="1664547" y="60770"/>
                    <a:pt x="1664079" y="68222"/>
                  </a:cubicBezTo>
                  <a:lnTo>
                    <a:pt x="1662419" y="89226"/>
                  </a:lnTo>
                  <a:cubicBezTo>
                    <a:pt x="1661488" y="95747"/>
                    <a:pt x="1657784" y="101130"/>
                    <a:pt x="1651307" y="105374"/>
                  </a:cubicBezTo>
                  <a:cubicBezTo>
                    <a:pt x="1644829" y="109618"/>
                    <a:pt x="1637338" y="111740"/>
                    <a:pt x="1628832" y="111740"/>
                  </a:cubicBezTo>
                  <a:lnTo>
                    <a:pt x="1548496" y="111740"/>
                  </a:lnTo>
                  <a:lnTo>
                    <a:pt x="1546108" y="140989"/>
                  </a:lnTo>
                  <a:cubicBezTo>
                    <a:pt x="1545206" y="146825"/>
                    <a:pt x="1542519" y="151863"/>
                    <a:pt x="1538047" y="156101"/>
                  </a:cubicBezTo>
                  <a:cubicBezTo>
                    <a:pt x="1533574" y="160339"/>
                    <a:pt x="1528186" y="162458"/>
                    <a:pt x="1521881" y="162458"/>
                  </a:cubicBezTo>
                  <a:lnTo>
                    <a:pt x="1469512" y="162458"/>
                  </a:lnTo>
                  <a:cubicBezTo>
                    <a:pt x="1463020" y="162458"/>
                    <a:pt x="1457796" y="160200"/>
                    <a:pt x="1453838" y="155684"/>
                  </a:cubicBezTo>
                  <a:cubicBezTo>
                    <a:pt x="1449881" y="151168"/>
                    <a:pt x="1448137" y="145101"/>
                    <a:pt x="1448605" y="137485"/>
                  </a:cubicBezTo>
                  <a:lnTo>
                    <a:pt x="1451213" y="111740"/>
                  </a:lnTo>
                  <a:lnTo>
                    <a:pt x="1357196" y="111740"/>
                  </a:lnTo>
                  <a:lnTo>
                    <a:pt x="1354808" y="140989"/>
                  </a:lnTo>
                  <a:cubicBezTo>
                    <a:pt x="1353907" y="146831"/>
                    <a:pt x="1351219" y="151870"/>
                    <a:pt x="1346747" y="156105"/>
                  </a:cubicBezTo>
                  <a:cubicBezTo>
                    <a:pt x="1342275" y="160341"/>
                    <a:pt x="1336886" y="162458"/>
                    <a:pt x="1330581" y="162458"/>
                  </a:cubicBezTo>
                  <a:lnTo>
                    <a:pt x="1278212" y="162458"/>
                  </a:lnTo>
                  <a:cubicBezTo>
                    <a:pt x="1271721" y="162458"/>
                    <a:pt x="1266496" y="160200"/>
                    <a:pt x="1262539" y="155684"/>
                  </a:cubicBezTo>
                  <a:cubicBezTo>
                    <a:pt x="1258582" y="151168"/>
                    <a:pt x="1256837" y="145101"/>
                    <a:pt x="1257305" y="137485"/>
                  </a:cubicBezTo>
                  <a:lnTo>
                    <a:pt x="1259913" y="111740"/>
                  </a:lnTo>
                  <a:lnTo>
                    <a:pt x="1174019" y="111740"/>
                  </a:lnTo>
                  <a:cubicBezTo>
                    <a:pt x="1168463" y="111740"/>
                    <a:pt x="1163780" y="109962"/>
                    <a:pt x="1159969" y="106406"/>
                  </a:cubicBezTo>
                  <a:cubicBezTo>
                    <a:pt x="1156158" y="102849"/>
                    <a:pt x="1154013" y="98449"/>
                    <a:pt x="1153533" y="93204"/>
                  </a:cubicBezTo>
                  <a:lnTo>
                    <a:pt x="1152409" y="73438"/>
                  </a:lnTo>
                  <a:cubicBezTo>
                    <a:pt x="1152040" y="66489"/>
                    <a:pt x="1154287" y="60444"/>
                    <a:pt x="1159148" y="55301"/>
                  </a:cubicBezTo>
                  <a:cubicBezTo>
                    <a:pt x="1164010" y="50158"/>
                    <a:pt x="1170067" y="47587"/>
                    <a:pt x="1177320" y="47587"/>
                  </a:cubicBezTo>
                  <a:lnTo>
                    <a:pt x="1264751" y="47587"/>
                  </a:lnTo>
                  <a:lnTo>
                    <a:pt x="1267149" y="21648"/>
                  </a:lnTo>
                  <a:cubicBezTo>
                    <a:pt x="1267992" y="15765"/>
                    <a:pt x="1270894" y="10623"/>
                    <a:pt x="1275855" y="6220"/>
                  </a:cubicBezTo>
                  <a:cubicBezTo>
                    <a:pt x="1280816" y="1818"/>
                    <a:pt x="1286595" y="18"/>
                    <a:pt x="1293193" y="820"/>
                  </a:cubicBezTo>
                  <a:close/>
                  <a:moveTo>
                    <a:pt x="245000" y="820"/>
                  </a:moveTo>
                  <a:lnTo>
                    <a:pt x="298001" y="3586"/>
                  </a:lnTo>
                  <a:cubicBezTo>
                    <a:pt x="303896" y="4078"/>
                    <a:pt x="308668" y="6409"/>
                    <a:pt x="312318" y="10580"/>
                  </a:cubicBezTo>
                  <a:cubicBezTo>
                    <a:pt x="315968" y="14751"/>
                    <a:pt x="317562" y="19983"/>
                    <a:pt x="317099" y="26276"/>
                  </a:cubicBezTo>
                  <a:lnTo>
                    <a:pt x="316142" y="29393"/>
                  </a:lnTo>
                  <a:lnTo>
                    <a:pt x="464776" y="29393"/>
                  </a:lnTo>
                  <a:lnTo>
                    <a:pt x="477763" y="26267"/>
                  </a:lnTo>
                  <a:cubicBezTo>
                    <a:pt x="479249" y="25781"/>
                    <a:pt x="481573" y="25538"/>
                    <a:pt x="484735" y="25538"/>
                  </a:cubicBezTo>
                  <a:cubicBezTo>
                    <a:pt x="491232" y="25538"/>
                    <a:pt x="496458" y="27770"/>
                    <a:pt x="500413" y="32234"/>
                  </a:cubicBezTo>
                  <a:cubicBezTo>
                    <a:pt x="504367" y="36697"/>
                    <a:pt x="506131" y="42360"/>
                    <a:pt x="505703" y="49220"/>
                  </a:cubicBezTo>
                  <a:lnTo>
                    <a:pt x="504035" y="71480"/>
                  </a:lnTo>
                  <a:cubicBezTo>
                    <a:pt x="502964" y="77386"/>
                    <a:pt x="499564" y="82173"/>
                    <a:pt x="493836" y="85841"/>
                  </a:cubicBezTo>
                  <a:cubicBezTo>
                    <a:pt x="488108" y="89508"/>
                    <a:pt x="481767" y="91342"/>
                    <a:pt x="474812" y="91342"/>
                  </a:cubicBezTo>
                  <a:lnTo>
                    <a:pt x="311146" y="91342"/>
                  </a:lnTo>
                  <a:lnTo>
                    <a:pt x="310074" y="97208"/>
                  </a:lnTo>
                  <a:lnTo>
                    <a:pt x="428467" y="97208"/>
                  </a:lnTo>
                  <a:lnTo>
                    <a:pt x="440066" y="94178"/>
                  </a:lnTo>
                  <a:cubicBezTo>
                    <a:pt x="441682" y="93622"/>
                    <a:pt x="444076" y="93344"/>
                    <a:pt x="447249" y="93344"/>
                  </a:cubicBezTo>
                  <a:cubicBezTo>
                    <a:pt x="454116" y="93344"/>
                    <a:pt x="459525" y="95577"/>
                    <a:pt x="463476" y="100044"/>
                  </a:cubicBezTo>
                  <a:cubicBezTo>
                    <a:pt x="467427" y="104510"/>
                    <a:pt x="469189" y="110174"/>
                    <a:pt x="468762" y="117035"/>
                  </a:cubicBezTo>
                  <a:lnTo>
                    <a:pt x="467647" y="133806"/>
                  </a:lnTo>
                  <a:cubicBezTo>
                    <a:pt x="466570" y="139701"/>
                    <a:pt x="463170" y="144481"/>
                    <a:pt x="457448" y="148145"/>
                  </a:cubicBezTo>
                  <a:cubicBezTo>
                    <a:pt x="451726" y="151810"/>
                    <a:pt x="445385" y="153642"/>
                    <a:pt x="438424" y="153642"/>
                  </a:cubicBezTo>
                  <a:lnTo>
                    <a:pt x="305631" y="153642"/>
                  </a:lnTo>
                  <a:lnTo>
                    <a:pt x="304569" y="159499"/>
                  </a:lnTo>
                  <a:lnTo>
                    <a:pt x="470176" y="159499"/>
                  </a:lnTo>
                  <a:lnTo>
                    <a:pt x="482557" y="156426"/>
                  </a:lnTo>
                  <a:cubicBezTo>
                    <a:pt x="484155" y="155905"/>
                    <a:pt x="486535" y="155644"/>
                    <a:pt x="489696" y="155644"/>
                  </a:cubicBezTo>
                  <a:cubicBezTo>
                    <a:pt x="496562" y="155644"/>
                    <a:pt x="501971" y="157876"/>
                    <a:pt x="505923" y="162340"/>
                  </a:cubicBezTo>
                  <a:cubicBezTo>
                    <a:pt x="509874" y="166803"/>
                    <a:pt x="511639" y="172468"/>
                    <a:pt x="511218" y="179335"/>
                  </a:cubicBezTo>
                  <a:lnTo>
                    <a:pt x="509558" y="200875"/>
                  </a:lnTo>
                  <a:cubicBezTo>
                    <a:pt x="509031" y="206775"/>
                    <a:pt x="505857" y="211587"/>
                    <a:pt x="500035" y="215310"/>
                  </a:cubicBezTo>
                  <a:cubicBezTo>
                    <a:pt x="494213" y="219033"/>
                    <a:pt x="487644" y="220895"/>
                    <a:pt x="480327" y="220895"/>
                  </a:cubicBezTo>
                  <a:lnTo>
                    <a:pt x="21641" y="220895"/>
                  </a:lnTo>
                  <a:cubicBezTo>
                    <a:pt x="16091" y="220895"/>
                    <a:pt x="11411" y="219117"/>
                    <a:pt x="7600" y="215561"/>
                  </a:cubicBezTo>
                  <a:cubicBezTo>
                    <a:pt x="3789" y="212004"/>
                    <a:pt x="1644" y="207580"/>
                    <a:pt x="1164" y="202288"/>
                  </a:cubicBezTo>
                  <a:lnTo>
                    <a:pt x="40" y="185394"/>
                  </a:lnTo>
                  <a:cubicBezTo>
                    <a:pt x="-329" y="178416"/>
                    <a:pt x="1916" y="172356"/>
                    <a:pt x="6775" y="167213"/>
                  </a:cubicBezTo>
                  <a:cubicBezTo>
                    <a:pt x="11634" y="162070"/>
                    <a:pt x="17692" y="159499"/>
                    <a:pt x="24951" y="159499"/>
                  </a:cubicBezTo>
                  <a:lnTo>
                    <a:pt x="206680" y="159499"/>
                  </a:lnTo>
                  <a:lnTo>
                    <a:pt x="207874" y="153642"/>
                  </a:lnTo>
                  <a:lnTo>
                    <a:pt x="74572" y="153642"/>
                  </a:lnTo>
                  <a:cubicBezTo>
                    <a:pt x="69016" y="153642"/>
                    <a:pt x="64333" y="151864"/>
                    <a:pt x="60522" y="148308"/>
                  </a:cubicBezTo>
                  <a:cubicBezTo>
                    <a:pt x="56712" y="144752"/>
                    <a:pt x="54563" y="140310"/>
                    <a:pt x="54077" y="134983"/>
                  </a:cubicBezTo>
                  <a:lnTo>
                    <a:pt x="53515" y="123102"/>
                  </a:lnTo>
                  <a:cubicBezTo>
                    <a:pt x="53146" y="116125"/>
                    <a:pt x="55391" y="110064"/>
                    <a:pt x="60250" y="104922"/>
                  </a:cubicBezTo>
                  <a:cubicBezTo>
                    <a:pt x="65109" y="99779"/>
                    <a:pt x="71352" y="97208"/>
                    <a:pt x="78980" y="97208"/>
                  </a:cubicBezTo>
                  <a:lnTo>
                    <a:pt x="212194" y="97208"/>
                  </a:lnTo>
                  <a:lnTo>
                    <a:pt x="213388" y="91342"/>
                  </a:lnTo>
                  <a:lnTo>
                    <a:pt x="49757" y="91342"/>
                  </a:lnTo>
                  <a:cubicBezTo>
                    <a:pt x="44208" y="91342"/>
                    <a:pt x="39438" y="89598"/>
                    <a:pt x="35449" y="86109"/>
                  </a:cubicBezTo>
                  <a:cubicBezTo>
                    <a:pt x="31459" y="82620"/>
                    <a:pt x="29216" y="78147"/>
                    <a:pt x="28718" y="72692"/>
                  </a:cubicBezTo>
                  <a:lnTo>
                    <a:pt x="28174" y="55007"/>
                  </a:lnTo>
                  <a:cubicBezTo>
                    <a:pt x="27793" y="47438"/>
                    <a:pt x="29953" y="41277"/>
                    <a:pt x="34654" y="36523"/>
                  </a:cubicBezTo>
                  <a:cubicBezTo>
                    <a:pt x="39355" y="31770"/>
                    <a:pt x="45308" y="29393"/>
                    <a:pt x="52514" y="29393"/>
                  </a:cubicBezTo>
                  <a:lnTo>
                    <a:pt x="218235" y="29393"/>
                  </a:lnTo>
                  <a:lnTo>
                    <a:pt x="218982" y="21605"/>
                  </a:lnTo>
                  <a:cubicBezTo>
                    <a:pt x="219813" y="15751"/>
                    <a:pt x="222709" y="10623"/>
                    <a:pt x="227670" y="6220"/>
                  </a:cubicBezTo>
                  <a:cubicBezTo>
                    <a:pt x="232632" y="1818"/>
                    <a:pt x="238408" y="18"/>
                    <a:pt x="245000" y="820"/>
                  </a:cubicBezTo>
                  <a:close/>
                  <a:moveTo>
                    <a:pt x="692751" y="293"/>
                  </a:moveTo>
                  <a:lnTo>
                    <a:pt x="748913" y="3560"/>
                  </a:lnTo>
                  <a:cubicBezTo>
                    <a:pt x="755891" y="4022"/>
                    <a:pt x="761553" y="6305"/>
                    <a:pt x="765900" y="10409"/>
                  </a:cubicBezTo>
                  <a:cubicBezTo>
                    <a:pt x="770246" y="14512"/>
                    <a:pt x="772420" y="19219"/>
                    <a:pt x="772420" y="24529"/>
                  </a:cubicBezTo>
                  <a:cubicBezTo>
                    <a:pt x="772420" y="27976"/>
                    <a:pt x="771869" y="30658"/>
                    <a:pt x="770769" y="32572"/>
                  </a:cubicBezTo>
                  <a:cubicBezTo>
                    <a:pt x="766132" y="41704"/>
                    <a:pt x="761171" y="47628"/>
                    <a:pt x="755885" y="50344"/>
                  </a:cubicBezTo>
                  <a:lnTo>
                    <a:pt x="1028996" y="50344"/>
                  </a:lnTo>
                  <a:lnTo>
                    <a:pt x="1041377" y="47271"/>
                  </a:lnTo>
                  <a:cubicBezTo>
                    <a:pt x="1042964" y="46744"/>
                    <a:pt x="1045343" y="46481"/>
                    <a:pt x="1048516" y="46481"/>
                  </a:cubicBezTo>
                  <a:cubicBezTo>
                    <a:pt x="1055383" y="46481"/>
                    <a:pt x="1060792" y="48714"/>
                    <a:pt x="1064743" y="53180"/>
                  </a:cubicBezTo>
                  <a:cubicBezTo>
                    <a:pt x="1068695" y="57647"/>
                    <a:pt x="1070448" y="63466"/>
                    <a:pt x="1070003" y="70637"/>
                  </a:cubicBezTo>
                  <a:lnTo>
                    <a:pt x="1067825" y="95118"/>
                  </a:lnTo>
                  <a:cubicBezTo>
                    <a:pt x="1066748" y="101071"/>
                    <a:pt x="1063346" y="105882"/>
                    <a:pt x="1057617" y="109549"/>
                  </a:cubicBezTo>
                  <a:cubicBezTo>
                    <a:pt x="1051889" y="113217"/>
                    <a:pt x="1045364" y="115050"/>
                    <a:pt x="1038041" y="115050"/>
                  </a:cubicBezTo>
                  <a:lnTo>
                    <a:pt x="904220" y="115050"/>
                  </a:lnTo>
                  <a:lnTo>
                    <a:pt x="899224" y="170528"/>
                  </a:lnTo>
                  <a:lnTo>
                    <a:pt x="1003637" y="170528"/>
                  </a:lnTo>
                  <a:lnTo>
                    <a:pt x="1016018" y="167455"/>
                  </a:lnTo>
                  <a:cubicBezTo>
                    <a:pt x="1017605" y="166928"/>
                    <a:pt x="1019984" y="166664"/>
                    <a:pt x="1023157" y="166664"/>
                  </a:cubicBezTo>
                  <a:cubicBezTo>
                    <a:pt x="1029953" y="166664"/>
                    <a:pt x="1035437" y="168883"/>
                    <a:pt x="1039608" y="173320"/>
                  </a:cubicBezTo>
                  <a:cubicBezTo>
                    <a:pt x="1043779" y="177757"/>
                    <a:pt x="1045639" y="183588"/>
                    <a:pt x="1045188" y="190812"/>
                  </a:cubicBezTo>
                  <a:lnTo>
                    <a:pt x="1043019" y="214704"/>
                  </a:lnTo>
                  <a:cubicBezTo>
                    <a:pt x="1042475" y="220640"/>
                    <a:pt x="1039206" y="225454"/>
                    <a:pt x="1033211" y="229144"/>
                  </a:cubicBezTo>
                  <a:cubicBezTo>
                    <a:pt x="1027217" y="232835"/>
                    <a:pt x="1020558" y="234681"/>
                    <a:pt x="1013235" y="234681"/>
                  </a:cubicBezTo>
                  <a:lnTo>
                    <a:pt x="894272" y="234681"/>
                  </a:lnTo>
                  <a:lnTo>
                    <a:pt x="887642" y="305595"/>
                  </a:lnTo>
                  <a:lnTo>
                    <a:pt x="1028013" y="305595"/>
                  </a:lnTo>
                  <a:lnTo>
                    <a:pt x="1040973" y="302478"/>
                  </a:lnTo>
                  <a:cubicBezTo>
                    <a:pt x="1042466" y="301980"/>
                    <a:pt x="1044796" y="301731"/>
                    <a:pt x="1047963" y="301731"/>
                  </a:cubicBezTo>
                  <a:cubicBezTo>
                    <a:pt x="1054923" y="301731"/>
                    <a:pt x="1060265" y="303976"/>
                    <a:pt x="1063988" y="308466"/>
                  </a:cubicBezTo>
                  <a:cubicBezTo>
                    <a:pt x="1067711" y="312956"/>
                    <a:pt x="1069347" y="318772"/>
                    <a:pt x="1068897" y="325914"/>
                  </a:cubicBezTo>
                  <a:lnTo>
                    <a:pt x="1066728" y="350325"/>
                  </a:lnTo>
                  <a:cubicBezTo>
                    <a:pt x="1066189" y="356190"/>
                    <a:pt x="1063126" y="360986"/>
                    <a:pt x="1057538" y="364712"/>
                  </a:cubicBezTo>
                  <a:cubicBezTo>
                    <a:pt x="1051951" y="368438"/>
                    <a:pt x="1045452" y="370301"/>
                    <a:pt x="1038041" y="370301"/>
                  </a:cubicBezTo>
                  <a:lnTo>
                    <a:pt x="882154" y="370301"/>
                  </a:lnTo>
                  <a:lnTo>
                    <a:pt x="873716" y="468489"/>
                  </a:lnTo>
                  <a:cubicBezTo>
                    <a:pt x="872820" y="474313"/>
                    <a:pt x="870136" y="479343"/>
                    <a:pt x="865663" y="483579"/>
                  </a:cubicBezTo>
                  <a:cubicBezTo>
                    <a:pt x="861191" y="487814"/>
                    <a:pt x="855803" y="489932"/>
                    <a:pt x="849498" y="489932"/>
                  </a:cubicBezTo>
                  <a:lnTo>
                    <a:pt x="797120" y="489932"/>
                  </a:lnTo>
                  <a:cubicBezTo>
                    <a:pt x="790628" y="489932"/>
                    <a:pt x="785405" y="487674"/>
                    <a:pt x="781451" y="483157"/>
                  </a:cubicBezTo>
                  <a:cubicBezTo>
                    <a:pt x="777496" y="478641"/>
                    <a:pt x="775727" y="472908"/>
                    <a:pt x="776143" y="465960"/>
                  </a:cubicBezTo>
                  <a:lnTo>
                    <a:pt x="784888" y="370301"/>
                  </a:lnTo>
                  <a:lnTo>
                    <a:pt x="579364" y="370301"/>
                  </a:lnTo>
                  <a:cubicBezTo>
                    <a:pt x="573808" y="370301"/>
                    <a:pt x="569122" y="368520"/>
                    <a:pt x="565305" y="364958"/>
                  </a:cubicBezTo>
                  <a:cubicBezTo>
                    <a:pt x="561489" y="361396"/>
                    <a:pt x="559352" y="356861"/>
                    <a:pt x="558895" y="351352"/>
                  </a:cubicBezTo>
                  <a:lnTo>
                    <a:pt x="557754" y="330893"/>
                  </a:lnTo>
                  <a:cubicBezTo>
                    <a:pt x="557385" y="323482"/>
                    <a:pt x="559658" y="317413"/>
                    <a:pt x="564572" y="312686"/>
                  </a:cubicBezTo>
                  <a:cubicBezTo>
                    <a:pt x="569487" y="307959"/>
                    <a:pt x="575518" y="305595"/>
                    <a:pt x="582665" y="305595"/>
                  </a:cubicBezTo>
                  <a:lnTo>
                    <a:pt x="612748" y="305595"/>
                  </a:lnTo>
                  <a:lnTo>
                    <a:pt x="622864" y="191567"/>
                  </a:lnTo>
                  <a:lnTo>
                    <a:pt x="623626" y="190166"/>
                  </a:lnTo>
                  <a:lnTo>
                    <a:pt x="612143" y="199083"/>
                  </a:lnTo>
                  <a:cubicBezTo>
                    <a:pt x="608279" y="201495"/>
                    <a:pt x="603968" y="202701"/>
                    <a:pt x="599208" y="202701"/>
                  </a:cubicBezTo>
                  <a:cubicBezTo>
                    <a:pt x="595122" y="202701"/>
                    <a:pt x="591068" y="201442"/>
                    <a:pt x="587047" y="198925"/>
                  </a:cubicBezTo>
                  <a:lnTo>
                    <a:pt x="570802" y="185490"/>
                  </a:lnTo>
                  <a:cubicBezTo>
                    <a:pt x="565411" y="181082"/>
                    <a:pt x="562715" y="175574"/>
                    <a:pt x="562715" y="168965"/>
                  </a:cubicBezTo>
                  <a:cubicBezTo>
                    <a:pt x="562715" y="163802"/>
                    <a:pt x="565086" y="158372"/>
                    <a:pt x="569828" y="152676"/>
                  </a:cubicBezTo>
                  <a:cubicBezTo>
                    <a:pt x="613100" y="105406"/>
                    <a:pt x="646754" y="58633"/>
                    <a:pt x="670790" y="12358"/>
                  </a:cubicBezTo>
                  <a:cubicBezTo>
                    <a:pt x="672587" y="8729"/>
                    <a:pt x="675470" y="5606"/>
                    <a:pt x="679439" y="2989"/>
                  </a:cubicBezTo>
                  <a:cubicBezTo>
                    <a:pt x="683408" y="372"/>
                    <a:pt x="687845" y="-526"/>
                    <a:pt x="692751" y="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 b="1" dirty="0">
                <a:solidFill>
                  <a:schemeClr val="accent2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62DB0A8-BD17-9618-C3E3-C4440D415BEE}"/>
                </a:ext>
              </a:extLst>
            </p:cNvPr>
            <p:cNvSpPr txBox="1"/>
            <p:nvPr/>
          </p:nvSpPr>
          <p:spPr>
            <a:xfrm>
              <a:off x="960027" y="2159000"/>
              <a:ext cx="1301340" cy="547164"/>
            </a:xfrm>
            <a:custGeom>
              <a:avLst/>
              <a:gdLst/>
              <a:ahLst/>
              <a:cxnLst/>
              <a:rect l="l" t="t" r="r" b="b"/>
              <a:pathLst>
                <a:path w="1082200" h="455024">
                  <a:moveTo>
                    <a:pt x="238886" y="225686"/>
                  </a:moveTo>
                  <a:lnTo>
                    <a:pt x="198723" y="390871"/>
                  </a:lnTo>
                  <a:lnTo>
                    <a:pt x="348875" y="390871"/>
                  </a:lnTo>
                  <a:lnTo>
                    <a:pt x="363899" y="225686"/>
                  </a:lnTo>
                  <a:close/>
                  <a:moveTo>
                    <a:pt x="953822" y="69114"/>
                  </a:moveTo>
                  <a:lnTo>
                    <a:pt x="935154" y="276213"/>
                  </a:lnTo>
                  <a:lnTo>
                    <a:pt x="941572" y="275096"/>
                  </a:lnTo>
                  <a:cubicBezTo>
                    <a:pt x="948509" y="275096"/>
                    <a:pt x="953936" y="277431"/>
                    <a:pt x="957852" y="282103"/>
                  </a:cubicBezTo>
                  <a:lnTo>
                    <a:pt x="962029" y="295861"/>
                  </a:lnTo>
                  <a:lnTo>
                    <a:pt x="982254" y="69114"/>
                  </a:lnTo>
                  <a:close/>
                  <a:moveTo>
                    <a:pt x="842454" y="69114"/>
                  </a:moveTo>
                  <a:lnTo>
                    <a:pt x="832979" y="176487"/>
                  </a:lnTo>
                  <a:cubicBezTo>
                    <a:pt x="826640" y="246587"/>
                    <a:pt x="808630" y="303262"/>
                    <a:pt x="778951" y="346510"/>
                  </a:cubicBezTo>
                  <a:cubicBezTo>
                    <a:pt x="773395" y="354536"/>
                    <a:pt x="766570" y="358166"/>
                    <a:pt x="758474" y="357399"/>
                  </a:cubicBezTo>
                  <a:lnTo>
                    <a:pt x="721761" y="355239"/>
                  </a:lnTo>
                  <a:cubicBezTo>
                    <a:pt x="715134" y="354764"/>
                    <a:pt x="709758" y="352344"/>
                    <a:pt x="705631" y="347977"/>
                  </a:cubicBezTo>
                  <a:lnTo>
                    <a:pt x="704399" y="344904"/>
                  </a:lnTo>
                  <a:lnTo>
                    <a:pt x="700757" y="385910"/>
                  </a:lnTo>
                  <a:lnTo>
                    <a:pt x="953997" y="385910"/>
                  </a:lnTo>
                  <a:lnTo>
                    <a:pt x="959143" y="328222"/>
                  </a:lnTo>
                  <a:lnTo>
                    <a:pt x="958119" y="330702"/>
                  </a:lnTo>
                  <a:cubicBezTo>
                    <a:pt x="956464" y="333053"/>
                    <a:pt x="954255" y="335092"/>
                    <a:pt x="951490" y="336821"/>
                  </a:cubicBezTo>
                  <a:cubicBezTo>
                    <a:pt x="945961" y="340277"/>
                    <a:pt x="939714" y="342006"/>
                    <a:pt x="932748" y="342006"/>
                  </a:cubicBezTo>
                  <a:lnTo>
                    <a:pt x="872107" y="342006"/>
                  </a:lnTo>
                  <a:cubicBezTo>
                    <a:pt x="864889" y="342006"/>
                    <a:pt x="858564" y="339963"/>
                    <a:pt x="853131" y="335877"/>
                  </a:cubicBezTo>
                  <a:cubicBezTo>
                    <a:pt x="847699" y="331791"/>
                    <a:pt x="845167" y="326683"/>
                    <a:pt x="845536" y="320554"/>
                  </a:cubicBezTo>
                  <a:lnTo>
                    <a:pt x="868138" y="69114"/>
                  </a:lnTo>
                  <a:close/>
                  <a:moveTo>
                    <a:pt x="728891" y="69114"/>
                  </a:moveTo>
                  <a:lnTo>
                    <a:pt x="707665" y="308125"/>
                  </a:lnTo>
                  <a:lnTo>
                    <a:pt x="732010" y="252777"/>
                  </a:lnTo>
                  <a:cubicBezTo>
                    <a:pt x="739177" y="230200"/>
                    <a:pt x="743757" y="207220"/>
                    <a:pt x="745750" y="183836"/>
                  </a:cubicBezTo>
                  <a:lnTo>
                    <a:pt x="756226" y="69114"/>
                  </a:lnTo>
                  <a:close/>
                  <a:moveTo>
                    <a:pt x="1060096" y="553"/>
                  </a:moveTo>
                  <a:cubicBezTo>
                    <a:pt x="1066957" y="553"/>
                    <a:pt x="1072457" y="2876"/>
                    <a:pt x="1076596" y="7521"/>
                  </a:cubicBezTo>
                  <a:cubicBezTo>
                    <a:pt x="1080734" y="12166"/>
                    <a:pt x="1082581" y="18089"/>
                    <a:pt x="1082136" y="25289"/>
                  </a:cubicBezTo>
                  <a:lnTo>
                    <a:pt x="1046890" y="430675"/>
                  </a:lnTo>
                  <a:cubicBezTo>
                    <a:pt x="1046340" y="436224"/>
                    <a:pt x="1043067" y="440843"/>
                    <a:pt x="1037073" y="444531"/>
                  </a:cubicBezTo>
                  <a:cubicBezTo>
                    <a:pt x="1031079" y="448219"/>
                    <a:pt x="1024604" y="450063"/>
                    <a:pt x="1017650" y="450063"/>
                  </a:cubicBezTo>
                  <a:lnTo>
                    <a:pt x="622371" y="450063"/>
                  </a:lnTo>
                  <a:cubicBezTo>
                    <a:pt x="615878" y="450063"/>
                    <a:pt x="610654" y="447805"/>
                    <a:pt x="606697" y="443289"/>
                  </a:cubicBezTo>
                  <a:cubicBezTo>
                    <a:pt x="602739" y="438772"/>
                    <a:pt x="600971" y="433022"/>
                    <a:pt x="601393" y="426039"/>
                  </a:cubicBezTo>
                  <a:lnTo>
                    <a:pt x="636104" y="26000"/>
                  </a:lnTo>
                  <a:cubicBezTo>
                    <a:pt x="636958" y="20439"/>
                    <a:pt x="639620" y="15542"/>
                    <a:pt x="644090" y="11310"/>
                  </a:cubicBezTo>
                  <a:cubicBezTo>
                    <a:pt x="648559" y="7077"/>
                    <a:pt x="653999" y="4961"/>
                    <a:pt x="660409" y="4961"/>
                  </a:cubicBezTo>
                  <a:lnTo>
                    <a:pt x="1040190" y="4961"/>
                  </a:lnTo>
                  <a:lnTo>
                    <a:pt x="1053467" y="1379"/>
                  </a:lnTo>
                  <a:cubicBezTo>
                    <a:pt x="1055094" y="828"/>
                    <a:pt x="1057304" y="553"/>
                    <a:pt x="1060096" y="553"/>
                  </a:cubicBezTo>
                  <a:close/>
                  <a:moveTo>
                    <a:pt x="505684" y="0"/>
                  </a:moveTo>
                  <a:cubicBezTo>
                    <a:pt x="512673" y="0"/>
                    <a:pt x="518207" y="2525"/>
                    <a:pt x="522284" y="7574"/>
                  </a:cubicBezTo>
                  <a:cubicBezTo>
                    <a:pt x="526361" y="12623"/>
                    <a:pt x="528175" y="18697"/>
                    <a:pt x="527724" y="25798"/>
                  </a:cubicBezTo>
                  <a:lnTo>
                    <a:pt x="525555" y="49691"/>
                  </a:lnTo>
                  <a:cubicBezTo>
                    <a:pt x="525016" y="55557"/>
                    <a:pt x="521953" y="60352"/>
                    <a:pt x="516366" y="64078"/>
                  </a:cubicBezTo>
                  <a:cubicBezTo>
                    <a:pt x="510778" y="67804"/>
                    <a:pt x="504279" y="69667"/>
                    <a:pt x="496868" y="69667"/>
                  </a:cubicBezTo>
                  <a:lnTo>
                    <a:pt x="275801" y="69667"/>
                  </a:lnTo>
                  <a:lnTo>
                    <a:pt x="252751" y="160980"/>
                  </a:lnTo>
                  <a:lnTo>
                    <a:pt x="424057" y="160980"/>
                  </a:lnTo>
                  <a:lnTo>
                    <a:pt x="435876" y="157871"/>
                  </a:lnTo>
                  <a:cubicBezTo>
                    <a:pt x="439271" y="156999"/>
                    <a:pt x="441777" y="156563"/>
                    <a:pt x="443392" y="156563"/>
                  </a:cubicBezTo>
                  <a:cubicBezTo>
                    <a:pt x="450329" y="156563"/>
                    <a:pt x="455756" y="158897"/>
                    <a:pt x="459672" y="163566"/>
                  </a:cubicBezTo>
                  <a:cubicBezTo>
                    <a:pt x="463589" y="168234"/>
                    <a:pt x="465324" y="174148"/>
                    <a:pt x="464879" y="181307"/>
                  </a:cubicBezTo>
                  <a:lnTo>
                    <a:pt x="446255" y="390871"/>
                  </a:lnTo>
                  <a:lnTo>
                    <a:pt x="469928" y="390871"/>
                  </a:lnTo>
                  <a:lnTo>
                    <a:pt x="480009" y="387368"/>
                  </a:lnTo>
                  <a:cubicBezTo>
                    <a:pt x="483626" y="386027"/>
                    <a:pt x="486673" y="385357"/>
                    <a:pt x="489150" y="385357"/>
                  </a:cubicBezTo>
                  <a:cubicBezTo>
                    <a:pt x="496004" y="385357"/>
                    <a:pt x="501595" y="387769"/>
                    <a:pt x="505921" y="392592"/>
                  </a:cubicBezTo>
                  <a:cubicBezTo>
                    <a:pt x="510247" y="397416"/>
                    <a:pt x="512188" y="403583"/>
                    <a:pt x="511743" y="411094"/>
                  </a:cubicBezTo>
                  <a:lnTo>
                    <a:pt x="509565" y="435048"/>
                  </a:lnTo>
                  <a:cubicBezTo>
                    <a:pt x="509021" y="440984"/>
                    <a:pt x="505751" y="445797"/>
                    <a:pt x="499757" y="449488"/>
                  </a:cubicBezTo>
                  <a:cubicBezTo>
                    <a:pt x="493762" y="453179"/>
                    <a:pt x="487104" y="455024"/>
                    <a:pt x="479780" y="455024"/>
                  </a:cubicBezTo>
                  <a:lnTo>
                    <a:pt x="21095" y="455024"/>
                  </a:lnTo>
                  <a:cubicBezTo>
                    <a:pt x="15545" y="455024"/>
                    <a:pt x="10833" y="453215"/>
                    <a:pt x="6957" y="449598"/>
                  </a:cubicBezTo>
                  <a:cubicBezTo>
                    <a:pt x="3082" y="445980"/>
                    <a:pt x="1144" y="441437"/>
                    <a:pt x="1144" y="435970"/>
                  </a:cubicBezTo>
                  <a:lnTo>
                    <a:pt x="38" y="416125"/>
                  </a:lnTo>
                  <a:cubicBezTo>
                    <a:pt x="-325" y="408732"/>
                    <a:pt x="1951" y="402674"/>
                    <a:pt x="6865" y="397953"/>
                  </a:cubicBezTo>
                  <a:cubicBezTo>
                    <a:pt x="11780" y="393232"/>
                    <a:pt x="17811" y="390871"/>
                    <a:pt x="24958" y="390871"/>
                  </a:cubicBezTo>
                  <a:lnTo>
                    <a:pt x="101396" y="390871"/>
                  </a:lnTo>
                  <a:lnTo>
                    <a:pt x="141726" y="225686"/>
                  </a:lnTo>
                  <a:lnTo>
                    <a:pt x="71813" y="225686"/>
                  </a:lnTo>
                  <a:cubicBezTo>
                    <a:pt x="66263" y="225686"/>
                    <a:pt x="61583" y="223908"/>
                    <a:pt x="57772" y="220351"/>
                  </a:cubicBezTo>
                  <a:cubicBezTo>
                    <a:pt x="53961" y="216795"/>
                    <a:pt x="51816" y="212377"/>
                    <a:pt x="51336" y="207097"/>
                  </a:cubicBezTo>
                  <a:lnTo>
                    <a:pt x="50212" y="186277"/>
                  </a:lnTo>
                  <a:cubicBezTo>
                    <a:pt x="49843" y="178860"/>
                    <a:pt x="52116" y="172790"/>
                    <a:pt x="57030" y="168066"/>
                  </a:cubicBezTo>
                  <a:cubicBezTo>
                    <a:pt x="61945" y="163342"/>
                    <a:pt x="67976" y="160980"/>
                    <a:pt x="75123" y="160980"/>
                  </a:cubicBezTo>
                  <a:lnTo>
                    <a:pt x="155433" y="160980"/>
                  </a:lnTo>
                  <a:lnTo>
                    <a:pt x="178658" y="69667"/>
                  </a:lnTo>
                  <a:lnTo>
                    <a:pt x="70715" y="69667"/>
                  </a:lnTo>
                  <a:cubicBezTo>
                    <a:pt x="64861" y="69667"/>
                    <a:pt x="59981" y="67974"/>
                    <a:pt x="56073" y="64588"/>
                  </a:cubicBezTo>
                  <a:cubicBezTo>
                    <a:pt x="52166" y="61201"/>
                    <a:pt x="50212" y="56543"/>
                    <a:pt x="50212" y="50613"/>
                  </a:cubicBezTo>
                  <a:lnTo>
                    <a:pt x="49106" y="30812"/>
                  </a:lnTo>
                  <a:cubicBezTo>
                    <a:pt x="48737" y="23395"/>
                    <a:pt x="51010" y="17325"/>
                    <a:pt x="55924" y="12601"/>
                  </a:cubicBezTo>
                  <a:cubicBezTo>
                    <a:pt x="60838" y="7877"/>
                    <a:pt x="66872" y="5515"/>
                    <a:pt x="74026" y="5515"/>
                  </a:cubicBezTo>
                  <a:lnTo>
                    <a:pt x="486340" y="5515"/>
                  </a:lnTo>
                  <a:lnTo>
                    <a:pt x="495955" y="2011"/>
                  </a:lnTo>
                  <a:cubicBezTo>
                    <a:pt x="499602" y="670"/>
                    <a:pt x="502845" y="0"/>
                    <a:pt x="5056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 b="1" dirty="0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A074C8C3-3A4C-DF10-1BBE-FB00C421C906}"/>
              </a:ext>
            </a:extLst>
          </p:cNvPr>
          <p:cNvGrpSpPr/>
          <p:nvPr/>
        </p:nvGrpSpPr>
        <p:grpSpPr>
          <a:xfrm>
            <a:off x="846834" y="950002"/>
            <a:ext cx="10565898" cy="4742287"/>
            <a:chOff x="846834" y="950002"/>
            <a:chExt cx="10565898" cy="4742287"/>
          </a:xfrm>
        </p:grpSpPr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65B3C418-2D4A-7E24-7DB8-93000232FBBF}"/>
                </a:ext>
              </a:extLst>
            </p:cNvPr>
            <p:cNvGrpSpPr/>
            <p:nvPr/>
          </p:nvGrpSpPr>
          <p:grpSpPr>
            <a:xfrm>
              <a:off x="846834" y="2522190"/>
              <a:ext cx="3433066" cy="3170099"/>
              <a:chOff x="846834" y="2023299"/>
              <a:chExt cx="3433066" cy="3170099"/>
            </a:xfrm>
          </p:grpSpPr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5BC743AA-74F1-1722-BB32-9161F90828CF}"/>
                  </a:ext>
                </a:extLst>
              </p:cNvPr>
              <p:cNvSpPr txBox="1"/>
              <p:nvPr/>
            </p:nvSpPr>
            <p:spPr>
              <a:xfrm>
                <a:off x="846834" y="2023299"/>
                <a:ext cx="1788379" cy="3170099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algn="ctr" defTabSz="914354">
                  <a:defRPr sz="9600" b="1">
                    <a:gradFill flip="none" rotWithShape="1">
                      <a:gsLst>
                        <a:gs pos="40000">
                          <a:schemeClr val="bg1">
                            <a:alpha val="0"/>
                          </a:schemeClr>
                        </a:gs>
                        <a:gs pos="40000">
                          <a:schemeClr val="accent4"/>
                        </a:gs>
                      </a:gsLst>
                      <a:lin ang="16200000" scaled="0"/>
                      <a:tileRect/>
                    </a:gra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sz="20000" dirty="0">
                    <a:solidFill>
                      <a:schemeClr val="accent4"/>
                    </a:solidFill>
                  </a:rPr>
                  <a:t>1</a:t>
                </a:r>
                <a:endParaRPr lang="zh-CN" altLang="en-US" sz="20000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130" name="直角三角形 129">
                <a:extLst>
                  <a:ext uri="{FF2B5EF4-FFF2-40B4-BE49-F238E27FC236}">
                    <a16:creationId xmlns:a16="http://schemas.microsoft.com/office/drawing/2014/main" id="{FC779669-F993-E81B-1675-1FC4368D8395}"/>
                  </a:ext>
                </a:extLst>
              </p:cNvPr>
              <p:cNvSpPr/>
              <p:nvPr/>
            </p:nvSpPr>
            <p:spPr>
              <a:xfrm flipH="1">
                <a:off x="1261451" y="3124200"/>
                <a:ext cx="1730909" cy="1730909"/>
              </a:xfrm>
              <a:prstGeom prst="rtTriangle">
                <a:avLst/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101600" dist="88900" dir="13200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F34992EE-2993-68F6-37E3-5D3CFCCBB434}"/>
                  </a:ext>
                </a:extLst>
              </p:cNvPr>
              <p:cNvSpPr txBox="1"/>
              <p:nvPr/>
            </p:nvSpPr>
            <p:spPr>
              <a:xfrm>
                <a:off x="2173932" y="4051682"/>
                <a:ext cx="210596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defTabSz="91376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2000" b="1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r>
                  <a:rPr lang="zh-CN" altLang="en-US" dirty="0"/>
                  <a:t>认知重塑：重新理解困难</a:t>
                </a:r>
              </a:p>
            </p:txBody>
          </p:sp>
        </p:grp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32A5053F-EFAD-1158-14C7-FC7DC523D8CF}"/>
                </a:ext>
              </a:extLst>
            </p:cNvPr>
            <p:cNvGrpSpPr/>
            <p:nvPr/>
          </p:nvGrpSpPr>
          <p:grpSpPr>
            <a:xfrm>
              <a:off x="4413250" y="2522190"/>
              <a:ext cx="3433066" cy="3170099"/>
              <a:chOff x="846834" y="2023299"/>
              <a:chExt cx="3433066" cy="3170099"/>
            </a:xfrm>
          </p:grpSpPr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1BC5E4DA-58E9-C962-99BB-B9C9C9247DC7}"/>
                  </a:ext>
                </a:extLst>
              </p:cNvPr>
              <p:cNvSpPr txBox="1"/>
              <p:nvPr/>
            </p:nvSpPr>
            <p:spPr>
              <a:xfrm>
                <a:off x="846834" y="2023299"/>
                <a:ext cx="1788379" cy="3170099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algn="ctr" defTabSz="914354">
                  <a:defRPr sz="9600" b="1">
                    <a:gradFill flip="none" rotWithShape="1">
                      <a:gsLst>
                        <a:gs pos="40000">
                          <a:schemeClr val="bg1">
                            <a:alpha val="0"/>
                          </a:schemeClr>
                        </a:gs>
                        <a:gs pos="40000">
                          <a:schemeClr val="accent4"/>
                        </a:gs>
                      </a:gsLst>
                      <a:lin ang="16200000" scaled="0"/>
                      <a:tileRect/>
                    </a:gra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sz="20000" dirty="0">
                    <a:solidFill>
                      <a:schemeClr val="accent2"/>
                    </a:solidFill>
                  </a:rPr>
                  <a:t>2</a:t>
                </a:r>
                <a:endParaRPr lang="zh-CN" altLang="en-US" sz="200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26" name="直角三角形 125">
                <a:extLst>
                  <a:ext uri="{FF2B5EF4-FFF2-40B4-BE49-F238E27FC236}">
                    <a16:creationId xmlns:a16="http://schemas.microsoft.com/office/drawing/2014/main" id="{3C41D4BB-15DD-5954-9E2E-F26191A0C937}"/>
                  </a:ext>
                </a:extLst>
              </p:cNvPr>
              <p:cNvSpPr/>
              <p:nvPr/>
            </p:nvSpPr>
            <p:spPr>
              <a:xfrm flipH="1">
                <a:off x="1261451" y="3124200"/>
                <a:ext cx="1730909" cy="1730909"/>
              </a:xfrm>
              <a:prstGeom prst="rtTriangle">
                <a:avLst/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101600" dist="88900" dir="13200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A592CC59-86DD-B454-A7F1-DFEED9D9EAF2}"/>
                  </a:ext>
                </a:extLst>
              </p:cNvPr>
              <p:cNvSpPr txBox="1"/>
              <p:nvPr/>
            </p:nvSpPr>
            <p:spPr>
              <a:xfrm>
                <a:off x="2173932" y="4051682"/>
                <a:ext cx="210596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defTabSz="91376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2000" b="1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r>
                  <a:rPr lang="zh-CN" altLang="en-US" dirty="0"/>
                  <a:t>成长之路：在逆境中扎根</a:t>
                </a:r>
              </a:p>
            </p:txBody>
          </p:sp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6228098B-42FD-D99B-0664-2C9B15C1DE0E}"/>
                </a:ext>
              </a:extLst>
            </p:cNvPr>
            <p:cNvGrpSpPr/>
            <p:nvPr/>
          </p:nvGrpSpPr>
          <p:grpSpPr>
            <a:xfrm>
              <a:off x="7979666" y="2522190"/>
              <a:ext cx="3433066" cy="3170099"/>
              <a:chOff x="846834" y="2023299"/>
              <a:chExt cx="3433066" cy="3170099"/>
            </a:xfrm>
          </p:grpSpPr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556D6013-D2F0-1AB8-81DF-F25AB7997537}"/>
                  </a:ext>
                </a:extLst>
              </p:cNvPr>
              <p:cNvSpPr txBox="1"/>
              <p:nvPr/>
            </p:nvSpPr>
            <p:spPr>
              <a:xfrm>
                <a:off x="846834" y="2023299"/>
                <a:ext cx="1788379" cy="3170099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algn="ctr" defTabSz="914354">
                  <a:defRPr sz="9600" b="1">
                    <a:gradFill flip="none" rotWithShape="1">
                      <a:gsLst>
                        <a:gs pos="40000">
                          <a:schemeClr val="bg1">
                            <a:alpha val="0"/>
                          </a:schemeClr>
                        </a:gs>
                        <a:gs pos="40000">
                          <a:schemeClr val="accent4"/>
                        </a:gs>
                      </a:gsLst>
                      <a:lin ang="16200000" scaled="0"/>
                      <a:tileRect/>
                    </a:gra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sz="20000" dirty="0">
                    <a:solidFill>
                      <a:schemeClr val="accent3"/>
                    </a:solidFill>
                  </a:rPr>
                  <a:t>3</a:t>
                </a:r>
                <a:endParaRPr lang="zh-CN" altLang="en-US" sz="20000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22" name="直角三角形 121">
                <a:extLst>
                  <a:ext uri="{FF2B5EF4-FFF2-40B4-BE49-F238E27FC236}">
                    <a16:creationId xmlns:a16="http://schemas.microsoft.com/office/drawing/2014/main" id="{157B1655-3244-4BD5-F634-DA2B4C5E5C16}"/>
                  </a:ext>
                </a:extLst>
              </p:cNvPr>
              <p:cNvSpPr/>
              <p:nvPr/>
            </p:nvSpPr>
            <p:spPr>
              <a:xfrm flipH="1">
                <a:off x="1261451" y="3124200"/>
                <a:ext cx="1730909" cy="1730909"/>
              </a:xfrm>
              <a:prstGeom prst="rtTriangle">
                <a:avLst/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101600" dist="88900" dir="13200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B47AD617-9EF5-8AE0-1F7D-C5177B16EDD4}"/>
                  </a:ext>
                </a:extLst>
              </p:cNvPr>
              <p:cNvSpPr txBox="1"/>
              <p:nvPr/>
            </p:nvSpPr>
            <p:spPr>
              <a:xfrm>
                <a:off x="2173932" y="4051682"/>
                <a:ext cx="210596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defTabSz="913765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2000" b="1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r>
                  <a:rPr lang="zh-CN" altLang="en-US" dirty="0"/>
                  <a:t>蜕变之道：在坚守中绽放</a:t>
                </a:r>
                <a:endParaRPr lang="en-US" altLang="zh-CN" dirty="0"/>
              </a:p>
            </p:txBody>
          </p:sp>
        </p:grp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3F403C21-EFC7-55F7-BE00-25C153B0565A}"/>
                </a:ext>
              </a:extLst>
            </p:cNvPr>
            <p:cNvSpPr/>
            <p:nvPr/>
          </p:nvSpPr>
          <p:spPr>
            <a:xfrm rot="16200000">
              <a:off x="6713957" y="1265841"/>
              <a:ext cx="158750" cy="1267716"/>
            </a:xfrm>
            <a:prstGeom prst="rect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54"/>
              <a:endParaRPr lang="zh-CN" altLang="en-US" sz="1400" b="1">
                <a:solidFill>
                  <a:srgbClr val="FFFFFF"/>
                </a:solidFill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6E1C1373-B326-1606-E1E5-A9B8382CA58D}"/>
                </a:ext>
              </a:extLst>
            </p:cNvPr>
            <p:cNvSpPr txBox="1"/>
            <p:nvPr/>
          </p:nvSpPr>
          <p:spPr>
            <a:xfrm>
              <a:off x="5022851" y="950002"/>
              <a:ext cx="2133600" cy="110799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kumimoji="0" lang="zh-CN" altLang="en-US" sz="6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目录</a:t>
              </a:r>
              <a:endParaRPr kumimoji="0" lang="en-US" altLang="zh-CN" sz="6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认知重塑：重新理解困难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困难不是敌人，是成长的原材料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C6471B-60F7-702A-144F-24B2516148AE}"/>
              </a:ext>
            </a:extLst>
          </p:cNvPr>
          <p:cNvSpPr txBox="1"/>
          <p:nvPr/>
        </p:nvSpPr>
        <p:spPr>
          <a:xfrm>
            <a:off x="1098550" y="2515225"/>
            <a:ext cx="1441420" cy="1446550"/>
          </a:xfrm>
          <a:prstGeom prst="rect">
            <a:avLst/>
          </a:prstGeom>
          <a:noFill/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354">
              <a:defRPr sz="9600" b="1">
                <a:gradFill flip="none" rotWithShape="1">
                  <a:gsLst>
                    <a:gs pos="40000">
                      <a:schemeClr val="bg1">
                        <a:alpha val="0"/>
                      </a:schemeClr>
                    </a:gs>
                    <a:gs pos="40000">
                      <a:schemeClr val="accent4"/>
                    </a:gs>
                  </a:gsLst>
                  <a:lin ang="16200000" scaled="0"/>
                  <a:tileRect/>
                </a:gra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zh-CN" sz="8800" dirty="0">
                <a:solidFill>
                  <a:schemeClr val="accent1"/>
                </a:solidFill>
              </a:rPr>
              <a:t>01</a:t>
            </a:r>
            <a:endParaRPr lang="zh-CN" altLang="en-US" sz="8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25" grpId="0" autoUpdateAnimBg="0"/>
      <p:bldP spid="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7B07E-DA87-64D2-4847-363F27E1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五四精神的百年回响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40C8D32-9995-9153-3901-D7012646C9E0}"/>
              </a:ext>
            </a:extLst>
          </p:cNvPr>
          <p:cNvGrpSpPr/>
          <p:nvPr/>
        </p:nvGrpSpPr>
        <p:grpSpPr>
          <a:xfrm>
            <a:off x="660399" y="1249010"/>
            <a:ext cx="10858502" cy="4885090"/>
            <a:chOff x="660399" y="1249010"/>
            <a:chExt cx="10858502" cy="4885090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C45F4C5A-9AEA-61BA-4436-63A99CE17290}"/>
                </a:ext>
              </a:extLst>
            </p:cNvPr>
            <p:cNvGrpSpPr/>
            <p:nvPr/>
          </p:nvGrpSpPr>
          <p:grpSpPr>
            <a:xfrm>
              <a:off x="660400" y="1249010"/>
              <a:ext cx="6512787" cy="2790545"/>
              <a:chOff x="844499" y="1155854"/>
              <a:chExt cx="6512787" cy="2790545"/>
            </a:xfrm>
          </p:grpSpPr>
          <p:sp>
            <p:nvSpPr>
              <p:cNvPr id="43" name="圆角矩形 42">
                <a:extLst>
                  <a:ext uri="{FF2B5EF4-FFF2-40B4-BE49-F238E27FC236}">
                    <a16:creationId xmlns:a16="http://schemas.microsoft.com/office/drawing/2014/main" id="{CBFAE465-B705-978A-C510-B750EADE9235}"/>
                  </a:ext>
                </a:extLst>
              </p:cNvPr>
              <p:cNvSpPr/>
              <p:nvPr/>
            </p:nvSpPr>
            <p:spPr>
              <a:xfrm>
                <a:off x="844499" y="1155854"/>
                <a:ext cx="6273534" cy="572318"/>
              </a:xfrm>
              <a:prstGeom prst="roundRect">
                <a:avLst>
                  <a:gd name="adj" fmla="val 0"/>
                </a:avLst>
              </a:prstGeom>
            </p:spPr>
            <p:txBody>
              <a:bodyPr vert="horz" lIns="91440" tIns="45720" rIns="91440" bIns="45720" rtlCol="0" anchor="b" anchorCtr="0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zh-CN" altLang="en-US" sz="2800" b="1" dirty="0">
                    <a:solidFill>
                      <a:schemeClr val="tx1"/>
                    </a:solidFill>
                  </a:rPr>
                  <a:t>从1919到2026：一脉相承的青年担当</a:t>
                </a: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7B2F71F0-5486-4AC0-5551-A15F926448FD}"/>
                  </a:ext>
                </a:extLst>
              </p:cNvPr>
              <p:cNvSpPr txBox="1"/>
              <p:nvPr/>
            </p:nvSpPr>
            <p:spPr>
              <a:xfrm>
                <a:off x="863992" y="1791440"/>
                <a:ext cx="6493294" cy="2154959"/>
              </a:xfrm>
              <a:prstGeom prst="rect">
                <a:avLst/>
              </a:prstGeom>
              <a:noFill/>
            </p:spPr>
            <p:txBody>
              <a:bodyPr vert="horz" wrap="square">
                <a:noAutofit/>
              </a:bodyPr>
              <a:lstStyle>
                <a:defPPr>
                  <a:defRPr lang="en-US"/>
                </a:defPPr>
                <a:lvl1pPr>
                  <a:lnSpc>
                    <a:spcPct val="120000"/>
                  </a:lnSpc>
                  <a:defRPr sz="1400">
                    <a:solidFill>
                      <a:srgbClr val="171718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国际背景：</a:t>
                </a:r>
                <a:r>
                  <a:rPr lang="zh-CN" altLang="en-US" dirty="0"/>
                  <a:t>中国</a:t>
                </a:r>
                <a:r>
                  <a:rPr lang="en-US" altLang="zh-CN" dirty="0"/>
                  <a:t>20XX</a:t>
                </a:r>
                <a:r>
                  <a:rPr lang="zh-CN" altLang="en-US" dirty="0"/>
                  <a:t>年以“以工代兵”加入协约国，战后参加巴黎和会要求收回山东主权未果，列强将山东权益转交日本，引发愤怒。威尔逊“十四点原则”传播民族自决思想，巴黎和会结果成五四运动导火索。</a:t>
                </a:r>
                <a:endParaRPr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 dirty="0"/>
                  <a:t>国内背景：</a:t>
                </a:r>
                <a:r>
                  <a:rPr lang="zh-CN" altLang="en-US" dirty="0"/>
                  <a:t>新文化运动（</a:t>
                </a:r>
                <a:r>
                  <a:rPr lang="en-US" altLang="zh-CN" dirty="0"/>
                  <a:t>20XX</a:t>
                </a:r>
                <a:r>
                  <a:rPr lang="zh-CN" altLang="en-US" dirty="0"/>
                  <a:t>年起）由陈独秀等倡导民主与科学，推动思想解放。民族资本主义在一战期间迎来“短暂春天”，阶级力量壮大。北洋政府软弱外交，如“二十一条”和</a:t>
                </a:r>
                <a:r>
                  <a:rPr lang="en-US" altLang="zh-CN" dirty="0"/>
                  <a:t>《</a:t>
                </a:r>
                <a:r>
                  <a:rPr lang="zh-CN" altLang="en-US" dirty="0"/>
                  <a:t>西原借款</a:t>
                </a:r>
                <a:r>
                  <a:rPr lang="en-US" altLang="zh-CN" dirty="0"/>
                  <a:t>》</a:t>
                </a:r>
                <a:r>
                  <a:rPr lang="zh-CN" altLang="en-US" dirty="0"/>
                  <a:t>，加剧民众不满。</a:t>
                </a:r>
              </a:p>
            </p:txBody>
          </p:sp>
        </p:grpSp>
        <p:sp>
          <p:nvSpPr>
            <p:cNvPr id="27" name="圆角矩形 26">
              <a:extLst>
                <a:ext uri="{FF2B5EF4-FFF2-40B4-BE49-F238E27FC236}">
                  <a16:creationId xmlns:a16="http://schemas.microsoft.com/office/drawing/2014/main" id="{54D30D93-404B-63A6-C943-184DA76B7767}"/>
                </a:ext>
              </a:extLst>
            </p:cNvPr>
            <p:cNvSpPr/>
            <p:nvPr/>
          </p:nvSpPr>
          <p:spPr>
            <a:xfrm>
              <a:off x="7327901" y="1478960"/>
              <a:ext cx="4191000" cy="2492776"/>
            </a:xfrm>
            <a:prstGeom prst="roundRect">
              <a:avLst>
                <a:gd name="adj" fmla="val 5459"/>
              </a:avLst>
            </a:prstGeom>
            <a:blipFill>
              <a:blip r:embed="rId2"/>
              <a:srcRect/>
              <a:stretch>
                <a:fillRect l="-27310" t="-34657" r="-33396" b="689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A7975C6-CD8F-D76D-F392-AD14E09AECF2}"/>
                </a:ext>
              </a:extLst>
            </p:cNvPr>
            <p:cNvGrpSpPr/>
            <p:nvPr/>
          </p:nvGrpSpPr>
          <p:grpSpPr>
            <a:xfrm>
              <a:off x="660399" y="4396660"/>
              <a:ext cx="10858500" cy="1737440"/>
              <a:chOff x="863991" y="4303504"/>
              <a:chExt cx="6400409" cy="1737440"/>
            </a:xfrm>
          </p:grpSpPr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A3569764-2239-E6FC-598B-582BEE10173F}"/>
                  </a:ext>
                </a:extLst>
              </p:cNvPr>
              <p:cNvGrpSpPr/>
              <p:nvPr/>
            </p:nvGrpSpPr>
            <p:grpSpPr>
              <a:xfrm>
                <a:off x="863991" y="4303504"/>
                <a:ext cx="3088139" cy="1737440"/>
                <a:chOff x="863992" y="4131012"/>
                <a:chExt cx="2543120" cy="1909932"/>
              </a:xfrm>
            </p:grpSpPr>
            <p:sp>
              <p:nvSpPr>
                <p:cNvPr id="39" name="圆角矩形 38">
                  <a:extLst>
                    <a:ext uri="{FF2B5EF4-FFF2-40B4-BE49-F238E27FC236}">
                      <a16:creationId xmlns:a16="http://schemas.microsoft.com/office/drawing/2014/main" id="{3F00DD44-4C32-8DDC-4CEF-A4271FD2A825}"/>
                    </a:ext>
                  </a:extLst>
                </p:cNvPr>
                <p:cNvSpPr/>
                <p:nvPr/>
              </p:nvSpPr>
              <p:spPr>
                <a:xfrm>
                  <a:off x="863992" y="4131012"/>
                  <a:ext cx="2543120" cy="1909932"/>
                </a:xfrm>
                <a:prstGeom prst="roundRect">
                  <a:avLst>
                    <a:gd name="adj" fmla="val 6693"/>
                  </a:avLst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 sz="900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40" name="组合 39">
                  <a:extLst>
                    <a:ext uri="{FF2B5EF4-FFF2-40B4-BE49-F238E27FC236}">
                      <a16:creationId xmlns:a16="http://schemas.microsoft.com/office/drawing/2014/main" id="{AEA6A388-EBDF-52D5-BDFF-5AE981A376C5}"/>
                    </a:ext>
                  </a:extLst>
                </p:cNvPr>
                <p:cNvGrpSpPr/>
                <p:nvPr/>
              </p:nvGrpSpPr>
              <p:grpSpPr>
                <a:xfrm>
                  <a:off x="1004917" y="4233016"/>
                  <a:ext cx="2261269" cy="1759476"/>
                  <a:chOff x="959199" y="4233016"/>
                  <a:chExt cx="2261269" cy="1759476"/>
                </a:xfrm>
              </p:grpSpPr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EA1BA604-3847-DF82-B306-308E0F320FE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959199" y="4843938"/>
                    <a:ext cx="2261055" cy="1148554"/>
                  </a:xfrm>
                  <a:prstGeom prst="rect">
                    <a:avLst/>
                  </a:prstGeom>
                  <a:noFill/>
                  <a:ln w="3175">
                    <a:noFill/>
                  </a:ln>
                </p:spPr>
                <p:txBody>
                  <a:bodyPr wrap="square" lIns="91440" tIns="45720" rIns="91440" bIns="45720" anchor="t" anchorCtr="1">
                    <a:normAutofit/>
                  </a:bodyPr>
                  <a:lstStyle>
                    <a:defPPr>
                      <a:defRPr lang="en-US"/>
                    </a:defPPr>
                    <a:lvl1pPr algn="ctr" defTabSz="609585">
                      <a:lnSpc>
                        <a:spcPct val="120000"/>
                      </a:lnSpc>
                      <a:spcBef>
                        <a:spcPct val="0"/>
                      </a:spcBef>
                      <a:defRPr sz="1200"/>
                    </a:lvl1pPr>
                    <a:lvl2pPr marL="609585" defTabSz="609585">
                      <a:defRPr sz="2400"/>
                    </a:lvl2pPr>
                    <a:lvl3pPr marL="1219170" defTabSz="609585">
                      <a:defRPr sz="2400"/>
                    </a:lvl3pPr>
                    <a:lvl4pPr marL="1828754" defTabSz="609585">
                      <a:defRPr sz="2400"/>
                    </a:lvl4pPr>
                    <a:lvl5pPr marL="2438339" defTabSz="609585">
                      <a:defRPr sz="2400"/>
                    </a:lvl5pPr>
                    <a:lvl6pPr marL="3047924" defTabSz="609585">
                      <a:defRPr sz="2400"/>
                    </a:lvl6pPr>
                    <a:lvl7pPr marL="3657509" defTabSz="609585">
                      <a:defRPr sz="2400"/>
                    </a:lvl7pPr>
                    <a:lvl8pPr marL="4267093" defTabSz="609585">
                      <a:defRPr sz="2400"/>
                    </a:lvl8pPr>
                    <a:lvl9pPr marL="4876678" defTabSz="609585">
                      <a:defRPr sz="2400"/>
                    </a:lvl9pPr>
                  </a:lstStyle>
                  <a:p>
                    <a:pPr algn="l"/>
                    <a:r>
                      <a:rPr lang="zh-CN" altLang="en-US" sz="1400" dirty="0">
                        <a:solidFill>
                          <a:srgbClr val="FFFFFF"/>
                        </a:solidFill>
                      </a:rPr>
                      <a:t>每一代青年都有自己的长</a:t>
                    </a:r>
                  </a:p>
                </p:txBody>
              </p:sp>
              <p:sp>
                <p:nvSpPr>
                  <p:cNvPr id="42" name="矩形 41">
                    <a:extLst>
                      <a:ext uri="{FF2B5EF4-FFF2-40B4-BE49-F238E27FC236}">
                        <a16:creationId xmlns:a16="http://schemas.microsoft.com/office/drawing/2014/main" id="{79390632-6754-A49B-F06E-26082AE79B6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963708" y="4233016"/>
                    <a:ext cx="2256760" cy="571652"/>
                  </a:xfrm>
                  <a:prstGeom prst="rect">
                    <a:avLst/>
                  </a:prstGeom>
                </p:spPr>
                <p:txBody>
                  <a:bodyPr wrap="square" anchor="b">
                    <a:norm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defTabSz="914400"/>
                    <a:r>
                      <a:rPr lang="zh-CN" altLang="en-US" sz="2400" b="1" dirty="0">
                        <a:ln w="19050">
                          <a:noFill/>
                        </a:ln>
                        <a:solidFill>
                          <a:srgbClr val="FFFFFF"/>
                        </a:solidFill>
                      </a:rPr>
                      <a:t>时代之问</a:t>
                    </a:r>
                  </a:p>
                </p:txBody>
              </p:sp>
            </p:grpSp>
          </p:grp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A7AE255E-B512-49AD-BB60-87A02AFA1BD5}"/>
                  </a:ext>
                </a:extLst>
              </p:cNvPr>
              <p:cNvGrpSpPr/>
              <p:nvPr/>
            </p:nvGrpSpPr>
            <p:grpSpPr>
              <a:xfrm>
                <a:off x="4176261" y="4303504"/>
                <a:ext cx="3088139" cy="1737440"/>
                <a:chOff x="863992" y="4131012"/>
                <a:chExt cx="2543120" cy="1909932"/>
              </a:xfrm>
            </p:grpSpPr>
            <p:sp>
              <p:nvSpPr>
                <p:cNvPr id="35" name="圆角矩形 34">
                  <a:extLst>
                    <a:ext uri="{FF2B5EF4-FFF2-40B4-BE49-F238E27FC236}">
                      <a16:creationId xmlns:a16="http://schemas.microsoft.com/office/drawing/2014/main" id="{55E93D06-7871-5AF9-0C20-F0445B55F506}"/>
                    </a:ext>
                  </a:extLst>
                </p:cNvPr>
                <p:cNvSpPr/>
                <p:nvPr/>
              </p:nvSpPr>
              <p:spPr>
                <a:xfrm>
                  <a:off x="863992" y="4131012"/>
                  <a:ext cx="2543120" cy="1909932"/>
                </a:xfrm>
                <a:prstGeom prst="roundRect">
                  <a:avLst>
                    <a:gd name="adj" fmla="val 6693"/>
                  </a:avLst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 sz="900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36" name="组合 35">
                  <a:extLst>
                    <a:ext uri="{FF2B5EF4-FFF2-40B4-BE49-F238E27FC236}">
                      <a16:creationId xmlns:a16="http://schemas.microsoft.com/office/drawing/2014/main" id="{0E20C792-B1BF-1DB5-92D7-D199BA8051FC}"/>
                    </a:ext>
                  </a:extLst>
                </p:cNvPr>
                <p:cNvGrpSpPr/>
                <p:nvPr/>
              </p:nvGrpSpPr>
              <p:grpSpPr>
                <a:xfrm>
                  <a:off x="1004917" y="4233016"/>
                  <a:ext cx="2261269" cy="1759476"/>
                  <a:chOff x="959199" y="4233016"/>
                  <a:chExt cx="2261269" cy="1759476"/>
                </a:xfrm>
              </p:grpSpPr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07456614-1347-7D8D-0452-F25EFB2BAA3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959199" y="4843938"/>
                    <a:ext cx="2261055" cy="1148554"/>
                  </a:xfrm>
                  <a:prstGeom prst="rect">
                    <a:avLst/>
                  </a:prstGeom>
                  <a:noFill/>
                  <a:ln w="3175">
                    <a:noFill/>
                  </a:ln>
                </p:spPr>
                <p:txBody>
                  <a:bodyPr wrap="square" lIns="91440" tIns="45720" rIns="91440" bIns="45720" anchor="t" anchorCtr="1">
                    <a:normAutofit/>
                  </a:bodyPr>
                  <a:lstStyle>
                    <a:defPPr>
                      <a:defRPr lang="en-US"/>
                    </a:defPPr>
                    <a:lvl1pPr algn="ctr" defTabSz="609585">
                      <a:lnSpc>
                        <a:spcPct val="120000"/>
                      </a:lnSpc>
                      <a:spcBef>
                        <a:spcPct val="0"/>
                      </a:spcBef>
                      <a:defRPr sz="1200"/>
                    </a:lvl1pPr>
                    <a:lvl2pPr marL="609585" defTabSz="609585">
                      <a:defRPr sz="2400"/>
                    </a:lvl2pPr>
                    <a:lvl3pPr marL="1219170" defTabSz="609585">
                      <a:defRPr sz="2400"/>
                    </a:lvl3pPr>
                    <a:lvl4pPr marL="1828754" defTabSz="609585">
                      <a:defRPr sz="2400"/>
                    </a:lvl4pPr>
                    <a:lvl5pPr marL="2438339" defTabSz="609585">
                      <a:defRPr sz="2400"/>
                    </a:lvl5pPr>
                    <a:lvl6pPr marL="3047924" defTabSz="609585">
                      <a:defRPr sz="2400"/>
                    </a:lvl6pPr>
                    <a:lvl7pPr marL="3657509" defTabSz="609585">
                      <a:defRPr sz="2400"/>
                    </a:lvl7pPr>
                    <a:lvl8pPr marL="4267093" defTabSz="609585">
                      <a:defRPr sz="2400"/>
                    </a:lvl8pPr>
                    <a:lvl9pPr marL="4876678" defTabSz="609585">
                      <a:defRPr sz="2400"/>
                    </a:lvl9pPr>
                  </a:lstStyle>
                  <a:p>
                    <a:pPr algn="l"/>
                    <a:r>
                      <a:rPr lang="zh-CN" altLang="en-US" sz="1400" dirty="0">
                        <a:solidFill>
                          <a:srgbClr val="FFFFFF"/>
                        </a:solidFill>
                      </a:rPr>
                      <a:t>运动迅速波及全国，从北京蔓延至上海、广州等地，影响深远。</a:t>
                    </a:r>
                  </a:p>
                </p:txBody>
              </p:sp>
              <p:sp>
                <p:nvSpPr>
                  <p:cNvPr id="38" name="矩形 37">
                    <a:extLst>
                      <a:ext uri="{FF2B5EF4-FFF2-40B4-BE49-F238E27FC236}">
                        <a16:creationId xmlns:a16="http://schemas.microsoft.com/office/drawing/2014/main" id="{0E9C1213-AC88-25D8-1226-8E31EE49A2C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963708" y="4233016"/>
                    <a:ext cx="2256760" cy="571652"/>
                  </a:xfrm>
                  <a:prstGeom prst="rect">
                    <a:avLst/>
                  </a:prstGeom>
                </p:spPr>
                <p:txBody>
                  <a:bodyPr wrap="square" anchor="b">
                    <a:normAutofit/>
                  </a:bodyPr>
                  <a:lstStyle>
                    <a:defPPr>
                      <a:defRPr lang="en-US"/>
                    </a:defPPr>
                    <a:lvl1pPr marL="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4572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defTabSz="914400"/>
                    <a:r>
                      <a:rPr lang="zh-CN" altLang="en-US" sz="2400" b="1" dirty="0">
                        <a:ln w="19050">
                          <a:noFill/>
                        </a:ln>
                        <a:solidFill>
                          <a:srgbClr val="FFFFFF"/>
                        </a:solidFill>
                      </a:rPr>
                      <a:t>青年答卷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427113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当代青年的六大困境</a:t>
            </a:r>
            <a:endParaRPr 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D7DD931-826C-3CF3-C2CF-1ABAB9EC299F}"/>
              </a:ext>
            </a:extLst>
          </p:cNvPr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4505637-B1A2-0555-5C3F-0F149A058E81}"/>
                </a:ext>
              </a:extLst>
            </p:cNvPr>
            <p:cNvGrpSpPr/>
            <p:nvPr/>
          </p:nvGrpSpPr>
          <p:grpSpPr>
            <a:xfrm>
              <a:off x="660399" y="1939472"/>
              <a:ext cx="10858500" cy="4194628"/>
              <a:chOff x="742314" y="1611548"/>
              <a:chExt cx="10694671" cy="4194628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D469B8C9-5A07-231E-DB47-890C2878EDC6}"/>
                  </a:ext>
                </a:extLst>
              </p:cNvPr>
              <p:cNvGrpSpPr/>
              <p:nvPr/>
            </p:nvGrpSpPr>
            <p:grpSpPr>
              <a:xfrm>
                <a:off x="742314" y="1611548"/>
                <a:ext cx="10694671" cy="4194628"/>
                <a:chOff x="742314" y="1611548"/>
                <a:chExt cx="10694671" cy="4194628"/>
              </a:xfrm>
            </p:grpSpPr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4CDD6CFB-DFB2-095E-D71C-CF6D30658498}"/>
                    </a:ext>
                  </a:extLst>
                </p:cNvPr>
                <p:cNvGrpSpPr/>
                <p:nvPr/>
              </p:nvGrpSpPr>
              <p:grpSpPr>
                <a:xfrm>
                  <a:off x="742314" y="1611548"/>
                  <a:ext cx="10694671" cy="1248229"/>
                  <a:chOff x="824228" y="1916348"/>
                  <a:chExt cx="10694671" cy="1248229"/>
                </a:xfrm>
              </p:grpSpPr>
              <p:grpSp>
                <p:nvGrpSpPr>
                  <p:cNvPr id="24" name="组合 23">
                    <a:extLst>
                      <a:ext uri="{FF2B5EF4-FFF2-40B4-BE49-F238E27FC236}">
                        <a16:creationId xmlns:a16="http://schemas.microsoft.com/office/drawing/2014/main" id="{B28C15AD-86A6-EEA9-5040-7B81A5ADDDD5}"/>
                      </a:ext>
                    </a:extLst>
                  </p:cNvPr>
                  <p:cNvGrpSpPr/>
                  <p:nvPr/>
                </p:nvGrpSpPr>
                <p:grpSpPr>
                  <a:xfrm>
                    <a:off x="2008941" y="2038685"/>
                    <a:ext cx="9509958" cy="1003554"/>
                    <a:chOff x="-939801" y="2748696"/>
                    <a:chExt cx="9509958" cy="1003554"/>
                  </a:xfrm>
                </p:grpSpPr>
                <p:sp>
                  <p:nvSpPr>
                    <p:cNvPr id="26" name="圆角矩形 25">
                      <a:extLst>
                        <a:ext uri="{FF2B5EF4-FFF2-40B4-BE49-F238E27FC236}">
                          <a16:creationId xmlns:a16="http://schemas.microsoft.com/office/drawing/2014/main" id="{BC2EEB23-98B0-1C18-C0BC-8D596E579E2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-939801" y="2837739"/>
                      <a:ext cx="3045659" cy="825468"/>
                    </a:xfrm>
                    <a:prstGeom prst="roundRect">
                      <a:avLst>
                        <a:gd name="adj" fmla="val 19341"/>
                      </a:avLst>
                    </a:prstGeom>
                    <a:solidFill>
                      <a:schemeClr val="accent1"/>
                    </a:solidFill>
                    <a:ln w="6350">
                      <a:noFill/>
                    </a:ln>
                  </p:spPr>
                  <p:txBody>
                    <a:bodyPr wrap="square" anchor="ctr" anchorCtr="1">
                      <a:normAutofit/>
                    </a:bodyPr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</a:rPr>
                        <a:t>就业竞争与内卷焦虑</a:t>
                      </a:r>
                    </a:p>
                  </p:txBody>
                </p:sp>
                <p:sp>
                  <p:nvSpPr>
                    <p:cNvPr id="27" name="矩形 26">
                      <a:extLst>
                        <a:ext uri="{FF2B5EF4-FFF2-40B4-BE49-F238E27FC236}">
                          <a16:creationId xmlns:a16="http://schemas.microsoft.com/office/drawing/2014/main" id="{5298D77B-B238-6676-A5AF-908AE728ADC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92514" y="2748696"/>
                      <a:ext cx="6177643" cy="1003554"/>
                    </a:xfrm>
                    <a:prstGeom prst="rect">
                      <a:avLst/>
                    </a:prstGeom>
                    <a:noFill/>
                    <a:ln w="57150" cap="rnd">
                      <a:noFill/>
                      <a:prstDash val="solid"/>
                      <a:round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0000" tIns="36000" rIns="90000" bIns="36000" numCol="1" spcCol="0" rtlCol="0" fromWordArt="0" anchor="ctr" anchorCtr="0" forceAA="0" compatLnSpc="1">
                      <a:normAutofit/>
                    </a:bodyPr>
                    <a:lstStyle/>
                    <a:p>
                      <a:pPr defTabSz="913765">
                        <a:lnSpc>
                          <a:spcPct val="120000"/>
                        </a:lnSpc>
                        <a:tabLst>
                          <a:tab pos="261938" algn="l"/>
                        </a:tabLst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青年作为国家的未来，肩负着传承和发展历史文化的重任，应积极投身于国家发展的大潮。在时代的舞台上，青年需要发挥自己的智慧和力量，为实现国家繁荣贡献一份力量。</a:t>
                      </a:r>
                    </a:p>
                  </p:txBody>
                </p:sp>
              </p:grpSp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0C6EA2CE-4C7D-3CDF-8F7B-65554992E2D7}"/>
                      </a:ext>
                    </a:extLst>
                  </p:cNvPr>
                  <p:cNvSpPr txBox="1"/>
                  <p:nvPr/>
                </p:nvSpPr>
                <p:spPr>
                  <a:xfrm>
                    <a:off x="824228" y="1916348"/>
                    <a:ext cx="1120686" cy="1248229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 rtlCol="0" anchor="ctr" anchorCtr="0">
                    <a:normAutofit/>
                  </a:bodyPr>
                  <a:lstStyle/>
                  <a:p>
                    <a:r>
                      <a:rPr kumimoji="1" lang="en-US" altLang="zh-CN" sz="6000" b="1" dirty="0">
                        <a:solidFill>
                          <a:schemeClr val="accent1">
                            <a:alpha val="15000"/>
                          </a:schemeClr>
                        </a:solidFill>
                      </a:rPr>
                      <a:t>01</a:t>
                    </a:r>
                  </a:p>
                </p:txBody>
              </p:sp>
            </p:grpSp>
            <p:grpSp>
              <p:nvGrpSpPr>
                <p:cNvPr id="13" name="组合 12">
                  <a:extLst>
                    <a:ext uri="{FF2B5EF4-FFF2-40B4-BE49-F238E27FC236}">
                      <a16:creationId xmlns:a16="http://schemas.microsoft.com/office/drawing/2014/main" id="{60B12C0E-04EA-88B2-D4D0-6F08AF9672BA}"/>
                    </a:ext>
                  </a:extLst>
                </p:cNvPr>
                <p:cNvGrpSpPr/>
                <p:nvPr/>
              </p:nvGrpSpPr>
              <p:grpSpPr>
                <a:xfrm>
                  <a:off x="742314" y="3084748"/>
                  <a:ext cx="10694671" cy="1248229"/>
                  <a:chOff x="824228" y="1916348"/>
                  <a:chExt cx="10694671" cy="1248229"/>
                </a:xfrm>
              </p:grpSpPr>
              <p:grpSp>
                <p:nvGrpSpPr>
                  <p:cNvPr id="19" name="组合 18">
                    <a:extLst>
                      <a:ext uri="{FF2B5EF4-FFF2-40B4-BE49-F238E27FC236}">
                        <a16:creationId xmlns:a16="http://schemas.microsoft.com/office/drawing/2014/main" id="{09A0B51A-D284-BD25-B72C-AE0F474E4253}"/>
                      </a:ext>
                    </a:extLst>
                  </p:cNvPr>
                  <p:cNvGrpSpPr/>
                  <p:nvPr/>
                </p:nvGrpSpPr>
                <p:grpSpPr>
                  <a:xfrm>
                    <a:off x="2008941" y="2038685"/>
                    <a:ext cx="9509958" cy="1003554"/>
                    <a:chOff x="-939801" y="2748696"/>
                    <a:chExt cx="9509958" cy="1003554"/>
                  </a:xfrm>
                </p:grpSpPr>
                <p:sp>
                  <p:nvSpPr>
                    <p:cNvPr id="21" name="圆角矩形 20">
                      <a:extLst>
                        <a:ext uri="{FF2B5EF4-FFF2-40B4-BE49-F238E27FC236}">
                          <a16:creationId xmlns:a16="http://schemas.microsoft.com/office/drawing/2014/main" id="{F66FE958-6325-614F-8A3A-1B85C4B0A1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-939801" y="2837739"/>
                      <a:ext cx="3045659" cy="825468"/>
                    </a:xfrm>
                    <a:prstGeom prst="roundRect">
                      <a:avLst>
                        <a:gd name="adj" fmla="val 19341"/>
                      </a:avLst>
                    </a:prstGeom>
                    <a:solidFill>
                      <a:schemeClr val="accent2"/>
                    </a:solidFill>
                    <a:ln w="6350">
                      <a:noFill/>
                    </a:ln>
                  </p:spPr>
                  <p:txBody>
                    <a:bodyPr wrap="square" anchor="ctr" anchorCtr="1">
                      <a:normAutofit/>
                    </a:bodyPr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</a:rPr>
                        <a:t>知识与技能焦虑</a:t>
                      </a:r>
                    </a:p>
                  </p:txBody>
                </p:sp>
                <p:sp>
                  <p:nvSpPr>
                    <p:cNvPr id="22" name="矩形 21">
                      <a:extLst>
                        <a:ext uri="{FF2B5EF4-FFF2-40B4-BE49-F238E27FC236}">
                          <a16:creationId xmlns:a16="http://schemas.microsoft.com/office/drawing/2014/main" id="{B9ADC7E8-BAD1-5D0B-3772-F5F8E181D76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92514" y="2748696"/>
                      <a:ext cx="6177643" cy="1003554"/>
                    </a:xfrm>
                    <a:prstGeom prst="rect">
                      <a:avLst/>
                    </a:prstGeom>
                    <a:noFill/>
                    <a:ln w="57150" cap="rnd">
                      <a:noFill/>
                      <a:prstDash val="solid"/>
                      <a:round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0000" tIns="36000" rIns="90000" bIns="36000" numCol="1" spcCol="0" rtlCol="0" fromWordArt="0" anchor="ctr" anchorCtr="0" forceAA="0" compatLnSpc="1">
                      <a:normAutofit/>
                    </a:bodyPr>
                    <a:lstStyle/>
                    <a:p>
                      <a:pPr defTabSz="913765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现代青年应积极培育创新、担当、协作的时代精神，主动适应社会发展需求，不断提升自我能力，为推动社会进步贡献力量。</a:t>
                      </a:r>
                    </a:p>
                  </p:txBody>
                </p:sp>
              </p:grpSp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17AF165B-B88F-AA0B-BF7D-B61CFA20B1A8}"/>
                      </a:ext>
                    </a:extLst>
                  </p:cNvPr>
                  <p:cNvSpPr txBox="1"/>
                  <p:nvPr/>
                </p:nvSpPr>
                <p:spPr>
                  <a:xfrm>
                    <a:off x="824228" y="1916348"/>
                    <a:ext cx="1120686" cy="1248229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 rtlCol="0" anchor="ctr" anchorCtr="0">
                    <a:normAutofit/>
                  </a:bodyPr>
                  <a:lstStyle/>
                  <a:p>
                    <a:r>
                      <a:rPr kumimoji="1" lang="en-US" altLang="zh-CN" sz="6000" b="1" dirty="0">
                        <a:solidFill>
                          <a:schemeClr val="accent2">
                            <a:alpha val="15000"/>
                          </a:schemeClr>
                        </a:solidFill>
                      </a:rPr>
                      <a:t>02</a:t>
                    </a:r>
                  </a:p>
                </p:txBody>
              </p:sp>
            </p:grpSp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3A4BB4D3-6873-43AB-CBB6-2C164FB44D9C}"/>
                    </a:ext>
                  </a:extLst>
                </p:cNvPr>
                <p:cNvGrpSpPr/>
                <p:nvPr/>
              </p:nvGrpSpPr>
              <p:grpSpPr>
                <a:xfrm>
                  <a:off x="742314" y="4557947"/>
                  <a:ext cx="10694671" cy="1248229"/>
                  <a:chOff x="824228" y="1916348"/>
                  <a:chExt cx="10694671" cy="1248229"/>
                </a:xfrm>
              </p:grpSpPr>
              <p:grpSp>
                <p:nvGrpSpPr>
                  <p:cNvPr id="15" name="组合 14">
                    <a:extLst>
                      <a:ext uri="{FF2B5EF4-FFF2-40B4-BE49-F238E27FC236}">
                        <a16:creationId xmlns:a16="http://schemas.microsoft.com/office/drawing/2014/main" id="{AB3344C6-5E90-A54D-D157-631018BACDBC}"/>
                      </a:ext>
                    </a:extLst>
                  </p:cNvPr>
                  <p:cNvGrpSpPr/>
                  <p:nvPr/>
                </p:nvGrpSpPr>
                <p:grpSpPr>
                  <a:xfrm>
                    <a:off x="2008941" y="2038685"/>
                    <a:ext cx="9509958" cy="1003554"/>
                    <a:chOff x="-939801" y="2748696"/>
                    <a:chExt cx="9509958" cy="1003554"/>
                  </a:xfrm>
                </p:grpSpPr>
                <p:sp>
                  <p:nvSpPr>
                    <p:cNvPr id="17" name="圆角矩形 16">
                      <a:extLst>
                        <a:ext uri="{FF2B5EF4-FFF2-40B4-BE49-F238E27FC236}">
                          <a16:creationId xmlns:a16="http://schemas.microsoft.com/office/drawing/2014/main" id="{55E4D118-4155-7F79-5065-9834398DE44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-939801" y="2837739"/>
                      <a:ext cx="3045659" cy="825468"/>
                    </a:xfrm>
                    <a:prstGeom prst="roundRect">
                      <a:avLst>
                        <a:gd name="adj" fmla="val 19341"/>
                      </a:avLst>
                    </a:prstGeom>
                    <a:solidFill>
                      <a:schemeClr val="accent1"/>
                    </a:solidFill>
                    <a:ln w="6350">
                      <a:noFill/>
                    </a:ln>
                  </p:spPr>
                  <p:txBody>
                    <a:bodyPr wrap="square" anchor="ctr" anchorCtr="1">
                      <a:normAutofit/>
                    </a:bodyPr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</a:rPr>
                        <a:t>意义感与价值迷失</a:t>
                      </a:r>
                    </a:p>
                  </p:txBody>
                </p:sp>
                <p:sp>
                  <p:nvSpPr>
                    <p:cNvPr id="18" name="矩形 17">
                      <a:extLst>
                        <a:ext uri="{FF2B5EF4-FFF2-40B4-BE49-F238E27FC236}">
                          <a16:creationId xmlns:a16="http://schemas.microsoft.com/office/drawing/2014/main" id="{C215B1BC-B5DB-475D-04D7-B83B3D8881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2392514" y="2748696"/>
                      <a:ext cx="6177643" cy="1003554"/>
                    </a:xfrm>
                    <a:prstGeom prst="rect">
                      <a:avLst/>
                    </a:prstGeom>
                    <a:noFill/>
                    <a:ln w="57150" cap="rnd">
                      <a:noFill/>
                      <a:prstDash val="solid"/>
                      <a:round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0000" tIns="36000" rIns="90000" bIns="36000" numCol="1" spcCol="0" rtlCol="0" fromWordArt="0" anchor="ctr" anchorCtr="0" forceAA="0" compatLnSpc="1">
                      <a:normAutofit/>
                    </a:bodyPr>
                    <a:lstStyle/>
                    <a:p>
                      <a:pPr defTabSz="913765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青年应积极参与社会建设，承担起时代赋予的责任。通过促进不同群体间的交流与理解，共同营造和谐的社会氛围，展现青春的力量与价值。</a:t>
                      </a:r>
                    </a:p>
                  </p:txBody>
                </p:sp>
              </p:grpSp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1B984F3F-659A-8DF8-ACD5-8D1CE9BDED00}"/>
                      </a:ext>
                    </a:extLst>
                  </p:cNvPr>
                  <p:cNvSpPr txBox="1"/>
                  <p:nvPr/>
                </p:nvSpPr>
                <p:spPr>
                  <a:xfrm>
                    <a:off x="824228" y="1916348"/>
                    <a:ext cx="1120686" cy="1248229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 rtlCol="0" anchor="ctr" anchorCtr="0">
                    <a:normAutofit/>
                  </a:bodyPr>
                  <a:lstStyle/>
                  <a:p>
                    <a:r>
                      <a:rPr kumimoji="1" lang="en-US" altLang="zh-CN" sz="6000" b="1" dirty="0">
                        <a:solidFill>
                          <a:schemeClr val="accent1">
                            <a:alpha val="15000"/>
                          </a:schemeClr>
                        </a:solidFill>
                      </a:rPr>
                      <a:t>03</a:t>
                    </a:r>
                  </a:p>
                </p:txBody>
              </p:sp>
            </p:grpSp>
          </p:grp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5B6386DE-C8E9-3794-5BB9-4FF66A8842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7886" y="2744575"/>
                <a:ext cx="0" cy="474875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  <a:round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1129292F-EAAF-C68F-D67D-D0C6B963B6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7886" y="4220950"/>
                <a:ext cx="0" cy="474875"/>
              </a:xfrm>
              <a:prstGeom prst="line">
                <a:avLst/>
              </a:prstGeom>
              <a:ln w="6350" cap="rnd">
                <a:solidFill>
                  <a:schemeClr val="tx1"/>
                </a:solidFill>
                <a:round/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0FACB23-DD17-DD79-FA1F-C5594E1FD89F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/>
                <a:t>直面困境，是蜕变的第一步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困难是成长的必经之路</a:t>
            </a:r>
            <a:endParaRPr lang="en-US" dirty="0"/>
          </a:p>
        </p:txBody>
      </p:sp>
      <p:grpSp>
        <p:nvGrpSpPr>
          <p:cNvPr id="875" name="组合 874">
            <a:extLst>
              <a:ext uri="{FF2B5EF4-FFF2-40B4-BE49-F238E27FC236}">
                <a16:creationId xmlns:a16="http://schemas.microsoft.com/office/drawing/2014/main" id="{6963BB40-489F-7427-7715-EDD602D98472}"/>
              </a:ext>
            </a:extLst>
          </p:cNvPr>
          <p:cNvGrpSpPr/>
          <p:nvPr/>
        </p:nvGrpSpPr>
        <p:grpSpPr>
          <a:xfrm>
            <a:off x="660400" y="1130300"/>
            <a:ext cx="11054558" cy="5003800"/>
            <a:chOff x="660400" y="1130300"/>
            <a:chExt cx="11054558" cy="5003800"/>
          </a:xfrm>
        </p:grpSpPr>
        <p:grpSp>
          <p:nvGrpSpPr>
            <p:cNvPr id="608" name="组合 607">
              <a:extLst>
                <a:ext uri="{FF2B5EF4-FFF2-40B4-BE49-F238E27FC236}">
                  <a16:creationId xmlns:a16="http://schemas.microsoft.com/office/drawing/2014/main" id="{EC714CB4-D0FE-1D3A-C601-D9087C7515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487246" y="2008427"/>
              <a:ext cx="5227712" cy="3843757"/>
              <a:chOff x="2415327" y="1509768"/>
              <a:chExt cx="6727449" cy="4946462"/>
            </a:xfrm>
          </p:grpSpPr>
          <p:grpSp>
            <p:nvGrpSpPr>
              <p:cNvPr id="609" name="组合 608">
                <a:extLst>
                  <a:ext uri="{FF2B5EF4-FFF2-40B4-BE49-F238E27FC236}">
                    <a16:creationId xmlns:a16="http://schemas.microsoft.com/office/drawing/2014/main" id="{1392E997-89A6-D19B-335A-FABE1B94BB68}"/>
                  </a:ext>
                </a:extLst>
              </p:cNvPr>
              <p:cNvGrpSpPr/>
              <p:nvPr/>
            </p:nvGrpSpPr>
            <p:grpSpPr>
              <a:xfrm>
                <a:off x="4246787" y="5596458"/>
                <a:ext cx="1132403" cy="594330"/>
                <a:chOff x="4246787" y="5596458"/>
                <a:chExt cx="1132403" cy="594330"/>
              </a:xfrm>
            </p:grpSpPr>
            <p:grpSp>
              <p:nvGrpSpPr>
                <p:cNvPr id="862" name="组合 861">
                  <a:extLst>
                    <a:ext uri="{FF2B5EF4-FFF2-40B4-BE49-F238E27FC236}">
                      <a16:creationId xmlns:a16="http://schemas.microsoft.com/office/drawing/2014/main" id="{F53FC3CA-EB0A-B942-9179-F179175895A5}"/>
                    </a:ext>
                  </a:extLst>
                </p:cNvPr>
                <p:cNvGrpSpPr/>
                <p:nvPr/>
              </p:nvGrpSpPr>
              <p:grpSpPr>
                <a:xfrm>
                  <a:off x="4475228" y="5684321"/>
                  <a:ext cx="903962" cy="506467"/>
                  <a:chOff x="4475228" y="5684321"/>
                  <a:chExt cx="903962" cy="506467"/>
                </a:xfrm>
              </p:grpSpPr>
              <p:sp>
                <p:nvSpPr>
                  <p:cNvPr id="869" name="任意多边形 868">
                    <a:extLst>
                      <a:ext uri="{FF2B5EF4-FFF2-40B4-BE49-F238E27FC236}">
                        <a16:creationId xmlns:a16="http://schemas.microsoft.com/office/drawing/2014/main" id="{994FCB52-9EEF-9FC2-A743-6F2AAD4CF67C}"/>
                      </a:ext>
                    </a:extLst>
                  </p:cNvPr>
                  <p:cNvSpPr/>
                  <p:nvPr/>
                </p:nvSpPr>
                <p:spPr>
                  <a:xfrm>
                    <a:off x="4475228" y="5684321"/>
                    <a:ext cx="903962" cy="506467"/>
                  </a:xfrm>
                  <a:custGeom>
                    <a:avLst/>
                    <a:gdLst>
                      <a:gd name="connsiteX0" fmla="*/ 688115 w 903962"/>
                      <a:gd name="connsiteY0" fmla="*/ 21147 h 506467"/>
                      <a:gd name="connsiteX1" fmla="*/ 613710 w 903962"/>
                      <a:gd name="connsiteY1" fmla="*/ 31305 h 506467"/>
                      <a:gd name="connsiteX2" fmla="*/ 396126 w 903962"/>
                      <a:gd name="connsiteY2" fmla="*/ 26972 h 506467"/>
                      <a:gd name="connsiteX3" fmla="*/ 279581 w 903962"/>
                      <a:gd name="connsiteY3" fmla="*/ 164996 h 506467"/>
                      <a:gd name="connsiteX4" fmla="*/ 0 w 903962"/>
                      <a:gd name="connsiteY4" fmla="*/ 241595 h 506467"/>
                      <a:gd name="connsiteX5" fmla="*/ 183197 w 903962"/>
                      <a:gd name="connsiteY5" fmla="*/ 374301 h 506467"/>
                      <a:gd name="connsiteX6" fmla="*/ 296201 w 903962"/>
                      <a:gd name="connsiteY6" fmla="*/ 506467 h 506467"/>
                      <a:gd name="connsiteX7" fmla="*/ 494672 w 903962"/>
                      <a:gd name="connsiteY7" fmla="*/ 464246 h 506467"/>
                      <a:gd name="connsiteX8" fmla="*/ 691714 w 903962"/>
                      <a:gd name="connsiteY8" fmla="*/ 391971 h 506467"/>
                      <a:gd name="connsiteX9" fmla="*/ 716435 w 903962"/>
                      <a:gd name="connsiteY9" fmla="*/ 378449 h 506467"/>
                      <a:gd name="connsiteX10" fmla="*/ 821395 w 903962"/>
                      <a:gd name="connsiteY10" fmla="*/ 295628 h 506467"/>
                      <a:gd name="connsiteX11" fmla="*/ 888740 w 903962"/>
                      <a:gd name="connsiteY11" fmla="*/ 151320 h 506467"/>
                      <a:gd name="connsiteX12" fmla="*/ 902989 w 903962"/>
                      <a:gd name="connsiteY12" fmla="*/ 0 h 506467"/>
                      <a:gd name="connsiteX13" fmla="*/ 688115 w 903962"/>
                      <a:gd name="connsiteY13" fmla="*/ 21147 h 5064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903962" h="506467">
                        <a:moveTo>
                          <a:pt x="688115" y="21147"/>
                        </a:moveTo>
                        <a:cubicBezTo>
                          <a:pt x="652285" y="26084"/>
                          <a:pt x="638520" y="27311"/>
                          <a:pt x="613710" y="31305"/>
                        </a:cubicBezTo>
                        <a:cubicBezTo>
                          <a:pt x="537707" y="43536"/>
                          <a:pt x="463343" y="41229"/>
                          <a:pt x="396126" y="26972"/>
                        </a:cubicBezTo>
                        <a:cubicBezTo>
                          <a:pt x="372793" y="68983"/>
                          <a:pt x="333807" y="126623"/>
                          <a:pt x="279581" y="164996"/>
                        </a:cubicBezTo>
                        <a:cubicBezTo>
                          <a:pt x="231816" y="198793"/>
                          <a:pt x="149956" y="233381"/>
                          <a:pt x="0" y="241595"/>
                        </a:cubicBezTo>
                        <a:cubicBezTo>
                          <a:pt x="54412" y="272424"/>
                          <a:pt x="120451" y="315872"/>
                          <a:pt x="183197" y="374301"/>
                        </a:cubicBezTo>
                        <a:cubicBezTo>
                          <a:pt x="234761" y="422324"/>
                          <a:pt x="270859" y="468135"/>
                          <a:pt x="296201" y="506467"/>
                        </a:cubicBezTo>
                        <a:cubicBezTo>
                          <a:pt x="377529" y="493792"/>
                          <a:pt x="444342" y="478010"/>
                          <a:pt x="494672" y="464246"/>
                        </a:cubicBezTo>
                        <a:cubicBezTo>
                          <a:pt x="610048" y="432691"/>
                          <a:pt x="669825" y="402904"/>
                          <a:pt x="691714" y="391971"/>
                        </a:cubicBezTo>
                        <a:cubicBezTo>
                          <a:pt x="700242" y="387711"/>
                          <a:pt x="708133" y="383346"/>
                          <a:pt x="716435" y="378449"/>
                        </a:cubicBezTo>
                        <a:cubicBezTo>
                          <a:pt x="762255" y="351436"/>
                          <a:pt x="796004" y="324803"/>
                          <a:pt x="821395" y="295628"/>
                        </a:cubicBezTo>
                        <a:cubicBezTo>
                          <a:pt x="862341" y="248566"/>
                          <a:pt x="874855" y="205409"/>
                          <a:pt x="888740" y="151320"/>
                        </a:cubicBezTo>
                        <a:cubicBezTo>
                          <a:pt x="898067" y="114972"/>
                          <a:pt x="906966" y="63142"/>
                          <a:pt x="902989" y="0"/>
                        </a:cubicBezTo>
                        <a:cubicBezTo>
                          <a:pt x="819353" y="5043"/>
                          <a:pt x="747223" y="13006"/>
                          <a:pt x="688115" y="21147"/>
                        </a:cubicBezTo>
                        <a:close/>
                      </a:path>
                    </a:pathLst>
                  </a:custGeom>
                  <a:solidFill>
                    <a:srgbClr val="F8F8F8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870" name="任意多边形 869">
                    <a:extLst>
                      <a:ext uri="{FF2B5EF4-FFF2-40B4-BE49-F238E27FC236}">
                        <a16:creationId xmlns:a16="http://schemas.microsoft.com/office/drawing/2014/main" id="{5F5E7076-B785-12D9-E3F1-F88504A44BE1}"/>
                      </a:ext>
                    </a:extLst>
                  </p:cNvPr>
                  <p:cNvSpPr/>
                  <p:nvPr/>
                </p:nvSpPr>
                <p:spPr>
                  <a:xfrm>
                    <a:off x="4639683" y="5935953"/>
                    <a:ext cx="298579" cy="115974"/>
                  </a:xfrm>
                  <a:custGeom>
                    <a:avLst/>
                    <a:gdLst>
                      <a:gd name="connsiteX0" fmla="*/ 288092 w 298579"/>
                      <a:gd name="connsiteY0" fmla="*/ 101377 h 115974"/>
                      <a:gd name="connsiteX1" fmla="*/ 160405 w 298579"/>
                      <a:gd name="connsiteY1" fmla="*/ 64965 h 115974"/>
                      <a:gd name="connsiteX2" fmla="*/ 101119 w 298579"/>
                      <a:gd name="connsiteY2" fmla="*/ 25496 h 115974"/>
                      <a:gd name="connsiteX3" fmla="*/ 26674 w 298579"/>
                      <a:gd name="connsiteY3" fmla="*/ 0 h 115974"/>
                      <a:gd name="connsiteX4" fmla="*/ 0 w 298579"/>
                      <a:gd name="connsiteY4" fmla="*/ 10473 h 115974"/>
                      <a:gd name="connsiteX5" fmla="*/ 139508 w 298579"/>
                      <a:gd name="connsiteY5" fmla="*/ 71574 h 115974"/>
                      <a:gd name="connsiteX6" fmla="*/ 288092 w 298579"/>
                      <a:gd name="connsiteY6" fmla="*/ 115957 h 115974"/>
                      <a:gd name="connsiteX7" fmla="*/ 288092 w 298579"/>
                      <a:gd name="connsiteY7" fmla="*/ 101377 h 1159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98579" h="115974">
                        <a:moveTo>
                          <a:pt x="288092" y="101377"/>
                        </a:moveTo>
                        <a:cubicBezTo>
                          <a:pt x="238941" y="99336"/>
                          <a:pt x="195978" y="88186"/>
                          <a:pt x="160405" y="64965"/>
                        </a:cubicBezTo>
                        <a:cubicBezTo>
                          <a:pt x="140355" y="51879"/>
                          <a:pt x="123468" y="36993"/>
                          <a:pt x="101119" y="25496"/>
                        </a:cubicBezTo>
                        <a:cubicBezTo>
                          <a:pt x="78310" y="13764"/>
                          <a:pt x="53146" y="5704"/>
                          <a:pt x="26674" y="0"/>
                        </a:cubicBezTo>
                        <a:cubicBezTo>
                          <a:pt x="17847" y="3712"/>
                          <a:pt x="8948" y="7205"/>
                          <a:pt x="0" y="10473"/>
                        </a:cubicBezTo>
                        <a:cubicBezTo>
                          <a:pt x="55259" y="21018"/>
                          <a:pt x="94576" y="40906"/>
                          <a:pt x="139508" y="71574"/>
                        </a:cubicBezTo>
                        <a:cubicBezTo>
                          <a:pt x="180478" y="99538"/>
                          <a:pt x="230001" y="113553"/>
                          <a:pt x="288092" y="115957"/>
                        </a:cubicBezTo>
                        <a:cubicBezTo>
                          <a:pt x="302099" y="116546"/>
                          <a:pt x="302051" y="101958"/>
                          <a:pt x="288092" y="101377"/>
                        </a:cubicBezTo>
                        <a:close/>
                      </a:path>
                    </a:pathLst>
                  </a:custGeom>
                  <a:solidFill>
                    <a:srgbClr val="7368E3">
                      <a:alpha val="25000"/>
                    </a:srgbClr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1" name="任意多边形 870">
                    <a:extLst>
                      <a:ext uri="{FF2B5EF4-FFF2-40B4-BE49-F238E27FC236}">
                        <a16:creationId xmlns:a16="http://schemas.microsoft.com/office/drawing/2014/main" id="{AB98CBB2-EAF6-3C71-8170-B440A53C97F5}"/>
                      </a:ext>
                    </a:extLst>
                  </p:cNvPr>
                  <p:cNvSpPr/>
                  <p:nvPr/>
                </p:nvSpPr>
                <p:spPr>
                  <a:xfrm>
                    <a:off x="4734307" y="5892893"/>
                    <a:ext cx="347079" cy="108589"/>
                  </a:xfrm>
                  <a:custGeom>
                    <a:avLst/>
                    <a:gdLst>
                      <a:gd name="connsiteX0" fmla="*/ 340988 w 347079"/>
                      <a:gd name="connsiteY0" fmla="*/ 87693 h 108589"/>
                      <a:gd name="connsiteX1" fmla="*/ 155927 w 347079"/>
                      <a:gd name="connsiteY1" fmla="*/ 54638 h 108589"/>
                      <a:gd name="connsiteX2" fmla="*/ 16693 w 347079"/>
                      <a:gd name="connsiteY2" fmla="*/ 0 h 108589"/>
                      <a:gd name="connsiteX3" fmla="*/ 0 w 347079"/>
                      <a:gd name="connsiteY3" fmla="*/ 9714 h 108589"/>
                      <a:gd name="connsiteX4" fmla="*/ 3122 w 347079"/>
                      <a:gd name="connsiteY4" fmla="*/ 11586 h 108589"/>
                      <a:gd name="connsiteX5" fmla="*/ 211339 w 347079"/>
                      <a:gd name="connsiteY5" fmla="*/ 92478 h 108589"/>
                      <a:gd name="connsiteX6" fmla="*/ 316686 w 347079"/>
                      <a:gd name="connsiteY6" fmla="*/ 107630 h 108589"/>
                      <a:gd name="connsiteX7" fmla="*/ 347079 w 347079"/>
                      <a:gd name="connsiteY7" fmla="*/ 87089 h 108589"/>
                      <a:gd name="connsiteX8" fmla="*/ 340988 w 347079"/>
                      <a:gd name="connsiteY8" fmla="*/ 87693 h 1085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47079" h="108589">
                        <a:moveTo>
                          <a:pt x="340988" y="87693"/>
                        </a:moveTo>
                        <a:cubicBezTo>
                          <a:pt x="275813" y="108421"/>
                          <a:pt x="210218" y="75938"/>
                          <a:pt x="155927" y="54638"/>
                        </a:cubicBezTo>
                        <a:cubicBezTo>
                          <a:pt x="109518" y="36428"/>
                          <a:pt x="63110" y="18218"/>
                          <a:pt x="16693" y="0"/>
                        </a:cubicBezTo>
                        <a:cubicBezTo>
                          <a:pt x="11199" y="3300"/>
                          <a:pt x="5632" y="6543"/>
                          <a:pt x="0" y="9714"/>
                        </a:cubicBezTo>
                        <a:cubicBezTo>
                          <a:pt x="807" y="10400"/>
                          <a:pt x="1775" y="11053"/>
                          <a:pt x="3122" y="11586"/>
                        </a:cubicBezTo>
                        <a:cubicBezTo>
                          <a:pt x="71961" y="38598"/>
                          <a:pt x="139790" y="68806"/>
                          <a:pt x="211339" y="92478"/>
                        </a:cubicBezTo>
                        <a:cubicBezTo>
                          <a:pt x="246315" y="104048"/>
                          <a:pt x="281073" y="111301"/>
                          <a:pt x="316686" y="107630"/>
                        </a:cubicBezTo>
                        <a:cubicBezTo>
                          <a:pt x="327046" y="100925"/>
                          <a:pt x="337204" y="94059"/>
                          <a:pt x="347079" y="87089"/>
                        </a:cubicBezTo>
                        <a:cubicBezTo>
                          <a:pt x="345151" y="86935"/>
                          <a:pt x="343126" y="87016"/>
                          <a:pt x="340988" y="87693"/>
                        </a:cubicBezTo>
                        <a:close/>
                      </a:path>
                    </a:pathLst>
                  </a:custGeom>
                  <a:solidFill>
                    <a:srgbClr val="7368E3">
                      <a:alpha val="25000"/>
                    </a:srgbClr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2" name="任意多边形 871">
                    <a:extLst>
                      <a:ext uri="{FF2B5EF4-FFF2-40B4-BE49-F238E27FC236}">
                        <a16:creationId xmlns:a16="http://schemas.microsoft.com/office/drawing/2014/main" id="{02638AF9-8DFF-8441-4505-49C0BE224EB9}"/>
                      </a:ext>
                    </a:extLst>
                  </p:cNvPr>
                  <p:cNvSpPr/>
                  <p:nvPr/>
                </p:nvSpPr>
                <p:spPr>
                  <a:xfrm>
                    <a:off x="4821606" y="5833261"/>
                    <a:ext cx="335372" cy="99489"/>
                  </a:xfrm>
                  <a:custGeom>
                    <a:avLst/>
                    <a:gdLst>
                      <a:gd name="connsiteX0" fmla="*/ 14184 w 335372"/>
                      <a:gd name="connsiteY0" fmla="*/ 242 h 99489"/>
                      <a:gd name="connsiteX1" fmla="*/ 13216 w 335372"/>
                      <a:gd name="connsiteY1" fmla="*/ 0 h 99489"/>
                      <a:gd name="connsiteX2" fmla="*/ 0 w 335372"/>
                      <a:gd name="connsiteY2" fmla="*/ 10811 h 99489"/>
                      <a:gd name="connsiteX3" fmla="*/ 3179 w 335372"/>
                      <a:gd name="connsiteY3" fmla="*/ 12844 h 99489"/>
                      <a:gd name="connsiteX4" fmla="*/ 320842 w 335372"/>
                      <a:gd name="connsiteY4" fmla="*/ 99489 h 99489"/>
                      <a:gd name="connsiteX5" fmla="*/ 324876 w 335372"/>
                      <a:gd name="connsiteY5" fmla="*/ 96076 h 99489"/>
                      <a:gd name="connsiteX6" fmla="*/ 335372 w 335372"/>
                      <a:gd name="connsiteY6" fmla="*/ 86838 h 99489"/>
                      <a:gd name="connsiteX7" fmla="*/ 14184 w 335372"/>
                      <a:gd name="connsiteY7" fmla="*/ 242 h 994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35372" h="99489">
                        <a:moveTo>
                          <a:pt x="14184" y="242"/>
                        </a:moveTo>
                        <a:cubicBezTo>
                          <a:pt x="13853" y="105"/>
                          <a:pt x="13546" y="113"/>
                          <a:pt x="13216" y="0"/>
                        </a:cubicBezTo>
                        <a:cubicBezTo>
                          <a:pt x="8923" y="3622"/>
                          <a:pt x="4510" y="7229"/>
                          <a:pt x="0" y="10811"/>
                        </a:cubicBezTo>
                        <a:cubicBezTo>
                          <a:pt x="799" y="11562"/>
                          <a:pt x="1799" y="12263"/>
                          <a:pt x="3179" y="12844"/>
                        </a:cubicBezTo>
                        <a:cubicBezTo>
                          <a:pt x="101668" y="54380"/>
                          <a:pt x="208298" y="83296"/>
                          <a:pt x="320842" y="99489"/>
                        </a:cubicBezTo>
                        <a:cubicBezTo>
                          <a:pt x="322181" y="98352"/>
                          <a:pt x="323560" y="97206"/>
                          <a:pt x="324876" y="96076"/>
                        </a:cubicBezTo>
                        <a:cubicBezTo>
                          <a:pt x="328410" y="93027"/>
                          <a:pt x="331895" y="89936"/>
                          <a:pt x="335372" y="86838"/>
                        </a:cubicBezTo>
                        <a:cubicBezTo>
                          <a:pt x="221408" y="71283"/>
                          <a:pt x="113423" y="42100"/>
                          <a:pt x="14184" y="242"/>
                        </a:cubicBezTo>
                        <a:close/>
                      </a:path>
                    </a:pathLst>
                  </a:custGeom>
                  <a:solidFill>
                    <a:srgbClr val="7368E3">
                      <a:alpha val="25000"/>
                    </a:srgbClr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3" name="任意多边形 872">
                    <a:extLst>
                      <a:ext uri="{FF2B5EF4-FFF2-40B4-BE49-F238E27FC236}">
                        <a16:creationId xmlns:a16="http://schemas.microsoft.com/office/drawing/2014/main" id="{F4CB7A52-97C6-6EA0-0075-0CBE0841D291}"/>
                      </a:ext>
                    </a:extLst>
                  </p:cNvPr>
                  <p:cNvSpPr/>
                  <p:nvPr/>
                </p:nvSpPr>
                <p:spPr>
                  <a:xfrm>
                    <a:off x="4878083" y="5779454"/>
                    <a:ext cx="370105" cy="70411"/>
                  </a:xfrm>
                  <a:custGeom>
                    <a:avLst/>
                    <a:gdLst>
                      <a:gd name="connsiteX0" fmla="*/ 11013 w 370105"/>
                      <a:gd name="connsiteY0" fmla="*/ 0 h 70411"/>
                      <a:gd name="connsiteX1" fmla="*/ 0 w 370105"/>
                      <a:gd name="connsiteY1" fmla="*/ 12594 h 70411"/>
                      <a:gd name="connsiteX2" fmla="*/ 354680 w 370105"/>
                      <a:gd name="connsiteY2" fmla="*/ 64247 h 70411"/>
                      <a:gd name="connsiteX3" fmla="*/ 370106 w 370105"/>
                      <a:gd name="connsiteY3" fmla="*/ 45860 h 70411"/>
                      <a:gd name="connsiteX4" fmla="*/ 11013 w 370105"/>
                      <a:gd name="connsiteY4" fmla="*/ 0 h 704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70105" h="70411">
                        <a:moveTo>
                          <a:pt x="11013" y="0"/>
                        </a:moveTo>
                        <a:cubicBezTo>
                          <a:pt x="7528" y="4179"/>
                          <a:pt x="3873" y="8375"/>
                          <a:pt x="0" y="12594"/>
                        </a:cubicBezTo>
                        <a:cubicBezTo>
                          <a:pt x="109664" y="49055"/>
                          <a:pt x="233301" y="85168"/>
                          <a:pt x="354680" y="64247"/>
                        </a:cubicBezTo>
                        <a:cubicBezTo>
                          <a:pt x="360005" y="58116"/>
                          <a:pt x="365152" y="51984"/>
                          <a:pt x="370106" y="45860"/>
                        </a:cubicBezTo>
                        <a:cubicBezTo>
                          <a:pt x="247509" y="73711"/>
                          <a:pt x="121968" y="36896"/>
                          <a:pt x="11013" y="0"/>
                        </a:cubicBezTo>
                        <a:close/>
                      </a:path>
                    </a:pathLst>
                  </a:custGeom>
                  <a:solidFill>
                    <a:srgbClr val="7368E3">
                      <a:alpha val="25000"/>
                    </a:srgbClr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63" name="组合 862">
                  <a:extLst>
                    <a:ext uri="{FF2B5EF4-FFF2-40B4-BE49-F238E27FC236}">
                      <a16:creationId xmlns:a16="http://schemas.microsoft.com/office/drawing/2014/main" id="{F6521809-8FEB-9B53-85BD-5D9426178959}"/>
                    </a:ext>
                  </a:extLst>
                </p:cNvPr>
                <p:cNvGrpSpPr/>
                <p:nvPr/>
              </p:nvGrpSpPr>
              <p:grpSpPr>
                <a:xfrm>
                  <a:off x="4246787" y="5596458"/>
                  <a:ext cx="903962" cy="506467"/>
                  <a:chOff x="4246787" y="5596458"/>
                  <a:chExt cx="903962" cy="506467"/>
                </a:xfrm>
              </p:grpSpPr>
              <p:sp>
                <p:nvSpPr>
                  <p:cNvPr id="864" name="任意多边形 863">
                    <a:extLst>
                      <a:ext uri="{FF2B5EF4-FFF2-40B4-BE49-F238E27FC236}">
                        <a16:creationId xmlns:a16="http://schemas.microsoft.com/office/drawing/2014/main" id="{6E13166D-5029-B590-C6BA-AA53A3456E66}"/>
                      </a:ext>
                    </a:extLst>
                  </p:cNvPr>
                  <p:cNvSpPr/>
                  <p:nvPr/>
                </p:nvSpPr>
                <p:spPr>
                  <a:xfrm>
                    <a:off x="4246787" y="5596458"/>
                    <a:ext cx="903962" cy="506467"/>
                  </a:xfrm>
                  <a:custGeom>
                    <a:avLst/>
                    <a:gdLst>
                      <a:gd name="connsiteX0" fmla="*/ 215855 w 903962"/>
                      <a:gd name="connsiteY0" fmla="*/ 21147 h 506467"/>
                      <a:gd name="connsiteX1" fmla="*/ 290260 w 903962"/>
                      <a:gd name="connsiteY1" fmla="*/ 31305 h 506467"/>
                      <a:gd name="connsiteX2" fmla="*/ 507844 w 903962"/>
                      <a:gd name="connsiteY2" fmla="*/ 26972 h 506467"/>
                      <a:gd name="connsiteX3" fmla="*/ 624382 w 903962"/>
                      <a:gd name="connsiteY3" fmla="*/ 164996 h 506467"/>
                      <a:gd name="connsiteX4" fmla="*/ 903962 w 903962"/>
                      <a:gd name="connsiteY4" fmla="*/ 241595 h 506467"/>
                      <a:gd name="connsiteX5" fmla="*/ 720765 w 903962"/>
                      <a:gd name="connsiteY5" fmla="*/ 374302 h 506467"/>
                      <a:gd name="connsiteX6" fmla="*/ 607761 w 903962"/>
                      <a:gd name="connsiteY6" fmla="*/ 506467 h 506467"/>
                      <a:gd name="connsiteX7" fmla="*/ 409291 w 903962"/>
                      <a:gd name="connsiteY7" fmla="*/ 464247 h 506467"/>
                      <a:gd name="connsiteX8" fmla="*/ 212248 w 903962"/>
                      <a:gd name="connsiteY8" fmla="*/ 391971 h 506467"/>
                      <a:gd name="connsiteX9" fmla="*/ 187527 w 903962"/>
                      <a:gd name="connsiteY9" fmla="*/ 378449 h 506467"/>
                      <a:gd name="connsiteX10" fmla="*/ 82567 w 903962"/>
                      <a:gd name="connsiteY10" fmla="*/ 295628 h 506467"/>
                      <a:gd name="connsiteX11" fmla="*/ 15222 w 903962"/>
                      <a:gd name="connsiteY11" fmla="*/ 151320 h 506467"/>
                      <a:gd name="connsiteX12" fmla="*/ 973 w 903962"/>
                      <a:gd name="connsiteY12" fmla="*/ 0 h 506467"/>
                      <a:gd name="connsiteX13" fmla="*/ 215855 w 903962"/>
                      <a:gd name="connsiteY13" fmla="*/ 21147 h 5064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903962" h="506467">
                        <a:moveTo>
                          <a:pt x="215855" y="21147"/>
                        </a:moveTo>
                        <a:cubicBezTo>
                          <a:pt x="251686" y="26085"/>
                          <a:pt x="265450" y="27311"/>
                          <a:pt x="290260" y="31305"/>
                        </a:cubicBezTo>
                        <a:cubicBezTo>
                          <a:pt x="366263" y="43536"/>
                          <a:pt x="440628" y="41229"/>
                          <a:pt x="507844" y="26972"/>
                        </a:cubicBezTo>
                        <a:cubicBezTo>
                          <a:pt x="531178" y="68983"/>
                          <a:pt x="570163" y="126623"/>
                          <a:pt x="624382" y="164996"/>
                        </a:cubicBezTo>
                        <a:cubicBezTo>
                          <a:pt x="672146" y="198794"/>
                          <a:pt x="754006" y="233382"/>
                          <a:pt x="903962" y="241595"/>
                        </a:cubicBezTo>
                        <a:cubicBezTo>
                          <a:pt x="849550" y="272424"/>
                          <a:pt x="783512" y="315872"/>
                          <a:pt x="720765" y="374302"/>
                        </a:cubicBezTo>
                        <a:cubicBezTo>
                          <a:pt x="669201" y="422324"/>
                          <a:pt x="633104" y="468135"/>
                          <a:pt x="607761" y="506467"/>
                        </a:cubicBezTo>
                        <a:cubicBezTo>
                          <a:pt x="526433" y="493792"/>
                          <a:pt x="459620" y="478011"/>
                          <a:pt x="409291" y="464247"/>
                        </a:cubicBezTo>
                        <a:cubicBezTo>
                          <a:pt x="293915" y="432692"/>
                          <a:pt x="234137" y="402904"/>
                          <a:pt x="212248" y="391971"/>
                        </a:cubicBezTo>
                        <a:cubicBezTo>
                          <a:pt x="203720" y="387711"/>
                          <a:pt x="195829" y="383346"/>
                          <a:pt x="187527" y="378449"/>
                        </a:cubicBezTo>
                        <a:cubicBezTo>
                          <a:pt x="141708" y="351436"/>
                          <a:pt x="107958" y="324803"/>
                          <a:pt x="82567" y="295628"/>
                        </a:cubicBezTo>
                        <a:cubicBezTo>
                          <a:pt x="41621" y="248566"/>
                          <a:pt x="29107" y="205409"/>
                          <a:pt x="15222" y="151320"/>
                        </a:cubicBezTo>
                        <a:cubicBezTo>
                          <a:pt x="5895" y="114972"/>
                          <a:pt x="-3004" y="63142"/>
                          <a:pt x="973" y="0"/>
                        </a:cubicBezTo>
                        <a:cubicBezTo>
                          <a:pt x="84617" y="5043"/>
                          <a:pt x="156747" y="12998"/>
                          <a:pt x="215855" y="21147"/>
                        </a:cubicBezTo>
                        <a:close/>
                      </a:path>
                    </a:pathLst>
                  </a:custGeom>
                  <a:solidFill>
                    <a:srgbClr val="F8F8F8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65" name="任意多边形 864">
                    <a:extLst>
                      <a:ext uri="{FF2B5EF4-FFF2-40B4-BE49-F238E27FC236}">
                        <a16:creationId xmlns:a16="http://schemas.microsoft.com/office/drawing/2014/main" id="{0D4FFD7C-8F9E-4F6A-F6DB-92E52F5DD8D8}"/>
                      </a:ext>
                    </a:extLst>
                  </p:cNvPr>
                  <p:cNvSpPr/>
                  <p:nvPr/>
                </p:nvSpPr>
                <p:spPr>
                  <a:xfrm>
                    <a:off x="4687726" y="5848090"/>
                    <a:ext cx="298576" cy="115974"/>
                  </a:xfrm>
                  <a:custGeom>
                    <a:avLst/>
                    <a:gdLst>
                      <a:gd name="connsiteX0" fmla="*/ 10484 w 298576"/>
                      <a:gd name="connsiteY0" fmla="*/ 101377 h 115974"/>
                      <a:gd name="connsiteX1" fmla="*/ 138171 w 298576"/>
                      <a:gd name="connsiteY1" fmla="*/ 64965 h 115974"/>
                      <a:gd name="connsiteX2" fmla="*/ 197457 w 298576"/>
                      <a:gd name="connsiteY2" fmla="*/ 25496 h 115974"/>
                      <a:gd name="connsiteX3" fmla="*/ 271903 w 298576"/>
                      <a:gd name="connsiteY3" fmla="*/ 0 h 115974"/>
                      <a:gd name="connsiteX4" fmla="*/ 298576 w 298576"/>
                      <a:gd name="connsiteY4" fmla="*/ 10473 h 115974"/>
                      <a:gd name="connsiteX5" fmla="*/ 159068 w 298576"/>
                      <a:gd name="connsiteY5" fmla="*/ 71574 h 115974"/>
                      <a:gd name="connsiteX6" fmla="*/ 10484 w 298576"/>
                      <a:gd name="connsiteY6" fmla="*/ 115957 h 115974"/>
                      <a:gd name="connsiteX7" fmla="*/ 10484 w 298576"/>
                      <a:gd name="connsiteY7" fmla="*/ 101377 h 1159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98576" h="115974">
                        <a:moveTo>
                          <a:pt x="10484" y="101377"/>
                        </a:moveTo>
                        <a:cubicBezTo>
                          <a:pt x="59635" y="99336"/>
                          <a:pt x="102599" y="88186"/>
                          <a:pt x="138171" y="64965"/>
                        </a:cubicBezTo>
                        <a:cubicBezTo>
                          <a:pt x="158221" y="51879"/>
                          <a:pt x="175108" y="36993"/>
                          <a:pt x="197457" y="25496"/>
                        </a:cubicBezTo>
                        <a:cubicBezTo>
                          <a:pt x="220266" y="13764"/>
                          <a:pt x="245431" y="5704"/>
                          <a:pt x="271903" y="0"/>
                        </a:cubicBezTo>
                        <a:cubicBezTo>
                          <a:pt x="280729" y="3712"/>
                          <a:pt x="289628" y="7205"/>
                          <a:pt x="298576" y="10473"/>
                        </a:cubicBezTo>
                        <a:cubicBezTo>
                          <a:pt x="243317" y="21018"/>
                          <a:pt x="204000" y="40906"/>
                          <a:pt x="159068" y="71574"/>
                        </a:cubicBezTo>
                        <a:cubicBezTo>
                          <a:pt x="118098" y="99530"/>
                          <a:pt x="68575" y="113553"/>
                          <a:pt x="10484" y="115957"/>
                        </a:cubicBezTo>
                        <a:cubicBezTo>
                          <a:pt x="-3523" y="116546"/>
                          <a:pt x="-3466" y="101958"/>
                          <a:pt x="10484" y="101377"/>
                        </a:cubicBezTo>
                        <a:close/>
                      </a:path>
                    </a:pathLst>
                  </a:custGeom>
                  <a:solidFill>
                    <a:srgbClr val="7368E3">
                      <a:alpha val="25000"/>
                    </a:srgbClr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6" name="任意多边形 865">
                    <a:extLst>
                      <a:ext uri="{FF2B5EF4-FFF2-40B4-BE49-F238E27FC236}">
                        <a16:creationId xmlns:a16="http://schemas.microsoft.com/office/drawing/2014/main" id="{3FEF951B-6FD4-4955-CB62-64412FB1BDBE}"/>
                      </a:ext>
                    </a:extLst>
                  </p:cNvPr>
                  <p:cNvSpPr/>
                  <p:nvPr/>
                </p:nvSpPr>
                <p:spPr>
                  <a:xfrm>
                    <a:off x="4544599" y="5805022"/>
                    <a:ext cx="347079" cy="108589"/>
                  </a:xfrm>
                  <a:custGeom>
                    <a:avLst/>
                    <a:gdLst>
                      <a:gd name="connsiteX0" fmla="*/ 6092 w 347079"/>
                      <a:gd name="connsiteY0" fmla="*/ 87693 h 108589"/>
                      <a:gd name="connsiteX1" fmla="*/ 191153 w 347079"/>
                      <a:gd name="connsiteY1" fmla="*/ 54638 h 108589"/>
                      <a:gd name="connsiteX2" fmla="*/ 330386 w 347079"/>
                      <a:gd name="connsiteY2" fmla="*/ 0 h 108589"/>
                      <a:gd name="connsiteX3" fmla="*/ 347079 w 347079"/>
                      <a:gd name="connsiteY3" fmla="*/ 9714 h 108589"/>
                      <a:gd name="connsiteX4" fmla="*/ 343957 w 347079"/>
                      <a:gd name="connsiteY4" fmla="*/ 11586 h 108589"/>
                      <a:gd name="connsiteX5" fmla="*/ 135740 w 347079"/>
                      <a:gd name="connsiteY5" fmla="*/ 92478 h 108589"/>
                      <a:gd name="connsiteX6" fmla="*/ 30393 w 347079"/>
                      <a:gd name="connsiteY6" fmla="*/ 107630 h 108589"/>
                      <a:gd name="connsiteX7" fmla="*/ 0 w 347079"/>
                      <a:gd name="connsiteY7" fmla="*/ 87088 h 108589"/>
                      <a:gd name="connsiteX8" fmla="*/ 6092 w 347079"/>
                      <a:gd name="connsiteY8" fmla="*/ 87693 h 1085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47079" h="108589">
                        <a:moveTo>
                          <a:pt x="6092" y="87693"/>
                        </a:moveTo>
                        <a:cubicBezTo>
                          <a:pt x="71267" y="108421"/>
                          <a:pt x="136862" y="75938"/>
                          <a:pt x="191153" y="54638"/>
                        </a:cubicBezTo>
                        <a:cubicBezTo>
                          <a:pt x="237561" y="36428"/>
                          <a:pt x="283970" y="18218"/>
                          <a:pt x="330386" y="0"/>
                        </a:cubicBezTo>
                        <a:cubicBezTo>
                          <a:pt x="335881" y="3300"/>
                          <a:pt x="341448" y="6543"/>
                          <a:pt x="347079" y="9714"/>
                        </a:cubicBezTo>
                        <a:cubicBezTo>
                          <a:pt x="346273" y="10400"/>
                          <a:pt x="345304" y="11053"/>
                          <a:pt x="343957" y="11586"/>
                        </a:cubicBezTo>
                        <a:cubicBezTo>
                          <a:pt x="275119" y="38598"/>
                          <a:pt x="207289" y="68806"/>
                          <a:pt x="135740" y="92478"/>
                        </a:cubicBezTo>
                        <a:cubicBezTo>
                          <a:pt x="100764" y="104048"/>
                          <a:pt x="66006" y="111301"/>
                          <a:pt x="30393" y="107630"/>
                        </a:cubicBezTo>
                        <a:cubicBezTo>
                          <a:pt x="20033" y="100925"/>
                          <a:pt x="9876" y="94059"/>
                          <a:pt x="0" y="87088"/>
                        </a:cubicBezTo>
                        <a:cubicBezTo>
                          <a:pt x="1936" y="86943"/>
                          <a:pt x="3961" y="87016"/>
                          <a:pt x="6092" y="87693"/>
                        </a:cubicBezTo>
                        <a:close/>
                      </a:path>
                    </a:pathLst>
                  </a:custGeom>
                  <a:solidFill>
                    <a:srgbClr val="7368E3">
                      <a:alpha val="25000"/>
                    </a:srgbClr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7" name="任意多边形 866">
                    <a:extLst>
                      <a:ext uri="{FF2B5EF4-FFF2-40B4-BE49-F238E27FC236}">
                        <a16:creationId xmlns:a16="http://schemas.microsoft.com/office/drawing/2014/main" id="{DAFE2DC4-CA8B-5E41-D70B-B483872171B1}"/>
                      </a:ext>
                    </a:extLst>
                  </p:cNvPr>
                  <p:cNvSpPr/>
                  <p:nvPr/>
                </p:nvSpPr>
                <p:spPr>
                  <a:xfrm>
                    <a:off x="4469016" y="5745398"/>
                    <a:ext cx="335372" cy="99489"/>
                  </a:xfrm>
                  <a:custGeom>
                    <a:avLst/>
                    <a:gdLst>
                      <a:gd name="connsiteX0" fmla="*/ 321189 w 335372"/>
                      <a:gd name="connsiteY0" fmla="*/ 242 h 99489"/>
                      <a:gd name="connsiteX1" fmla="*/ 322157 w 335372"/>
                      <a:gd name="connsiteY1" fmla="*/ 0 h 99489"/>
                      <a:gd name="connsiteX2" fmla="*/ 335372 w 335372"/>
                      <a:gd name="connsiteY2" fmla="*/ 10811 h 99489"/>
                      <a:gd name="connsiteX3" fmla="*/ 332193 w 335372"/>
                      <a:gd name="connsiteY3" fmla="*/ 12844 h 99489"/>
                      <a:gd name="connsiteX4" fmla="*/ 14531 w 335372"/>
                      <a:gd name="connsiteY4" fmla="*/ 99489 h 99489"/>
                      <a:gd name="connsiteX5" fmla="*/ 10497 w 335372"/>
                      <a:gd name="connsiteY5" fmla="*/ 96076 h 99489"/>
                      <a:gd name="connsiteX6" fmla="*/ 0 w 335372"/>
                      <a:gd name="connsiteY6" fmla="*/ 86838 h 99489"/>
                      <a:gd name="connsiteX7" fmla="*/ 321189 w 335372"/>
                      <a:gd name="connsiteY7" fmla="*/ 242 h 994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35372" h="99489">
                        <a:moveTo>
                          <a:pt x="321189" y="242"/>
                        </a:moveTo>
                        <a:cubicBezTo>
                          <a:pt x="321519" y="105"/>
                          <a:pt x="321826" y="113"/>
                          <a:pt x="322157" y="0"/>
                        </a:cubicBezTo>
                        <a:cubicBezTo>
                          <a:pt x="326449" y="3622"/>
                          <a:pt x="330862" y="7229"/>
                          <a:pt x="335372" y="10811"/>
                        </a:cubicBezTo>
                        <a:cubicBezTo>
                          <a:pt x="334574" y="11562"/>
                          <a:pt x="333573" y="12263"/>
                          <a:pt x="332193" y="12844"/>
                        </a:cubicBezTo>
                        <a:cubicBezTo>
                          <a:pt x="233705" y="54380"/>
                          <a:pt x="127075" y="83296"/>
                          <a:pt x="14531" y="99489"/>
                        </a:cubicBezTo>
                        <a:cubicBezTo>
                          <a:pt x="13192" y="98352"/>
                          <a:pt x="11812" y="97206"/>
                          <a:pt x="10497" y="96076"/>
                        </a:cubicBezTo>
                        <a:cubicBezTo>
                          <a:pt x="6963" y="93027"/>
                          <a:pt x="3478" y="89936"/>
                          <a:pt x="0" y="86838"/>
                        </a:cubicBezTo>
                        <a:cubicBezTo>
                          <a:pt x="113964" y="71275"/>
                          <a:pt x="221949" y="42100"/>
                          <a:pt x="321189" y="242"/>
                        </a:cubicBezTo>
                        <a:close/>
                      </a:path>
                    </a:pathLst>
                  </a:custGeom>
                  <a:solidFill>
                    <a:srgbClr val="7368E3">
                      <a:alpha val="25000"/>
                    </a:srgbClr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8" name="任意多边形 867">
                    <a:extLst>
                      <a:ext uri="{FF2B5EF4-FFF2-40B4-BE49-F238E27FC236}">
                        <a16:creationId xmlns:a16="http://schemas.microsoft.com/office/drawing/2014/main" id="{97538A18-8391-1A39-2FEA-D2D8EA975B23}"/>
                      </a:ext>
                    </a:extLst>
                  </p:cNvPr>
                  <p:cNvSpPr/>
                  <p:nvPr/>
                </p:nvSpPr>
                <p:spPr>
                  <a:xfrm>
                    <a:off x="4377788" y="5691591"/>
                    <a:ext cx="370114" cy="70411"/>
                  </a:xfrm>
                  <a:custGeom>
                    <a:avLst/>
                    <a:gdLst>
                      <a:gd name="connsiteX0" fmla="*/ 359101 w 370114"/>
                      <a:gd name="connsiteY0" fmla="*/ 0 h 70411"/>
                      <a:gd name="connsiteX1" fmla="*/ 370114 w 370114"/>
                      <a:gd name="connsiteY1" fmla="*/ 12594 h 70411"/>
                      <a:gd name="connsiteX2" fmla="*/ 15434 w 370114"/>
                      <a:gd name="connsiteY2" fmla="*/ 64247 h 70411"/>
                      <a:gd name="connsiteX3" fmla="*/ 0 w 370114"/>
                      <a:gd name="connsiteY3" fmla="*/ 45860 h 70411"/>
                      <a:gd name="connsiteX4" fmla="*/ 359101 w 370114"/>
                      <a:gd name="connsiteY4" fmla="*/ 0 h 704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70114" h="70411">
                        <a:moveTo>
                          <a:pt x="359101" y="0"/>
                        </a:moveTo>
                        <a:cubicBezTo>
                          <a:pt x="362587" y="4179"/>
                          <a:pt x="366241" y="8375"/>
                          <a:pt x="370114" y="12594"/>
                        </a:cubicBezTo>
                        <a:cubicBezTo>
                          <a:pt x="260451" y="49055"/>
                          <a:pt x="136813" y="85168"/>
                          <a:pt x="15434" y="64247"/>
                        </a:cubicBezTo>
                        <a:cubicBezTo>
                          <a:pt x="10109" y="58116"/>
                          <a:pt x="4962" y="51984"/>
                          <a:pt x="0" y="45860"/>
                        </a:cubicBezTo>
                        <a:cubicBezTo>
                          <a:pt x="122605" y="73711"/>
                          <a:pt x="248155" y="36896"/>
                          <a:pt x="359101" y="0"/>
                        </a:cubicBezTo>
                        <a:close/>
                      </a:path>
                    </a:pathLst>
                  </a:custGeom>
                  <a:solidFill>
                    <a:srgbClr val="7368E3">
                      <a:alpha val="25000"/>
                    </a:srgbClr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10" name="组合 609">
                <a:extLst>
                  <a:ext uri="{FF2B5EF4-FFF2-40B4-BE49-F238E27FC236}">
                    <a16:creationId xmlns:a16="http://schemas.microsoft.com/office/drawing/2014/main" id="{6C56AE8A-D30C-A676-02E3-E97890B6AF55}"/>
                  </a:ext>
                </a:extLst>
              </p:cNvPr>
              <p:cNvGrpSpPr/>
              <p:nvPr/>
            </p:nvGrpSpPr>
            <p:grpSpPr>
              <a:xfrm>
                <a:off x="5411854" y="6009754"/>
                <a:ext cx="907192" cy="446476"/>
                <a:chOff x="5411854" y="6009754"/>
                <a:chExt cx="907192" cy="446476"/>
              </a:xfrm>
            </p:grpSpPr>
            <p:sp>
              <p:nvSpPr>
                <p:cNvPr id="857" name="任意多边形 856">
                  <a:extLst>
                    <a:ext uri="{FF2B5EF4-FFF2-40B4-BE49-F238E27FC236}">
                      <a16:creationId xmlns:a16="http://schemas.microsoft.com/office/drawing/2014/main" id="{C02F6564-1156-45CE-DEEA-E5CFEC451501}"/>
                    </a:ext>
                  </a:extLst>
                </p:cNvPr>
                <p:cNvSpPr/>
                <p:nvPr/>
              </p:nvSpPr>
              <p:spPr>
                <a:xfrm>
                  <a:off x="5411854" y="6009754"/>
                  <a:ext cx="907192" cy="446476"/>
                </a:xfrm>
                <a:custGeom>
                  <a:avLst/>
                  <a:gdLst>
                    <a:gd name="connsiteX0" fmla="*/ 705793 w 907192"/>
                    <a:gd name="connsiteY0" fmla="*/ 111156 h 446476"/>
                    <a:gd name="connsiteX1" fmla="*/ 634930 w 907192"/>
                    <a:gd name="connsiteY1" fmla="*/ 90622 h 446476"/>
                    <a:gd name="connsiteX2" fmla="*/ 441268 w 907192"/>
                    <a:gd name="connsiteY2" fmla="*/ 0 h 446476"/>
                    <a:gd name="connsiteX3" fmla="*/ 281597 w 907192"/>
                    <a:gd name="connsiteY3" fmla="*/ 77495 h 446476"/>
                    <a:gd name="connsiteX4" fmla="*/ 0 w 907192"/>
                    <a:gd name="connsiteY4" fmla="*/ 34846 h 446476"/>
                    <a:gd name="connsiteX5" fmla="*/ 111616 w 907192"/>
                    <a:gd name="connsiteY5" fmla="*/ 227040 h 446476"/>
                    <a:gd name="connsiteX6" fmla="*/ 160412 w 907192"/>
                    <a:gd name="connsiteY6" fmla="*/ 390769 h 446476"/>
                    <a:gd name="connsiteX7" fmla="*/ 355462 w 907192"/>
                    <a:gd name="connsiteY7" fmla="*/ 431965 h 446476"/>
                    <a:gd name="connsiteX8" fmla="*/ 561218 w 907192"/>
                    <a:gd name="connsiteY8" fmla="*/ 445600 h 446476"/>
                    <a:gd name="connsiteX9" fmla="*/ 588812 w 907192"/>
                    <a:gd name="connsiteY9" fmla="*/ 443309 h 446476"/>
                    <a:gd name="connsiteX10" fmla="*/ 716080 w 907192"/>
                    <a:gd name="connsiteY10" fmla="*/ 410770 h 446476"/>
                    <a:gd name="connsiteX11" fmla="*/ 834078 w 907192"/>
                    <a:gd name="connsiteY11" fmla="*/ 308021 h 446476"/>
                    <a:gd name="connsiteX12" fmla="*/ 907192 w 907192"/>
                    <a:gd name="connsiteY12" fmla="*/ 177816 h 446476"/>
                    <a:gd name="connsiteX13" fmla="*/ 705793 w 907192"/>
                    <a:gd name="connsiteY13" fmla="*/ 111156 h 446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907192" h="446476">
                      <a:moveTo>
                        <a:pt x="705793" y="111156"/>
                      </a:moveTo>
                      <a:cubicBezTo>
                        <a:pt x="671648" y="101305"/>
                        <a:pt x="658804" y="96932"/>
                        <a:pt x="634930" y="90622"/>
                      </a:cubicBezTo>
                      <a:cubicBezTo>
                        <a:pt x="561807" y="71307"/>
                        <a:pt x="495938" y="39599"/>
                        <a:pt x="441268" y="0"/>
                      </a:cubicBezTo>
                      <a:cubicBezTo>
                        <a:pt x="403573" y="28424"/>
                        <a:pt x="345587" y="64651"/>
                        <a:pt x="281597" y="77495"/>
                      </a:cubicBezTo>
                      <a:cubicBezTo>
                        <a:pt x="225232" y="88807"/>
                        <a:pt x="137935" y="87233"/>
                        <a:pt x="0" y="34846"/>
                      </a:cubicBezTo>
                      <a:cubicBezTo>
                        <a:pt x="36573" y="84216"/>
                        <a:pt x="78560" y="149561"/>
                        <a:pt x="111616" y="227040"/>
                      </a:cubicBezTo>
                      <a:cubicBezTo>
                        <a:pt x="138782" y="290722"/>
                        <a:pt x="152933" y="346248"/>
                        <a:pt x="160412" y="390769"/>
                      </a:cubicBezTo>
                      <a:cubicBezTo>
                        <a:pt x="238497" y="411803"/>
                        <a:pt x="304786" y="424260"/>
                        <a:pt x="355462" y="431965"/>
                      </a:cubicBezTo>
                      <a:cubicBezTo>
                        <a:pt x="471645" y="449618"/>
                        <a:pt x="537199" y="446689"/>
                        <a:pt x="561218" y="445600"/>
                      </a:cubicBezTo>
                      <a:cubicBezTo>
                        <a:pt x="570569" y="445173"/>
                        <a:pt x="579396" y="444398"/>
                        <a:pt x="588812" y="443309"/>
                      </a:cubicBezTo>
                      <a:cubicBezTo>
                        <a:pt x="640722" y="437314"/>
                        <a:pt x="681653" y="426850"/>
                        <a:pt x="716080" y="410770"/>
                      </a:cubicBezTo>
                      <a:cubicBezTo>
                        <a:pt x="771614" y="384830"/>
                        <a:pt x="800046" y="351065"/>
                        <a:pt x="834078" y="308021"/>
                      </a:cubicBezTo>
                      <a:cubicBezTo>
                        <a:pt x="856943" y="279104"/>
                        <a:pt x="885594" y="236109"/>
                        <a:pt x="907192" y="177816"/>
                      </a:cubicBezTo>
                      <a:cubicBezTo>
                        <a:pt x="830068" y="149004"/>
                        <a:pt x="762125" y="127397"/>
                        <a:pt x="705793" y="111156"/>
                      </a:cubicBezTo>
                      <a:close/>
                    </a:path>
                  </a:pathLst>
                </a:custGeom>
                <a:solidFill>
                  <a:srgbClr val="F8F8F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858" name="任意多边形 857">
                  <a:extLst>
                    <a:ext uri="{FF2B5EF4-FFF2-40B4-BE49-F238E27FC236}">
                      <a16:creationId xmlns:a16="http://schemas.microsoft.com/office/drawing/2014/main" id="{3C70C1F1-D3CC-B90A-B5DE-4D534608AC90}"/>
                    </a:ext>
                  </a:extLst>
                </p:cNvPr>
                <p:cNvSpPr/>
                <p:nvPr/>
              </p:nvSpPr>
              <p:spPr>
                <a:xfrm>
                  <a:off x="5551345" y="6128575"/>
                  <a:ext cx="229312" cy="211134"/>
                </a:xfrm>
                <a:custGeom>
                  <a:avLst/>
                  <a:gdLst>
                    <a:gd name="connsiteX0" fmla="*/ 222481 w 229312"/>
                    <a:gd name="connsiteY0" fmla="*/ 196453 h 211134"/>
                    <a:gd name="connsiteX1" fmla="*/ 122323 w 229312"/>
                    <a:gd name="connsiteY1" fmla="*/ 112866 h 211134"/>
                    <a:gd name="connsiteX2" fmla="*/ 84821 w 229312"/>
                    <a:gd name="connsiteY2" fmla="*/ 53799 h 211134"/>
                    <a:gd name="connsiteX3" fmla="*/ 28134 w 229312"/>
                    <a:gd name="connsiteY3" fmla="*/ 1226 h 211134"/>
                    <a:gd name="connsiteX4" fmla="*/ 0 w 229312"/>
                    <a:gd name="connsiteY4" fmla="*/ 0 h 211134"/>
                    <a:gd name="connsiteX5" fmla="*/ 100925 w 229312"/>
                    <a:gd name="connsiteY5" fmla="*/ 110478 h 211134"/>
                    <a:gd name="connsiteX6" fmla="*/ 216664 w 229312"/>
                    <a:gd name="connsiteY6" fmla="*/ 209556 h 211134"/>
                    <a:gd name="connsiteX7" fmla="*/ 222481 w 229312"/>
                    <a:gd name="connsiteY7" fmla="*/ 196453 h 21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9312" h="211134">
                      <a:moveTo>
                        <a:pt x="222481" y="196453"/>
                      </a:moveTo>
                      <a:cubicBezTo>
                        <a:pt x="179155" y="175032"/>
                        <a:pt x="145018" y="147899"/>
                        <a:pt x="122323" y="112866"/>
                      </a:cubicBezTo>
                      <a:cubicBezTo>
                        <a:pt x="109534" y="93124"/>
                        <a:pt x="100304" y="73025"/>
                        <a:pt x="84821" y="53799"/>
                      </a:cubicBezTo>
                      <a:cubicBezTo>
                        <a:pt x="69015" y="34169"/>
                        <a:pt x="49628" y="16911"/>
                        <a:pt x="28134" y="1226"/>
                      </a:cubicBezTo>
                      <a:cubicBezTo>
                        <a:pt x="18726" y="1041"/>
                        <a:pt x="9343" y="637"/>
                        <a:pt x="0" y="0"/>
                      </a:cubicBezTo>
                      <a:cubicBezTo>
                        <a:pt x="45424" y="31498"/>
                        <a:pt x="72800" y="65030"/>
                        <a:pt x="100925" y="110478"/>
                      </a:cubicBezTo>
                      <a:cubicBezTo>
                        <a:pt x="126574" y="151917"/>
                        <a:pt x="165463" y="184246"/>
                        <a:pt x="216664" y="209556"/>
                      </a:cubicBezTo>
                      <a:cubicBezTo>
                        <a:pt x="229017" y="215656"/>
                        <a:pt x="234785" y="202537"/>
                        <a:pt x="222481" y="196453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59" name="任意多边形 858">
                  <a:extLst>
                    <a:ext uri="{FF2B5EF4-FFF2-40B4-BE49-F238E27FC236}">
                      <a16:creationId xmlns:a16="http://schemas.microsoft.com/office/drawing/2014/main" id="{E52DB5CF-7768-3270-54F8-6F7FB3CCE42B}"/>
                    </a:ext>
                  </a:extLst>
                </p:cNvPr>
                <p:cNvSpPr/>
                <p:nvPr/>
              </p:nvSpPr>
              <p:spPr>
                <a:xfrm>
                  <a:off x="5653804" y="6124863"/>
                  <a:ext cx="280847" cy="216228"/>
                </a:xfrm>
                <a:custGeom>
                  <a:avLst/>
                  <a:gdLst>
                    <a:gd name="connsiteX0" fmla="*/ 275119 w 280847"/>
                    <a:gd name="connsiteY0" fmla="*/ 208007 h 216228"/>
                    <a:gd name="connsiteX1" fmla="*/ 122113 w 280847"/>
                    <a:gd name="connsiteY1" fmla="*/ 104556 h 216228"/>
                    <a:gd name="connsiteX2" fmla="*/ 18864 w 280847"/>
                    <a:gd name="connsiteY2" fmla="*/ 0 h 216228"/>
                    <a:gd name="connsiteX3" fmla="*/ 0 w 280847"/>
                    <a:gd name="connsiteY3" fmla="*/ 2074 h 216228"/>
                    <a:gd name="connsiteX4" fmla="*/ 2057 w 280847"/>
                    <a:gd name="connsiteY4" fmla="*/ 5002 h 216228"/>
                    <a:gd name="connsiteX5" fmla="*/ 156798 w 280847"/>
                    <a:gd name="connsiteY5" fmla="*/ 160630 h 216228"/>
                    <a:gd name="connsiteX6" fmla="*/ 245363 w 280847"/>
                    <a:gd name="connsiteY6" fmla="*/ 216229 h 216228"/>
                    <a:gd name="connsiteX7" fmla="*/ 280847 w 280847"/>
                    <a:gd name="connsiteY7" fmla="*/ 209895 h 216228"/>
                    <a:gd name="connsiteX8" fmla="*/ 275119 w 280847"/>
                    <a:gd name="connsiteY8" fmla="*/ 208007 h 2162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80847" h="216228">
                      <a:moveTo>
                        <a:pt x="275119" y="208007"/>
                      </a:moveTo>
                      <a:cubicBezTo>
                        <a:pt x="208330" y="200641"/>
                        <a:pt x="162373" y="145333"/>
                        <a:pt x="122113" y="104556"/>
                      </a:cubicBezTo>
                      <a:cubicBezTo>
                        <a:pt x="87694" y="69701"/>
                        <a:pt x="53275" y="34847"/>
                        <a:pt x="18864" y="0"/>
                      </a:cubicBezTo>
                      <a:cubicBezTo>
                        <a:pt x="12611" y="775"/>
                        <a:pt x="6325" y="1468"/>
                        <a:pt x="0" y="2074"/>
                      </a:cubicBezTo>
                      <a:cubicBezTo>
                        <a:pt x="452" y="3018"/>
                        <a:pt x="1057" y="3986"/>
                        <a:pt x="2057" y="5002"/>
                      </a:cubicBezTo>
                      <a:cubicBezTo>
                        <a:pt x="53105" y="56695"/>
                        <a:pt x="101983" y="110866"/>
                        <a:pt x="156798" y="160630"/>
                      </a:cubicBezTo>
                      <a:cubicBezTo>
                        <a:pt x="183593" y="184956"/>
                        <a:pt x="211912" y="205328"/>
                        <a:pt x="245363" y="216229"/>
                      </a:cubicBezTo>
                      <a:cubicBezTo>
                        <a:pt x="257344" y="214333"/>
                        <a:pt x="269197" y="212219"/>
                        <a:pt x="280847" y="209895"/>
                      </a:cubicBezTo>
                      <a:cubicBezTo>
                        <a:pt x="279153" y="208983"/>
                        <a:pt x="277305" y="208249"/>
                        <a:pt x="275119" y="208007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60" name="任意多边形 859">
                  <a:extLst>
                    <a:ext uri="{FF2B5EF4-FFF2-40B4-BE49-F238E27FC236}">
                      <a16:creationId xmlns:a16="http://schemas.microsoft.com/office/drawing/2014/main" id="{250CF9C3-3210-9145-B68B-589801F13619}"/>
                    </a:ext>
                  </a:extLst>
                </p:cNvPr>
                <p:cNvSpPr/>
                <p:nvPr/>
              </p:nvSpPr>
              <p:spPr>
                <a:xfrm>
                  <a:off x="5755520" y="6104725"/>
                  <a:ext cx="270858" cy="211952"/>
                </a:xfrm>
                <a:custGeom>
                  <a:avLst/>
                  <a:gdLst>
                    <a:gd name="connsiteX0" fmla="*/ 16944 w 270858"/>
                    <a:gd name="connsiteY0" fmla="*/ 605 h 211952"/>
                    <a:gd name="connsiteX1" fmla="*/ 16177 w 270858"/>
                    <a:gd name="connsiteY1" fmla="*/ 0 h 211952"/>
                    <a:gd name="connsiteX2" fmla="*/ 0 w 270858"/>
                    <a:gd name="connsiteY2" fmla="*/ 4437 h 211952"/>
                    <a:gd name="connsiteX3" fmla="*/ 2041 w 270858"/>
                    <a:gd name="connsiteY3" fmla="*/ 7528 h 211952"/>
                    <a:gd name="connsiteX4" fmla="*/ 252770 w 270858"/>
                    <a:gd name="connsiteY4" fmla="*/ 211952 h 211952"/>
                    <a:gd name="connsiteX5" fmla="*/ 257756 w 270858"/>
                    <a:gd name="connsiteY5" fmla="*/ 210492 h 211952"/>
                    <a:gd name="connsiteX6" fmla="*/ 270859 w 270858"/>
                    <a:gd name="connsiteY6" fmla="*/ 206377 h 211952"/>
                    <a:gd name="connsiteX7" fmla="*/ 16944 w 270858"/>
                    <a:gd name="connsiteY7" fmla="*/ 605 h 211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70858" h="211952">
                      <a:moveTo>
                        <a:pt x="16944" y="605"/>
                      </a:moveTo>
                      <a:cubicBezTo>
                        <a:pt x="16701" y="347"/>
                        <a:pt x="16419" y="234"/>
                        <a:pt x="16177" y="0"/>
                      </a:cubicBezTo>
                      <a:cubicBezTo>
                        <a:pt x="10884" y="1541"/>
                        <a:pt x="5478" y="3017"/>
                        <a:pt x="0" y="4437"/>
                      </a:cubicBezTo>
                      <a:cubicBezTo>
                        <a:pt x="420" y="5422"/>
                        <a:pt x="1041" y="6454"/>
                        <a:pt x="2041" y="7528"/>
                      </a:cubicBezTo>
                      <a:cubicBezTo>
                        <a:pt x="73929" y="84087"/>
                        <a:pt x="158162" y="152546"/>
                        <a:pt x="252770" y="211952"/>
                      </a:cubicBezTo>
                      <a:cubicBezTo>
                        <a:pt x="254424" y="211460"/>
                        <a:pt x="256126" y="210992"/>
                        <a:pt x="257756" y="210492"/>
                      </a:cubicBezTo>
                      <a:cubicBezTo>
                        <a:pt x="262145" y="209161"/>
                        <a:pt x="266510" y="207773"/>
                        <a:pt x="270859" y="206377"/>
                      </a:cubicBezTo>
                      <a:cubicBezTo>
                        <a:pt x="174718" y="146987"/>
                        <a:pt x="89380" y="77745"/>
                        <a:pt x="16944" y="605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61" name="任意多边形 860">
                  <a:extLst>
                    <a:ext uri="{FF2B5EF4-FFF2-40B4-BE49-F238E27FC236}">
                      <a16:creationId xmlns:a16="http://schemas.microsoft.com/office/drawing/2014/main" id="{9B1DC4DA-C198-B0C3-AA0D-0CA968AD356D}"/>
                    </a:ext>
                  </a:extLst>
                </p:cNvPr>
                <p:cNvSpPr/>
                <p:nvPr/>
              </p:nvSpPr>
              <p:spPr>
                <a:xfrm>
                  <a:off x="5826972" y="6078035"/>
                  <a:ext cx="319106" cy="194670"/>
                </a:xfrm>
                <a:custGeom>
                  <a:avLst/>
                  <a:gdLst>
                    <a:gd name="connsiteX0" fmla="*/ 14910 w 319106"/>
                    <a:gd name="connsiteY0" fmla="*/ 0 h 194670"/>
                    <a:gd name="connsiteX1" fmla="*/ 0 w 319106"/>
                    <a:gd name="connsiteY1" fmla="*/ 6914 h 194670"/>
                    <a:gd name="connsiteX2" fmla="*/ 297919 w 319106"/>
                    <a:gd name="connsiteY2" fmla="*/ 194670 h 194670"/>
                    <a:gd name="connsiteX3" fmla="*/ 319106 w 319106"/>
                    <a:gd name="connsiteY3" fmla="*/ 184311 h 194670"/>
                    <a:gd name="connsiteX4" fmla="*/ 14910 w 319106"/>
                    <a:gd name="connsiteY4" fmla="*/ 0 h 194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9106" h="194670">
                      <a:moveTo>
                        <a:pt x="14910" y="0"/>
                      </a:moveTo>
                      <a:cubicBezTo>
                        <a:pt x="10117" y="2364"/>
                        <a:pt x="5155" y="4672"/>
                        <a:pt x="0" y="6914"/>
                      </a:cubicBezTo>
                      <a:cubicBezTo>
                        <a:pt x="83942" y="83361"/>
                        <a:pt x="180575" y="165084"/>
                        <a:pt x="297919" y="194670"/>
                      </a:cubicBezTo>
                      <a:cubicBezTo>
                        <a:pt x="305149" y="191290"/>
                        <a:pt x="312217" y="187829"/>
                        <a:pt x="319106" y="184311"/>
                      </a:cubicBezTo>
                      <a:cubicBezTo>
                        <a:pt x="197906" y="160461"/>
                        <a:pt x="99837" y="77358"/>
                        <a:pt x="14910" y="0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1" name="组合 610">
                <a:extLst>
                  <a:ext uri="{FF2B5EF4-FFF2-40B4-BE49-F238E27FC236}">
                    <a16:creationId xmlns:a16="http://schemas.microsoft.com/office/drawing/2014/main" id="{9421CD52-FC80-DDA7-0B12-1AC2309FBF9A}"/>
                  </a:ext>
                </a:extLst>
              </p:cNvPr>
              <p:cNvGrpSpPr/>
              <p:nvPr/>
            </p:nvGrpSpPr>
            <p:grpSpPr>
              <a:xfrm>
                <a:off x="4003996" y="1510915"/>
                <a:ext cx="3907516" cy="3907516"/>
                <a:chOff x="4003996" y="1510915"/>
                <a:chExt cx="3907516" cy="3907516"/>
              </a:xfrm>
            </p:grpSpPr>
            <p:grpSp>
              <p:nvGrpSpPr>
                <p:cNvPr id="842" name="组合 841">
                  <a:extLst>
                    <a:ext uri="{FF2B5EF4-FFF2-40B4-BE49-F238E27FC236}">
                      <a16:creationId xmlns:a16="http://schemas.microsoft.com/office/drawing/2014/main" id="{459556A5-325B-9EA1-4EF1-ED6283DEF060}"/>
                    </a:ext>
                  </a:extLst>
                </p:cNvPr>
                <p:cNvGrpSpPr/>
                <p:nvPr/>
              </p:nvGrpSpPr>
              <p:grpSpPr>
                <a:xfrm>
                  <a:off x="4003996" y="1510915"/>
                  <a:ext cx="3907516" cy="3907516"/>
                  <a:chOff x="4003996" y="1510915"/>
                  <a:chExt cx="3907516" cy="3907516"/>
                </a:xfrm>
              </p:grpSpPr>
              <p:sp>
                <p:nvSpPr>
                  <p:cNvPr id="847" name="任意多边形 846">
                    <a:extLst>
                      <a:ext uri="{FF2B5EF4-FFF2-40B4-BE49-F238E27FC236}">
                        <a16:creationId xmlns:a16="http://schemas.microsoft.com/office/drawing/2014/main" id="{70E374E5-DB29-A94B-2090-21492C06955D}"/>
                      </a:ext>
                    </a:extLst>
                  </p:cNvPr>
                  <p:cNvSpPr/>
                  <p:nvPr/>
                </p:nvSpPr>
                <p:spPr>
                  <a:xfrm>
                    <a:off x="4004519" y="1511430"/>
                    <a:ext cx="3906478" cy="3906478"/>
                  </a:xfrm>
                  <a:custGeom>
                    <a:avLst/>
                    <a:gdLst>
                      <a:gd name="connsiteX0" fmla="*/ 3906478 w 3906478"/>
                      <a:gd name="connsiteY0" fmla="*/ 1953239 h 3906478"/>
                      <a:gd name="connsiteX1" fmla="*/ 1953239 w 3906478"/>
                      <a:gd name="connsiteY1" fmla="*/ 3906478 h 3906478"/>
                      <a:gd name="connsiteX2" fmla="*/ 0 w 3906478"/>
                      <a:gd name="connsiteY2" fmla="*/ 1953239 h 3906478"/>
                      <a:gd name="connsiteX3" fmla="*/ 1953239 w 3906478"/>
                      <a:gd name="connsiteY3" fmla="*/ 0 h 3906478"/>
                      <a:gd name="connsiteX4" fmla="*/ 3906478 w 3906478"/>
                      <a:gd name="connsiteY4" fmla="*/ 1953239 h 39064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906478" h="3906478">
                        <a:moveTo>
                          <a:pt x="3906478" y="1953239"/>
                        </a:moveTo>
                        <a:cubicBezTo>
                          <a:pt x="3906478" y="3031983"/>
                          <a:pt x="3031983" y="3906478"/>
                          <a:pt x="1953239" y="3906478"/>
                        </a:cubicBezTo>
                        <a:cubicBezTo>
                          <a:pt x="874495" y="3906478"/>
                          <a:pt x="0" y="3031983"/>
                          <a:pt x="0" y="1953239"/>
                        </a:cubicBezTo>
                        <a:cubicBezTo>
                          <a:pt x="0" y="874495"/>
                          <a:pt x="874495" y="0"/>
                          <a:pt x="1953239" y="0"/>
                        </a:cubicBezTo>
                        <a:cubicBezTo>
                          <a:pt x="3031983" y="0"/>
                          <a:pt x="3906478" y="874495"/>
                          <a:pt x="3906478" y="1953239"/>
                        </a:cubicBezTo>
                        <a:close/>
                      </a:path>
                    </a:pathLst>
                  </a:custGeom>
                  <a:solidFill>
                    <a:srgbClr val="FFAC47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8" name="任意多边形 847">
                    <a:extLst>
                      <a:ext uri="{FF2B5EF4-FFF2-40B4-BE49-F238E27FC236}">
                        <a16:creationId xmlns:a16="http://schemas.microsoft.com/office/drawing/2014/main" id="{ADB1395B-BA88-2F42-98F7-DA579888292D}"/>
                      </a:ext>
                    </a:extLst>
                  </p:cNvPr>
                  <p:cNvSpPr/>
                  <p:nvPr/>
                </p:nvSpPr>
                <p:spPr>
                  <a:xfrm>
                    <a:off x="4003996" y="1510915"/>
                    <a:ext cx="3907516" cy="3907516"/>
                  </a:xfrm>
                  <a:custGeom>
                    <a:avLst/>
                    <a:gdLst>
                      <a:gd name="connsiteX0" fmla="*/ 1233487 w 3907516"/>
                      <a:gd name="connsiteY0" fmla="*/ 138175 h 3907516"/>
                      <a:gd name="connsiteX1" fmla="*/ 138176 w 3907516"/>
                      <a:gd name="connsiteY1" fmla="*/ 2674030 h 3907516"/>
                      <a:gd name="connsiteX2" fmla="*/ 2674030 w 3907516"/>
                      <a:gd name="connsiteY2" fmla="*/ 3769341 h 3907516"/>
                      <a:gd name="connsiteX3" fmla="*/ 3769341 w 3907516"/>
                      <a:gd name="connsiteY3" fmla="*/ 1233487 h 3907516"/>
                      <a:gd name="connsiteX4" fmla="*/ 1233487 w 3907516"/>
                      <a:gd name="connsiteY4" fmla="*/ 138175 h 3907516"/>
                      <a:gd name="connsiteX5" fmla="*/ 3680914 w 3907516"/>
                      <a:gd name="connsiteY5" fmla="*/ 2695475 h 3907516"/>
                      <a:gd name="connsiteX6" fmla="*/ 3262535 w 3907516"/>
                      <a:gd name="connsiteY6" fmla="*/ 3278986 h 3907516"/>
                      <a:gd name="connsiteX7" fmla="*/ 2649946 w 3907516"/>
                      <a:gd name="connsiteY7" fmla="*/ 3695920 h 3907516"/>
                      <a:gd name="connsiteX8" fmla="*/ 2644863 w 3907516"/>
                      <a:gd name="connsiteY8" fmla="*/ 3697937 h 3907516"/>
                      <a:gd name="connsiteX9" fmla="*/ 1669769 w 3907516"/>
                      <a:gd name="connsiteY9" fmla="*/ 3809077 h 3907516"/>
                      <a:gd name="connsiteX10" fmla="*/ 1208435 w 3907516"/>
                      <a:gd name="connsiteY10" fmla="*/ 3676355 h 3907516"/>
                      <a:gd name="connsiteX11" fmla="*/ 454313 w 3907516"/>
                      <a:gd name="connsiteY11" fmla="*/ 3084477 h 3907516"/>
                      <a:gd name="connsiteX12" fmla="*/ 207990 w 3907516"/>
                      <a:gd name="connsiteY12" fmla="*/ 2645388 h 3907516"/>
                      <a:gd name="connsiteX13" fmla="*/ 91582 w 3907516"/>
                      <a:gd name="connsiteY13" fmla="*/ 1913575 h 3907516"/>
                      <a:gd name="connsiteX14" fmla="*/ 229580 w 3907516"/>
                      <a:gd name="connsiteY14" fmla="*/ 1208959 h 3907516"/>
                      <a:gd name="connsiteX15" fmla="*/ 647959 w 3907516"/>
                      <a:gd name="connsiteY15" fmla="*/ 625448 h 3907516"/>
                      <a:gd name="connsiteX16" fmla="*/ 1260548 w 3907516"/>
                      <a:gd name="connsiteY16" fmla="*/ 208506 h 3907516"/>
                      <a:gd name="connsiteX17" fmla="*/ 1265631 w 3907516"/>
                      <a:gd name="connsiteY17" fmla="*/ 206489 h 3907516"/>
                      <a:gd name="connsiteX18" fmla="*/ 2240725 w 3907516"/>
                      <a:gd name="connsiteY18" fmla="*/ 95349 h 3907516"/>
                      <a:gd name="connsiteX19" fmla="*/ 2702059 w 3907516"/>
                      <a:gd name="connsiteY19" fmla="*/ 228072 h 3907516"/>
                      <a:gd name="connsiteX20" fmla="*/ 3456181 w 3907516"/>
                      <a:gd name="connsiteY20" fmla="*/ 819949 h 3907516"/>
                      <a:gd name="connsiteX21" fmla="*/ 3702504 w 3907516"/>
                      <a:gd name="connsiteY21" fmla="*/ 1259039 h 3907516"/>
                      <a:gd name="connsiteX22" fmla="*/ 3818913 w 3907516"/>
                      <a:gd name="connsiteY22" fmla="*/ 1990852 h 3907516"/>
                      <a:gd name="connsiteX23" fmla="*/ 3680914 w 3907516"/>
                      <a:gd name="connsiteY23" fmla="*/ 2695475 h 39075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3907516" h="3907516">
                        <a:moveTo>
                          <a:pt x="1233487" y="138175"/>
                        </a:moveTo>
                        <a:cubicBezTo>
                          <a:pt x="230766" y="535972"/>
                          <a:pt x="-259621" y="1671310"/>
                          <a:pt x="138176" y="2674030"/>
                        </a:cubicBezTo>
                        <a:cubicBezTo>
                          <a:pt x="535972" y="3676750"/>
                          <a:pt x="1671309" y="4167138"/>
                          <a:pt x="2674030" y="3769341"/>
                        </a:cubicBezTo>
                        <a:cubicBezTo>
                          <a:pt x="3676750" y="3371545"/>
                          <a:pt x="4167138" y="2236207"/>
                          <a:pt x="3769341" y="1233487"/>
                        </a:cubicBezTo>
                        <a:cubicBezTo>
                          <a:pt x="3371545" y="230767"/>
                          <a:pt x="2236207" y="-259621"/>
                          <a:pt x="1233487" y="138175"/>
                        </a:cubicBezTo>
                        <a:close/>
                        <a:moveTo>
                          <a:pt x="3680914" y="2695475"/>
                        </a:moveTo>
                        <a:cubicBezTo>
                          <a:pt x="3590380" y="2928309"/>
                          <a:pt x="3450920" y="3122810"/>
                          <a:pt x="3262535" y="3278986"/>
                        </a:cubicBezTo>
                        <a:cubicBezTo>
                          <a:pt x="3097951" y="3470712"/>
                          <a:pt x="2893752" y="3609687"/>
                          <a:pt x="2649946" y="3695920"/>
                        </a:cubicBezTo>
                        <a:lnTo>
                          <a:pt x="2644863" y="3697937"/>
                        </a:lnTo>
                        <a:cubicBezTo>
                          <a:pt x="2329540" y="3821898"/>
                          <a:pt x="2004512" y="3858947"/>
                          <a:pt x="1669769" y="3809077"/>
                        </a:cubicBezTo>
                        <a:cubicBezTo>
                          <a:pt x="1515988" y="3764839"/>
                          <a:pt x="1362207" y="3720593"/>
                          <a:pt x="1208435" y="3676355"/>
                        </a:cubicBezTo>
                        <a:cubicBezTo>
                          <a:pt x="905836" y="3544447"/>
                          <a:pt x="654462" y="3347155"/>
                          <a:pt x="454313" y="3084477"/>
                        </a:cubicBezTo>
                        <a:cubicBezTo>
                          <a:pt x="372203" y="2938111"/>
                          <a:pt x="290092" y="2791753"/>
                          <a:pt x="207990" y="2645388"/>
                        </a:cubicBezTo>
                        <a:cubicBezTo>
                          <a:pt x="103635" y="2408770"/>
                          <a:pt x="64827" y="2164836"/>
                          <a:pt x="91582" y="1913575"/>
                        </a:cubicBezTo>
                        <a:cubicBezTo>
                          <a:pt x="76131" y="1669357"/>
                          <a:pt x="122128" y="1434491"/>
                          <a:pt x="229580" y="1208959"/>
                        </a:cubicBezTo>
                        <a:cubicBezTo>
                          <a:pt x="320114" y="976126"/>
                          <a:pt x="459574" y="781625"/>
                          <a:pt x="647959" y="625448"/>
                        </a:cubicBezTo>
                        <a:cubicBezTo>
                          <a:pt x="812543" y="433723"/>
                          <a:pt x="1016742" y="294748"/>
                          <a:pt x="1260548" y="208506"/>
                        </a:cubicBezTo>
                        <a:lnTo>
                          <a:pt x="1265631" y="206489"/>
                        </a:lnTo>
                        <a:cubicBezTo>
                          <a:pt x="1580953" y="82529"/>
                          <a:pt x="1905982" y="45480"/>
                          <a:pt x="2240725" y="95349"/>
                        </a:cubicBezTo>
                        <a:cubicBezTo>
                          <a:pt x="2394506" y="139587"/>
                          <a:pt x="2548286" y="183834"/>
                          <a:pt x="2702059" y="228072"/>
                        </a:cubicBezTo>
                        <a:cubicBezTo>
                          <a:pt x="3004658" y="359979"/>
                          <a:pt x="3256032" y="557280"/>
                          <a:pt x="3456181" y="819949"/>
                        </a:cubicBezTo>
                        <a:cubicBezTo>
                          <a:pt x="3538291" y="966315"/>
                          <a:pt x="3620402" y="1112673"/>
                          <a:pt x="3702504" y="1259039"/>
                        </a:cubicBezTo>
                        <a:cubicBezTo>
                          <a:pt x="3806859" y="1495656"/>
                          <a:pt x="3845667" y="1739591"/>
                          <a:pt x="3818913" y="1990852"/>
                        </a:cubicBezTo>
                        <a:cubicBezTo>
                          <a:pt x="3834355" y="2235069"/>
                          <a:pt x="3788358" y="2469944"/>
                          <a:pt x="3680914" y="2695475"/>
                        </a:cubicBezTo>
                        <a:close/>
                      </a:path>
                    </a:pathLst>
                  </a:custGeom>
                  <a:solidFill>
                    <a:srgbClr val="FFAC47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9" name="任意多边形 848">
                    <a:extLst>
                      <a:ext uri="{FF2B5EF4-FFF2-40B4-BE49-F238E27FC236}">
                        <a16:creationId xmlns:a16="http://schemas.microsoft.com/office/drawing/2014/main" id="{92199048-B450-FB04-E075-A72DB0E6D87F}"/>
                      </a:ext>
                    </a:extLst>
                  </p:cNvPr>
                  <p:cNvSpPr/>
                  <p:nvPr/>
                </p:nvSpPr>
                <p:spPr>
                  <a:xfrm>
                    <a:off x="4579002" y="2085913"/>
                    <a:ext cx="2757512" cy="2757513"/>
                  </a:xfrm>
                  <a:custGeom>
                    <a:avLst/>
                    <a:gdLst>
                      <a:gd name="connsiteX0" fmla="*/ 2757513 w 2757512"/>
                      <a:gd name="connsiteY0" fmla="*/ 1378757 h 2757513"/>
                      <a:gd name="connsiteX1" fmla="*/ 1378756 w 2757512"/>
                      <a:gd name="connsiteY1" fmla="*/ 2757513 h 2757513"/>
                      <a:gd name="connsiteX2" fmla="*/ 0 w 2757512"/>
                      <a:gd name="connsiteY2" fmla="*/ 1378757 h 2757513"/>
                      <a:gd name="connsiteX3" fmla="*/ 1378756 w 2757512"/>
                      <a:gd name="connsiteY3" fmla="*/ 0 h 2757513"/>
                      <a:gd name="connsiteX4" fmla="*/ 2757513 w 2757512"/>
                      <a:gd name="connsiteY4" fmla="*/ 1378757 h 27575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57512" h="2757513">
                        <a:moveTo>
                          <a:pt x="2757513" y="1378757"/>
                        </a:moveTo>
                        <a:cubicBezTo>
                          <a:pt x="2757513" y="2140223"/>
                          <a:pt x="2140223" y="2757513"/>
                          <a:pt x="1378756" y="2757513"/>
                        </a:cubicBezTo>
                        <a:cubicBezTo>
                          <a:pt x="617290" y="2757513"/>
                          <a:pt x="0" y="2140223"/>
                          <a:pt x="0" y="1378757"/>
                        </a:cubicBezTo>
                        <a:cubicBezTo>
                          <a:pt x="0" y="617290"/>
                          <a:pt x="617290" y="0"/>
                          <a:pt x="1378756" y="0"/>
                        </a:cubicBezTo>
                        <a:cubicBezTo>
                          <a:pt x="2140223" y="0"/>
                          <a:pt x="2757513" y="617290"/>
                          <a:pt x="2757513" y="137875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AC47"/>
                      </a:gs>
                      <a:gs pos="20070">
                        <a:srgbClr val="FFBA5B"/>
                      </a:gs>
                      <a:gs pos="47000">
                        <a:srgbClr val="FFC970"/>
                      </a:gs>
                      <a:gs pos="73780">
                        <a:srgbClr val="FFD17C"/>
                      </a:gs>
                      <a:gs pos="100000">
                        <a:srgbClr val="FFD480"/>
                      </a:gs>
                    </a:gsLst>
                    <a:lin ang="1192553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0" name="任意多边形 849">
                    <a:extLst>
                      <a:ext uri="{FF2B5EF4-FFF2-40B4-BE49-F238E27FC236}">
                        <a16:creationId xmlns:a16="http://schemas.microsoft.com/office/drawing/2014/main" id="{94CEE9C4-DFCB-D808-9382-E120DE970689}"/>
                      </a:ext>
                    </a:extLst>
                  </p:cNvPr>
                  <p:cNvSpPr/>
                  <p:nvPr/>
                </p:nvSpPr>
                <p:spPr>
                  <a:xfrm>
                    <a:off x="4578635" y="2085546"/>
                    <a:ext cx="2758246" cy="2758235"/>
                  </a:xfrm>
                  <a:custGeom>
                    <a:avLst/>
                    <a:gdLst>
                      <a:gd name="connsiteX0" fmla="*/ 870695 w 2758246"/>
                      <a:gd name="connsiteY0" fmla="*/ 97533 h 2758235"/>
                      <a:gd name="connsiteX1" fmla="*/ 97533 w 2758246"/>
                      <a:gd name="connsiteY1" fmla="*/ 1887543 h 2758235"/>
                      <a:gd name="connsiteX2" fmla="*/ 1887551 w 2758246"/>
                      <a:gd name="connsiteY2" fmla="*/ 2660698 h 2758235"/>
                      <a:gd name="connsiteX3" fmla="*/ 2660714 w 2758246"/>
                      <a:gd name="connsiteY3" fmla="*/ 870680 h 2758235"/>
                      <a:gd name="connsiteX4" fmla="*/ 870695 w 2758246"/>
                      <a:gd name="connsiteY4" fmla="*/ 97533 h 2758235"/>
                      <a:gd name="connsiteX5" fmla="*/ 2597855 w 2758246"/>
                      <a:gd name="connsiteY5" fmla="*/ 1816946 h 2758235"/>
                      <a:gd name="connsiteX6" fmla="*/ 2312094 w 2758246"/>
                      <a:gd name="connsiteY6" fmla="*/ 2215493 h 2758235"/>
                      <a:gd name="connsiteX7" fmla="*/ 1893683 w 2758246"/>
                      <a:gd name="connsiteY7" fmla="*/ 2500270 h 2758235"/>
                      <a:gd name="connsiteX8" fmla="*/ 1883509 w 2758246"/>
                      <a:gd name="connsiteY8" fmla="*/ 2504304 h 2758235"/>
                      <a:gd name="connsiteX9" fmla="*/ 1217509 w 2758246"/>
                      <a:gd name="connsiteY9" fmla="*/ 2580218 h 2758235"/>
                      <a:gd name="connsiteX10" fmla="*/ 902412 w 2758246"/>
                      <a:gd name="connsiteY10" fmla="*/ 2489563 h 2758235"/>
                      <a:gd name="connsiteX11" fmla="*/ 387336 w 2758246"/>
                      <a:gd name="connsiteY11" fmla="*/ 2085296 h 2758235"/>
                      <a:gd name="connsiteX12" fmla="*/ 219089 w 2758246"/>
                      <a:gd name="connsiteY12" fmla="*/ 1785391 h 2758235"/>
                      <a:gd name="connsiteX13" fmla="*/ 139576 w 2758246"/>
                      <a:gd name="connsiteY13" fmla="*/ 1285548 h 2758235"/>
                      <a:gd name="connsiteX14" fmla="*/ 233829 w 2758246"/>
                      <a:gd name="connsiteY14" fmla="*/ 804286 h 2758235"/>
                      <a:gd name="connsiteX15" fmla="*/ 519590 w 2758246"/>
                      <a:gd name="connsiteY15" fmla="*/ 405739 h 2758235"/>
                      <a:gd name="connsiteX16" fmla="*/ 938001 w 2758246"/>
                      <a:gd name="connsiteY16" fmla="*/ 120963 h 2758235"/>
                      <a:gd name="connsiteX17" fmla="*/ 948175 w 2758246"/>
                      <a:gd name="connsiteY17" fmla="*/ 116929 h 2758235"/>
                      <a:gd name="connsiteX18" fmla="*/ 1614175 w 2758246"/>
                      <a:gd name="connsiteY18" fmla="*/ 41015 h 2758235"/>
                      <a:gd name="connsiteX19" fmla="*/ 1929272 w 2758246"/>
                      <a:gd name="connsiteY19" fmla="*/ 131670 h 2758235"/>
                      <a:gd name="connsiteX20" fmla="*/ 2444348 w 2758246"/>
                      <a:gd name="connsiteY20" fmla="*/ 535937 h 2758235"/>
                      <a:gd name="connsiteX21" fmla="*/ 2612595 w 2758246"/>
                      <a:gd name="connsiteY21" fmla="*/ 835841 h 2758235"/>
                      <a:gd name="connsiteX22" fmla="*/ 2692108 w 2758246"/>
                      <a:gd name="connsiteY22" fmla="*/ 1335684 h 2758235"/>
                      <a:gd name="connsiteX23" fmla="*/ 2597855 w 2758246"/>
                      <a:gd name="connsiteY23" fmla="*/ 1816946 h 27582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758246" h="2758235">
                        <a:moveTo>
                          <a:pt x="870695" y="97533"/>
                        </a:moveTo>
                        <a:cubicBezTo>
                          <a:pt x="162893" y="378332"/>
                          <a:pt x="-183258" y="1179749"/>
                          <a:pt x="97533" y="1887543"/>
                        </a:cubicBezTo>
                        <a:cubicBezTo>
                          <a:pt x="378331" y="2595346"/>
                          <a:pt x="1179749" y="2941497"/>
                          <a:pt x="1887551" y="2660698"/>
                        </a:cubicBezTo>
                        <a:cubicBezTo>
                          <a:pt x="2595353" y="2379900"/>
                          <a:pt x="2941505" y="1578482"/>
                          <a:pt x="2660714" y="870680"/>
                        </a:cubicBezTo>
                        <a:cubicBezTo>
                          <a:pt x="2379915" y="162894"/>
                          <a:pt x="1578498" y="-183258"/>
                          <a:pt x="870695" y="97533"/>
                        </a:cubicBezTo>
                        <a:close/>
                        <a:moveTo>
                          <a:pt x="2597855" y="1816946"/>
                        </a:moveTo>
                        <a:cubicBezTo>
                          <a:pt x="2536020" y="1975971"/>
                          <a:pt x="2440766" y="2108823"/>
                          <a:pt x="2312094" y="2215493"/>
                        </a:cubicBezTo>
                        <a:cubicBezTo>
                          <a:pt x="2199679" y="2346440"/>
                          <a:pt x="2060211" y="2441371"/>
                          <a:pt x="1893683" y="2500270"/>
                        </a:cubicBezTo>
                        <a:lnTo>
                          <a:pt x="1883509" y="2504304"/>
                        </a:lnTo>
                        <a:cubicBezTo>
                          <a:pt x="1668136" y="2588972"/>
                          <a:pt x="1446138" y="2614273"/>
                          <a:pt x="1217509" y="2580218"/>
                        </a:cubicBezTo>
                        <a:cubicBezTo>
                          <a:pt x="1112476" y="2550002"/>
                          <a:pt x="1007444" y="2519778"/>
                          <a:pt x="902412" y="2489563"/>
                        </a:cubicBezTo>
                        <a:cubicBezTo>
                          <a:pt x="695736" y="2399465"/>
                          <a:pt x="524044" y="2264709"/>
                          <a:pt x="387336" y="2085296"/>
                        </a:cubicBezTo>
                        <a:cubicBezTo>
                          <a:pt x="331253" y="1985330"/>
                          <a:pt x="275171" y="1885357"/>
                          <a:pt x="219089" y="1785391"/>
                        </a:cubicBezTo>
                        <a:cubicBezTo>
                          <a:pt x="147814" y="1623777"/>
                          <a:pt x="121310" y="1457168"/>
                          <a:pt x="139576" y="1285548"/>
                        </a:cubicBezTo>
                        <a:cubicBezTo>
                          <a:pt x="129023" y="1118745"/>
                          <a:pt x="160441" y="958325"/>
                          <a:pt x="233829" y="804286"/>
                        </a:cubicBezTo>
                        <a:cubicBezTo>
                          <a:pt x="295664" y="645261"/>
                          <a:pt x="390918" y="512409"/>
                          <a:pt x="519590" y="405739"/>
                        </a:cubicBezTo>
                        <a:cubicBezTo>
                          <a:pt x="632005" y="274792"/>
                          <a:pt x="771472" y="179861"/>
                          <a:pt x="938001" y="120963"/>
                        </a:cubicBezTo>
                        <a:lnTo>
                          <a:pt x="948175" y="116929"/>
                        </a:lnTo>
                        <a:cubicBezTo>
                          <a:pt x="1163548" y="32261"/>
                          <a:pt x="1385546" y="6959"/>
                          <a:pt x="1614175" y="41015"/>
                        </a:cubicBezTo>
                        <a:cubicBezTo>
                          <a:pt x="1719208" y="71230"/>
                          <a:pt x="1824240" y="101454"/>
                          <a:pt x="1929272" y="131670"/>
                        </a:cubicBezTo>
                        <a:cubicBezTo>
                          <a:pt x="2135948" y="221768"/>
                          <a:pt x="2307640" y="356523"/>
                          <a:pt x="2444348" y="535937"/>
                        </a:cubicBezTo>
                        <a:lnTo>
                          <a:pt x="2612595" y="835841"/>
                        </a:lnTo>
                        <a:cubicBezTo>
                          <a:pt x="2683870" y="997456"/>
                          <a:pt x="2710374" y="1164065"/>
                          <a:pt x="2692108" y="1335684"/>
                        </a:cubicBezTo>
                        <a:cubicBezTo>
                          <a:pt x="2702653" y="1502487"/>
                          <a:pt x="2671235" y="1662908"/>
                          <a:pt x="2597855" y="1816946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AC47"/>
                      </a:gs>
                      <a:gs pos="20070">
                        <a:srgbClr val="FFBA5B"/>
                      </a:gs>
                      <a:gs pos="47000">
                        <a:srgbClr val="FFC970"/>
                      </a:gs>
                      <a:gs pos="73780">
                        <a:srgbClr val="FFD17C"/>
                      </a:gs>
                      <a:gs pos="100000">
                        <a:srgbClr val="FFD480"/>
                      </a:gs>
                    </a:gsLst>
                    <a:lin ang="1192553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1" name="任意多边形 850">
                    <a:extLst>
                      <a:ext uri="{FF2B5EF4-FFF2-40B4-BE49-F238E27FC236}">
                        <a16:creationId xmlns:a16="http://schemas.microsoft.com/office/drawing/2014/main" id="{BE478A8F-F4BD-15D4-53E2-F2D9825F12B3}"/>
                      </a:ext>
                    </a:extLst>
                  </p:cNvPr>
                  <p:cNvSpPr/>
                  <p:nvPr/>
                </p:nvSpPr>
                <p:spPr>
                  <a:xfrm>
                    <a:off x="4628242" y="2135153"/>
                    <a:ext cx="2659032" cy="2659032"/>
                  </a:xfrm>
                  <a:custGeom>
                    <a:avLst/>
                    <a:gdLst>
                      <a:gd name="connsiteX0" fmla="*/ 2659032 w 2659032"/>
                      <a:gd name="connsiteY0" fmla="*/ 1329516 h 2659032"/>
                      <a:gd name="connsiteX1" fmla="*/ 1329516 w 2659032"/>
                      <a:gd name="connsiteY1" fmla="*/ 2659032 h 2659032"/>
                      <a:gd name="connsiteX2" fmla="*/ 0 w 2659032"/>
                      <a:gd name="connsiteY2" fmla="*/ 1329516 h 2659032"/>
                      <a:gd name="connsiteX3" fmla="*/ 1329516 w 2659032"/>
                      <a:gd name="connsiteY3" fmla="*/ 0 h 2659032"/>
                      <a:gd name="connsiteX4" fmla="*/ 2659032 w 2659032"/>
                      <a:gd name="connsiteY4" fmla="*/ 1329516 h 26590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59032" h="2659032">
                        <a:moveTo>
                          <a:pt x="2659032" y="1329516"/>
                        </a:moveTo>
                        <a:cubicBezTo>
                          <a:pt x="2659032" y="2063787"/>
                          <a:pt x="2063788" y="2659032"/>
                          <a:pt x="1329516" y="2659032"/>
                        </a:cubicBezTo>
                        <a:cubicBezTo>
                          <a:pt x="595245" y="2659032"/>
                          <a:pt x="0" y="2063788"/>
                          <a:pt x="0" y="1329516"/>
                        </a:cubicBezTo>
                        <a:cubicBezTo>
                          <a:pt x="0" y="595245"/>
                          <a:pt x="595245" y="0"/>
                          <a:pt x="1329516" y="0"/>
                        </a:cubicBezTo>
                        <a:cubicBezTo>
                          <a:pt x="2063788" y="0"/>
                          <a:pt x="2659032" y="595245"/>
                          <a:pt x="2659032" y="1329516"/>
                        </a:cubicBezTo>
                        <a:close/>
                      </a:path>
                    </a:pathLst>
                  </a:custGeom>
                  <a:noFill/>
                  <a:ln w="105439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2" name="任意多边形 851">
                    <a:extLst>
                      <a:ext uri="{FF2B5EF4-FFF2-40B4-BE49-F238E27FC236}">
                        <a16:creationId xmlns:a16="http://schemas.microsoft.com/office/drawing/2014/main" id="{67DD145D-53E8-E0DE-F5F0-5B7366C52460}"/>
                      </a:ext>
                    </a:extLst>
                  </p:cNvPr>
                  <p:cNvSpPr/>
                  <p:nvPr/>
                </p:nvSpPr>
                <p:spPr>
                  <a:xfrm>
                    <a:off x="5865230" y="2616173"/>
                    <a:ext cx="570106" cy="1248110"/>
                  </a:xfrm>
                  <a:custGeom>
                    <a:avLst/>
                    <a:gdLst>
                      <a:gd name="connsiteX0" fmla="*/ 330316 w 570106"/>
                      <a:gd name="connsiteY0" fmla="*/ 1245357 h 1248110"/>
                      <a:gd name="connsiteX1" fmla="*/ 270651 w 570106"/>
                      <a:gd name="connsiteY1" fmla="*/ 1226154 h 1248110"/>
                      <a:gd name="connsiteX2" fmla="*/ 9926 w 570106"/>
                      <a:gd name="connsiteY2" fmla="*/ 863681 h 1248110"/>
                      <a:gd name="connsiteX3" fmla="*/ 7425 w 570106"/>
                      <a:gd name="connsiteY3" fmla="*/ 805872 h 1248110"/>
                      <a:gd name="connsiteX4" fmla="*/ 472010 w 570106"/>
                      <a:gd name="connsiteY4" fmla="*/ 25770 h 1248110"/>
                      <a:gd name="connsiteX5" fmla="*/ 544342 w 570106"/>
                      <a:gd name="connsiteY5" fmla="*/ 7439 h 1248110"/>
                      <a:gd name="connsiteX6" fmla="*/ 562673 w 570106"/>
                      <a:gd name="connsiteY6" fmla="*/ 79771 h 1248110"/>
                      <a:gd name="connsiteX7" fmla="*/ 115789 w 570106"/>
                      <a:gd name="connsiteY7" fmla="*/ 830149 h 1248110"/>
                      <a:gd name="connsiteX8" fmla="*/ 356311 w 570106"/>
                      <a:gd name="connsiteY8" fmla="*/ 1164545 h 1248110"/>
                      <a:gd name="connsiteX9" fmla="*/ 344290 w 570106"/>
                      <a:gd name="connsiteY9" fmla="*/ 1238192 h 1248110"/>
                      <a:gd name="connsiteX10" fmla="*/ 330316 w 570106"/>
                      <a:gd name="connsiteY10" fmla="*/ 1245357 h 12481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570106" h="1248110">
                        <a:moveTo>
                          <a:pt x="330316" y="1245357"/>
                        </a:moveTo>
                        <a:cubicBezTo>
                          <a:pt x="308951" y="1252570"/>
                          <a:pt x="284512" y="1245421"/>
                          <a:pt x="270651" y="1226154"/>
                        </a:cubicBezTo>
                        <a:lnTo>
                          <a:pt x="9926" y="863681"/>
                        </a:lnTo>
                        <a:cubicBezTo>
                          <a:pt x="-2338" y="846624"/>
                          <a:pt x="-3314" y="823929"/>
                          <a:pt x="7425" y="805872"/>
                        </a:cubicBezTo>
                        <a:lnTo>
                          <a:pt x="472010" y="25770"/>
                        </a:lnTo>
                        <a:cubicBezTo>
                          <a:pt x="486912" y="734"/>
                          <a:pt x="519290" y="-7471"/>
                          <a:pt x="544342" y="7439"/>
                        </a:cubicBezTo>
                        <a:cubicBezTo>
                          <a:pt x="569369" y="22349"/>
                          <a:pt x="577575" y="54735"/>
                          <a:pt x="562673" y="79771"/>
                        </a:cubicBezTo>
                        <a:lnTo>
                          <a:pt x="115789" y="830149"/>
                        </a:lnTo>
                        <a:lnTo>
                          <a:pt x="356311" y="1164545"/>
                        </a:lnTo>
                        <a:cubicBezTo>
                          <a:pt x="373327" y="1188201"/>
                          <a:pt x="367938" y="1221176"/>
                          <a:pt x="344290" y="1238192"/>
                        </a:cubicBezTo>
                        <a:cubicBezTo>
                          <a:pt x="339901" y="1241339"/>
                          <a:pt x="335189" y="1243711"/>
                          <a:pt x="330316" y="124535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AC47"/>
                      </a:gs>
                      <a:gs pos="20070">
                        <a:srgbClr val="FFBA5B"/>
                      </a:gs>
                      <a:gs pos="47000">
                        <a:srgbClr val="FFC970"/>
                      </a:gs>
                      <a:gs pos="73780">
                        <a:srgbClr val="FFD17C"/>
                      </a:gs>
                      <a:gs pos="100000">
                        <a:srgbClr val="FFD480"/>
                      </a:gs>
                    </a:gsLst>
                    <a:lin ang="20482705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3" name="任意多边形 852">
                    <a:extLst>
                      <a:ext uri="{FF2B5EF4-FFF2-40B4-BE49-F238E27FC236}">
                        <a16:creationId xmlns:a16="http://schemas.microsoft.com/office/drawing/2014/main" id="{E3BF60F8-AB04-75EC-E54A-E0CDAABA0E0D}"/>
                      </a:ext>
                    </a:extLst>
                  </p:cNvPr>
                  <p:cNvSpPr/>
                  <p:nvPr/>
                </p:nvSpPr>
                <p:spPr>
                  <a:xfrm>
                    <a:off x="5871578" y="2568701"/>
                    <a:ext cx="528426" cy="1257267"/>
                  </a:xfrm>
                  <a:custGeom>
                    <a:avLst/>
                    <a:gdLst>
                      <a:gd name="connsiteX0" fmla="*/ 351633 w 528426"/>
                      <a:gd name="connsiteY0" fmla="*/ 1253561 h 1257267"/>
                      <a:gd name="connsiteX1" fmla="*/ 291041 w 528426"/>
                      <a:gd name="connsiteY1" fmla="*/ 1237521 h 1257267"/>
                      <a:gd name="connsiteX2" fmla="*/ 11605 w 528426"/>
                      <a:gd name="connsiteY2" fmla="*/ 889264 h 1257267"/>
                      <a:gd name="connsiteX3" fmla="*/ 6071 w 528426"/>
                      <a:gd name="connsiteY3" fmla="*/ 831665 h 1257267"/>
                      <a:gd name="connsiteX4" fmla="*/ 428967 w 528426"/>
                      <a:gd name="connsiteY4" fmla="*/ 28198 h 1257267"/>
                      <a:gd name="connsiteX5" fmla="*/ 500234 w 528426"/>
                      <a:gd name="connsiteY5" fmla="*/ 6083 h 1257267"/>
                      <a:gd name="connsiteX6" fmla="*/ 522349 w 528426"/>
                      <a:gd name="connsiteY6" fmla="*/ 77349 h 1257267"/>
                      <a:gd name="connsiteX7" fmla="*/ 115565 w 528426"/>
                      <a:gd name="connsiteY7" fmla="*/ 850197 h 1257267"/>
                      <a:gd name="connsiteX8" fmla="*/ 373345 w 528426"/>
                      <a:gd name="connsiteY8" fmla="*/ 1171475 h 1257267"/>
                      <a:gd name="connsiteX9" fmla="*/ 365212 w 528426"/>
                      <a:gd name="connsiteY9" fmla="*/ 1245646 h 1257267"/>
                      <a:gd name="connsiteX10" fmla="*/ 351633 w 528426"/>
                      <a:gd name="connsiteY10" fmla="*/ 1253561 h 12572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528426" h="1257267">
                        <a:moveTo>
                          <a:pt x="351633" y="1253561"/>
                        </a:moveTo>
                        <a:cubicBezTo>
                          <a:pt x="330680" y="1261887"/>
                          <a:pt x="305894" y="1256038"/>
                          <a:pt x="291041" y="1237521"/>
                        </a:cubicBezTo>
                        <a:lnTo>
                          <a:pt x="11605" y="889264"/>
                        </a:lnTo>
                        <a:cubicBezTo>
                          <a:pt x="-1538" y="872877"/>
                          <a:pt x="-3708" y="850262"/>
                          <a:pt x="6071" y="831665"/>
                        </a:cubicBezTo>
                        <a:lnTo>
                          <a:pt x="428967" y="28198"/>
                        </a:lnTo>
                        <a:cubicBezTo>
                          <a:pt x="442538" y="2411"/>
                          <a:pt x="474432" y="-7488"/>
                          <a:pt x="500234" y="6083"/>
                        </a:cubicBezTo>
                        <a:cubicBezTo>
                          <a:pt x="526012" y="19653"/>
                          <a:pt x="535912" y="51563"/>
                          <a:pt x="522349" y="77349"/>
                        </a:cubicBezTo>
                        <a:lnTo>
                          <a:pt x="115565" y="850197"/>
                        </a:lnTo>
                        <a:lnTo>
                          <a:pt x="373345" y="1171475"/>
                        </a:lnTo>
                        <a:cubicBezTo>
                          <a:pt x="391579" y="1194203"/>
                          <a:pt x="387940" y="1227412"/>
                          <a:pt x="365212" y="1245646"/>
                        </a:cubicBezTo>
                        <a:cubicBezTo>
                          <a:pt x="360992" y="1249043"/>
                          <a:pt x="356410" y="1251665"/>
                          <a:pt x="351633" y="125356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4" name="任意多边形 853">
                    <a:extLst>
                      <a:ext uri="{FF2B5EF4-FFF2-40B4-BE49-F238E27FC236}">
                        <a16:creationId xmlns:a16="http://schemas.microsoft.com/office/drawing/2014/main" id="{E05F6896-9551-AAA2-DAC7-66F90C1CB23F}"/>
                      </a:ext>
                    </a:extLst>
                  </p:cNvPr>
                  <p:cNvSpPr/>
                  <p:nvPr/>
                </p:nvSpPr>
                <p:spPr>
                  <a:xfrm>
                    <a:off x="5812135" y="3292574"/>
                    <a:ext cx="295442" cy="295442"/>
                  </a:xfrm>
                  <a:custGeom>
                    <a:avLst/>
                    <a:gdLst>
                      <a:gd name="connsiteX0" fmla="*/ 295443 w 295442"/>
                      <a:gd name="connsiteY0" fmla="*/ 147721 h 295442"/>
                      <a:gd name="connsiteX1" fmla="*/ 147721 w 295442"/>
                      <a:gd name="connsiteY1" fmla="*/ 295443 h 295442"/>
                      <a:gd name="connsiteX2" fmla="*/ 0 w 295442"/>
                      <a:gd name="connsiteY2" fmla="*/ 147721 h 295442"/>
                      <a:gd name="connsiteX3" fmla="*/ 147721 w 295442"/>
                      <a:gd name="connsiteY3" fmla="*/ 0 h 295442"/>
                      <a:gd name="connsiteX4" fmla="*/ 295443 w 295442"/>
                      <a:gd name="connsiteY4" fmla="*/ 147721 h 2954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5442" h="295442">
                        <a:moveTo>
                          <a:pt x="295443" y="147721"/>
                        </a:moveTo>
                        <a:cubicBezTo>
                          <a:pt x="295443" y="229306"/>
                          <a:pt x="229306" y="295443"/>
                          <a:pt x="147721" y="295443"/>
                        </a:cubicBezTo>
                        <a:cubicBezTo>
                          <a:pt x="66137" y="295443"/>
                          <a:pt x="0" y="229306"/>
                          <a:pt x="0" y="147721"/>
                        </a:cubicBezTo>
                        <a:cubicBezTo>
                          <a:pt x="0" y="66137"/>
                          <a:pt x="66137" y="0"/>
                          <a:pt x="147721" y="0"/>
                        </a:cubicBezTo>
                        <a:cubicBezTo>
                          <a:pt x="229305" y="0"/>
                          <a:pt x="295443" y="66137"/>
                          <a:pt x="295443" y="14772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AC47"/>
                      </a:gs>
                      <a:gs pos="20070">
                        <a:srgbClr val="FFBA5B"/>
                      </a:gs>
                      <a:gs pos="47000">
                        <a:srgbClr val="FFC970"/>
                      </a:gs>
                      <a:gs pos="73780">
                        <a:srgbClr val="FFD17C"/>
                      </a:gs>
                      <a:gs pos="100000">
                        <a:srgbClr val="FFD480"/>
                      </a:gs>
                    </a:gsLst>
                    <a:lin ang="9501491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5" name="任意多边形 854">
                    <a:extLst>
                      <a:ext uri="{FF2B5EF4-FFF2-40B4-BE49-F238E27FC236}">
                        <a16:creationId xmlns:a16="http://schemas.microsoft.com/office/drawing/2014/main" id="{25A66F30-458E-A5CB-32B9-D53412A24521}"/>
                      </a:ext>
                    </a:extLst>
                  </p:cNvPr>
                  <p:cNvSpPr/>
                  <p:nvPr/>
                </p:nvSpPr>
                <p:spPr>
                  <a:xfrm>
                    <a:off x="5776618" y="3277228"/>
                    <a:ext cx="295442" cy="295442"/>
                  </a:xfrm>
                  <a:custGeom>
                    <a:avLst/>
                    <a:gdLst>
                      <a:gd name="connsiteX0" fmla="*/ 295443 w 295442"/>
                      <a:gd name="connsiteY0" fmla="*/ 147721 h 295442"/>
                      <a:gd name="connsiteX1" fmla="*/ 147721 w 295442"/>
                      <a:gd name="connsiteY1" fmla="*/ 295442 h 295442"/>
                      <a:gd name="connsiteX2" fmla="*/ 0 w 295442"/>
                      <a:gd name="connsiteY2" fmla="*/ 147721 h 295442"/>
                      <a:gd name="connsiteX3" fmla="*/ 147721 w 295442"/>
                      <a:gd name="connsiteY3" fmla="*/ 0 h 295442"/>
                      <a:gd name="connsiteX4" fmla="*/ 295443 w 295442"/>
                      <a:gd name="connsiteY4" fmla="*/ 147721 h 2954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95442" h="295442">
                        <a:moveTo>
                          <a:pt x="295443" y="147721"/>
                        </a:moveTo>
                        <a:cubicBezTo>
                          <a:pt x="295443" y="229305"/>
                          <a:pt x="229306" y="295442"/>
                          <a:pt x="147721" y="295442"/>
                        </a:cubicBezTo>
                        <a:cubicBezTo>
                          <a:pt x="66137" y="295442"/>
                          <a:pt x="0" y="229305"/>
                          <a:pt x="0" y="147721"/>
                        </a:cubicBezTo>
                        <a:cubicBezTo>
                          <a:pt x="0" y="66137"/>
                          <a:pt x="66137" y="0"/>
                          <a:pt x="147721" y="0"/>
                        </a:cubicBezTo>
                        <a:cubicBezTo>
                          <a:pt x="229305" y="0"/>
                          <a:pt x="295443" y="66137"/>
                          <a:pt x="295443" y="147721"/>
                        </a:cubicBezTo>
                        <a:close/>
                      </a:path>
                    </a:pathLst>
                  </a:custGeom>
                  <a:solidFill>
                    <a:srgbClr val="FFD180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6" name="任意多边形 855">
                    <a:extLst>
                      <a:ext uri="{FF2B5EF4-FFF2-40B4-BE49-F238E27FC236}">
                        <a16:creationId xmlns:a16="http://schemas.microsoft.com/office/drawing/2014/main" id="{3C6231E2-A9D4-05AF-37C8-DB7C662EA787}"/>
                      </a:ext>
                    </a:extLst>
                  </p:cNvPr>
                  <p:cNvSpPr/>
                  <p:nvPr/>
                </p:nvSpPr>
                <p:spPr>
                  <a:xfrm>
                    <a:off x="5815701" y="3316310"/>
                    <a:ext cx="217277" cy="217277"/>
                  </a:xfrm>
                  <a:custGeom>
                    <a:avLst/>
                    <a:gdLst>
                      <a:gd name="connsiteX0" fmla="*/ 217278 w 217277"/>
                      <a:gd name="connsiteY0" fmla="*/ 108639 h 217277"/>
                      <a:gd name="connsiteX1" fmla="*/ 108639 w 217277"/>
                      <a:gd name="connsiteY1" fmla="*/ 217277 h 217277"/>
                      <a:gd name="connsiteX2" fmla="*/ 0 w 217277"/>
                      <a:gd name="connsiteY2" fmla="*/ 108639 h 217277"/>
                      <a:gd name="connsiteX3" fmla="*/ 108639 w 217277"/>
                      <a:gd name="connsiteY3" fmla="*/ 0 h 217277"/>
                      <a:gd name="connsiteX4" fmla="*/ 217278 w 217277"/>
                      <a:gd name="connsiteY4" fmla="*/ 108639 h 2172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17277" h="217277">
                        <a:moveTo>
                          <a:pt x="217278" y="108639"/>
                        </a:moveTo>
                        <a:cubicBezTo>
                          <a:pt x="217278" y="168638"/>
                          <a:pt x="168638" y="217277"/>
                          <a:pt x="108639" y="217277"/>
                        </a:cubicBezTo>
                        <a:cubicBezTo>
                          <a:pt x="48639" y="217277"/>
                          <a:pt x="0" y="168638"/>
                          <a:pt x="0" y="108639"/>
                        </a:cubicBezTo>
                        <a:cubicBezTo>
                          <a:pt x="0" y="48639"/>
                          <a:pt x="48639" y="0"/>
                          <a:pt x="108639" y="0"/>
                        </a:cubicBezTo>
                        <a:cubicBezTo>
                          <a:pt x="168638" y="0"/>
                          <a:pt x="217278" y="48639"/>
                          <a:pt x="217278" y="108639"/>
                        </a:cubicBezTo>
                        <a:close/>
                      </a:path>
                    </a:pathLst>
                  </a:custGeom>
                  <a:solidFill>
                    <a:srgbClr val="FFD180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43" name="任意多边形 842">
                  <a:extLst>
                    <a:ext uri="{FF2B5EF4-FFF2-40B4-BE49-F238E27FC236}">
                      <a16:creationId xmlns:a16="http://schemas.microsoft.com/office/drawing/2014/main" id="{B79F1EAB-5BA2-6EE9-DC20-54D6CB08F33D}"/>
                    </a:ext>
                  </a:extLst>
                </p:cNvPr>
                <p:cNvSpPr/>
                <p:nvPr/>
              </p:nvSpPr>
              <p:spPr>
                <a:xfrm>
                  <a:off x="4788945" y="4047188"/>
                  <a:ext cx="250123" cy="119054"/>
                </a:xfrm>
                <a:custGeom>
                  <a:avLst/>
                  <a:gdLst>
                    <a:gd name="connsiteX0" fmla="*/ 0 w 250123"/>
                    <a:gd name="connsiteY0" fmla="*/ 119055 h 119054"/>
                    <a:gd name="connsiteX1" fmla="*/ 250123 w 250123"/>
                    <a:gd name="connsiteY1" fmla="*/ 0 h 119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50123" h="119054">
                      <a:moveTo>
                        <a:pt x="0" y="119055"/>
                      </a:moveTo>
                      <a:lnTo>
                        <a:pt x="250123" y="0"/>
                      </a:lnTo>
                    </a:path>
                  </a:pathLst>
                </a:custGeom>
                <a:ln w="61378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44" name="任意多边形 843">
                  <a:extLst>
                    <a:ext uri="{FF2B5EF4-FFF2-40B4-BE49-F238E27FC236}">
                      <a16:creationId xmlns:a16="http://schemas.microsoft.com/office/drawing/2014/main" id="{5E3242D2-2FE0-74A9-8B03-E1BE6AC9AF0C}"/>
                    </a:ext>
                  </a:extLst>
                </p:cNvPr>
                <p:cNvSpPr/>
                <p:nvPr/>
              </p:nvSpPr>
              <p:spPr>
                <a:xfrm>
                  <a:off x="6989468" y="2949867"/>
                  <a:ext cx="193290" cy="114504"/>
                </a:xfrm>
                <a:custGeom>
                  <a:avLst/>
                  <a:gdLst>
                    <a:gd name="connsiteX0" fmla="*/ 0 w 193290"/>
                    <a:gd name="connsiteY0" fmla="*/ 114504 h 114504"/>
                    <a:gd name="connsiteX1" fmla="*/ 193291 w 193290"/>
                    <a:gd name="connsiteY1" fmla="*/ 0 h 1145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93290" h="114504">
                      <a:moveTo>
                        <a:pt x="0" y="114504"/>
                      </a:moveTo>
                      <a:lnTo>
                        <a:pt x="193291" y="0"/>
                      </a:lnTo>
                    </a:path>
                  </a:pathLst>
                </a:custGeom>
                <a:ln w="61378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45" name="任意多边形 844">
                  <a:extLst>
                    <a:ext uri="{FF2B5EF4-FFF2-40B4-BE49-F238E27FC236}">
                      <a16:creationId xmlns:a16="http://schemas.microsoft.com/office/drawing/2014/main" id="{EC420442-5DB4-2E93-DAC2-D806B0ACB5DB}"/>
                    </a:ext>
                  </a:extLst>
                </p:cNvPr>
                <p:cNvSpPr/>
                <p:nvPr/>
              </p:nvSpPr>
              <p:spPr>
                <a:xfrm>
                  <a:off x="5379339" y="2306466"/>
                  <a:ext cx="95406" cy="140564"/>
                </a:xfrm>
                <a:custGeom>
                  <a:avLst/>
                  <a:gdLst>
                    <a:gd name="connsiteX0" fmla="*/ 0 w 95406"/>
                    <a:gd name="connsiteY0" fmla="*/ 0 h 140564"/>
                    <a:gd name="connsiteX1" fmla="*/ 95407 w 95406"/>
                    <a:gd name="connsiteY1" fmla="*/ 140565 h 140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5406" h="140564">
                      <a:moveTo>
                        <a:pt x="0" y="0"/>
                      </a:moveTo>
                      <a:lnTo>
                        <a:pt x="95407" y="140565"/>
                      </a:lnTo>
                    </a:path>
                  </a:pathLst>
                </a:custGeom>
                <a:ln w="61378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46" name="任意多边形 845">
                  <a:extLst>
                    <a:ext uri="{FF2B5EF4-FFF2-40B4-BE49-F238E27FC236}">
                      <a16:creationId xmlns:a16="http://schemas.microsoft.com/office/drawing/2014/main" id="{40C984B6-DD8F-50ED-C1D0-84DF5CC1806D}"/>
                    </a:ext>
                  </a:extLst>
                </p:cNvPr>
                <p:cNvSpPr/>
                <p:nvPr/>
              </p:nvSpPr>
              <p:spPr>
                <a:xfrm>
                  <a:off x="6549297" y="4440288"/>
                  <a:ext cx="83893" cy="143057"/>
                </a:xfrm>
                <a:custGeom>
                  <a:avLst/>
                  <a:gdLst>
                    <a:gd name="connsiteX0" fmla="*/ 0 w 83893"/>
                    <a:gd name="connsiteY0" fmla="*/ 0 h 143057"/>
                    <a:gd name="connsiteX1" fmla="*/ 83893 w 83893"/>
                    <a:gd name="connsiteY1" fmla="*/ 143058 h 143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3893" h="143057">
                      <a:moveTo>
                        <a:pt x="0" y="0"/>
                      </a:moveTo>
                      <a:lnTo>
                        <a:pt x="83893" y="143058"/>
                      </a:lnTo>
                    </a:path>
                  </a:pathLst>
                </a:custGeom>
                <a:ln w="61378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2" name="组合 611">
                <a:extLst>
                  <a:ext uri="{FF2B5EF4-FFF2-40B4-BE49-F238E27FC236}">
                    <a16:creationId xmlns:a16="http://schemas.microsoft.com/office/drawing/2014/main" id="{6576813B-5F1C-6215-485C-D094FAF1FCD2}"/>
                  </a:ext>
                </a:extLst>
              </p:cNvPr>
              <p:cNvGrpSpPr/>
              <p:nvPr/>
            </p:nvGrpSpPr>
            <p:grpSpPr>
              <a:xfrm>
                <a:off x="3930074" y="4555650"/>
                <a:ext cx="1032637" cy="1212855"/>
                <a:chOff x="3930074" y="4555650"/>
                <a:chExt cx="1032637" cy="1212855"/>
              </a:xfrm>
            </p:grpSpPr>
            <p:grpSp>
              <p:nvGrpSpPr>
                <p:cNvPr id="831" name="组合 830">
                  <a:extLst>
                    <a:ext uri="{FF2B5EF4-FFF2-40B4-BE49-F238E27FC236}">
                      <a16:creationId xmlns:a16="http://schemas.microsoft.com/office/drawing/2014/main" id="{698CFB31-BEF8-E43C-0481-924EFB3369C9}"/>
                    </a:ext>
                  </a:extLst>
                </p:cNvPr>
                <p:cNvGrpSpPr/>
                <p:nvPr/>
              </p:nvGrpSpPr>
              <p:grpSpPr>
                <a:xfrm>
                  <a:off x="3930074" y="4610052"/>
                  <a:ext cx="1032637" cy="1158453"/>
                  <a:chOff x="3930074" y="4610052"/>
                  <a:chExt cx="1032637" cy="1158453"/>
                </a:xfrm>
              </p:grpSpPr>
              <p:grpSp>
                <p:nvGrpSpPr>
                  <p:cNvPr id="836" name="组合 835">
                    <a:extLst>
                      <a:ext uri="{FF2B5EF4-FFF2-40B4-BE49-F238E27FC236}">
                        <a16:creationId xmlns:a16="http://schemas.microsoft.com/office/drawing/2014/main" id="{6CC5A7F9-5B43-6628-475B-F9CB748D2426}"/>
                      </a:ext>
                    </a:extLst>
                  </p:cNvPr>
                  <p:cNvGrpSpPr/>
                  <p:nvPr/>
                </p:nvGrpSpPr>
                <p:grpSpPr>
                  <a:xfrm>
                    <a:off x="3965300" y="4802164"/>
                    <a:ext cx="958595" cy="966341"/>
                    <a:chOff x="3965300" y="4802164"/>
                    <a:chExt cx="958595" cy="966341"/>
                  </a:xfrm>
                </p:grpSpPr>
                <p:sp>
                  <p:nvSpPr>
                    <p:cNvPr id="840" name="任意多边形 839">
                      <a:extLst>
                        <a:ext uri="{FF2B5EF4-FFF2-40B4-BE49-F238E27FC236}">
                          <a16:creationId xmlns:a16="http://schemas.microsoft.com/office/drawing/2014/main" id="{CF375D34-6E32-C9F4-FCC9-72AD966D02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65300" y="4802164"/>
                      <a:ext cx="319574" cy="966341"/>
                    </a:xfrm>
                    <a:custGeom>
                      <a:avLst/>
                      <a:gdLst>
                        <a:gd name="connsiteX0" fmla="*/ 6196 w 319574"/>
                        <a:gd name="connsiteY0" fmla="*/ 0 h 966341"/>
                        <a:gd name="connsiteX1" fmla="*/ 0 w 319574"/>
                        <a:gd name="connsiteY1" fmla="*/ 682799 h 966341"/>
                        <a:gd name="connsiteX2" fmla="*/ 312733 w 319574"/>
                        <a:gd name="connsiteY2" fmla="*/ 966341 h 966341"/>
                        <a:gd name="connsiteX3" fmla="*/ 319575 w 319574"/>
                        <a:gd name="connsiteY3" fmla="*/ 212735 h 9663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19574" h="966341">
                          <a:moveTo>
                            <a:pt x="6196" y="0"/>
                          </a:moveTo>
                          <a:lnTo>
                            <a:pt x="0" y="682799"/>
                          </a:lnTo>
                          <a:lnTo>
                            <a:pt x="312733" y="966341"/>
                          </a:lnTo>
                          <a:lnTo>
                            <a:pt x="319575" y="21273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5CCEFF"/>
                        </a:gs>
                        <a:gs pos="54250">
                          <a:srgbClr val="499CEB"/>
                        </a:gs>
                        <a:gs pos="100000">
                          <a:srgbClr val="3B76DB"/>
                        </a:gs>
                      </a:gsLst>
                      <a:lin ang="0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1" name="任意多边形 840">
                      <a:extLst>
                        <a:ext uri="{FF2B5EF4-FFF2-40B4-BE49-F238E27FC236}">
                          <a16:creationId xmlns:a16="http://schemas.microsoft.com/office/drawing/2014/main" id="{37BE2648-29ED-5D13-8230-66840CF206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78032" y="4936105"/>
                      <a:ext cx="645862" cy="832400"/>
                    </a:xfrm>
                    <a:custGeom>
                      <a:avLst/>
                      <a:gdLst>
                        <a:gd name="connsiteX0" fmla="*/ 6842 w 645862"/>
                        <a:gd name="connsiteY0" fmla="*/ 78794 h 832400"/>
                        <a:gd name="connsiteX1" fmla="*/ 0 w 645862"/>
                        <a:gd name="connsiteY1" fmla="*/ 832400 h 832400"/>
                        <a:gd name="connsiteX2" fmla="*/ 639109 w 645862"/>
                        <a:gd name="connsiteY2" fmla="*/ 743843 h 832400"/>
                        <a:gd name="connsiteX3" fmla="*/ 645862 w 645862"/>
                        <a:gd name="connsiteY3" fmla="*/ 0 h 8324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645862" h="832400">
                          <a:moveTo>
                            <a:pt x="6842" y="78794"/>
                          </a:moveTo>
                          <a:lnTo>
                            <a:pt x="0" y="832400"/>
                          </a:lnTo>
                          <a:lnTo>
                            <a:pt x="639109" y="743843"/>
                          </a:lnTo>
                          <a:lnTo>
                            <a:pt x="64586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5CCEFF"/>
                        </a:gs>
                        <a:gs pos="54250">
                          <a:srgbClr val="499CEB"/>
                        </a:gs>
                        <a:gs pos="100000">
                          <a:srgbClr val="3B76DB"/>
                        </a:gs>
                      </a:gsLst>
                      <a:lin ang="0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37" name="任意多边形 836">
                    <a:extLst>
                      <a:ext uri="{FF2B5EF4-FFF2-40B4-BE49-F238E27FC236}">
                        <a16:creationId xmlns:a16="http://schemas.microsoft.com/office/drawing/2014/main" id="{132D39C2-74CB-E46D-07B5-93C40877D5FA}"/>
                      </a:ext>
                    </a:extLst>
                  </p:cNvPr>
                  <p:cNvSpPr/>
                  <p:nvPr/>
                </p:nvSpPr>
                <p:spPr>
                  <a:xfrm>
                    <a:off x="3930074" y="4674977"/>
                    <a:ext cx="375664" cy="472653"/>
                  </a:xfrm>
                  <a:custGeom>
                    <a:avLst/>
                    <a:gdLst>
                      <a:gd name="connsiteX0" fmla="*/ 374051 w 375664"/>
                      <a:gd name="connsiteY0" fmla="*/ 472654 h 472653"/>
                      <a:gd name="connsiteX1" fmla="*/ 0 w 375664"/>
                      <a:gd name="connsiteY1" fmla="*/ 177574 h 472653"/>
                      <a:gd name="connsiteX2" fmla="*/ 1718 w 375664"/>
                      <a:gd name="connsiteY2" fmla="*/ 0 h 472653"/>
                      <a:gd name="connsiteX3" fmla="*/ 375665 w 375664"/>
                      <a:gd name="connsiteY3" fmla="*/ 274869 h 4726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75664" h="472653">
                        <a:moveTo>
                          <a:pt x="374051" y="472654"/>
                        </a:moveTo>
                        <a:lnTo>
                          <a:pt x="0" y="177574"/>
                        </a:lnTo>
                        <a:lnTo>
                          <a:pt x="1718" y="0"/>
                        </a:lnTo>
                        <a:lnTo>
                          <a:pt x="375665" y="274869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5CCEFF"/>
                      </a:gs>
                      <a:gs pos="54250">
                        <a:srgbClr val="499CEB"/>
                      </a:gs>
                      <a:gs pos="100000">
                        <a:srgbClr val="3B76DB"/>
                      </a:gs>
                    </a:gsLst>
                    <a:lin ang="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8" name="任意多边形 837">
                    <a:extLst>
                      <a:ext uri="{FF2B5EF4-FFF2-40B4-BE49-F238E27FC236}">
                        <a16:creationId xmlns:a16="http://schemas.microsoft.com/office/drawing/2014/main" id="{8636A06F-BF1A-97F4-AD73-C319FB75FF81}"/>
                      </a:ext>
                    </a:extLst>
                  </p:cNvPr>
                  <p:cNvSpPr/>
                  <p:nvPr/>
                </p:nvSpPr>
                <p:spPr>
                  <a:xfrm>
                    <a:off x="4304125" y="4873827"/>
                    <a:ext cx="658585" cy="273803"/>
                  </a:xfrm>
                  <a:custGeom>
                    <a:avLst/>
                    <a:gdLst>
                      <a:gd name="connsiteX0" fmla="*/ 656980 w 658585"/>
                      <a:gd name="connsiteY0" fmla="*/ 194315 h 273803"/>
                      <a:gd name="connsiteX1" fmla="*/ 0 w 658585"/>
                      <a:gd name="connsiteY1" fmla="*/ 273804 h 273803"/>
                      <a:gd name="connsiteX2" fmla="*/ 1597 w 658585"/>
                      <a:gd name="connsiteY2" fmla="*/ 78665 h 273803"/>
                      <a:gd name="connsiteX3" fmla="*/ 658586 w 658585"/>
                      <a:gd name="connsiteY3" fmla="*/ 0 h 2738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58585" h="273803">
                        <a:moveTo>
                          <a:pt x="656980" y="194315"/>
                        </a:moveTo>
                        <a:lnTo>
                          <a:pt x="0" y="273804"/>
                        </a:lnTo>
                        <a:lnTo>
                          <a:pt x="1597" y="78665"/>
                        </a:lnTo>
                        <a:lnTo>
                          <a:pt x="65858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5CCEFF"/>
                      </a:gs>
                      <a:gs pos="54250">
                        <a:srgbClr val="499CEB"/>
                      </a:gs>
                      <a:gs pos="100000">
                        <a:srgbClr val="3B76DB"/>
                      </a:gs>
                    </a:gsLst>
                    <a:lin ang="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9" name="任意多边形 838">
                    <a:extLst>
                      <a:ext uri="{FF2B5EF4-FFF2-40B4-BE49-F238E27FC236}">
                        <a16:creationId xmlns:a16="http://schemas.microsoft.com/office/drawing/2014/main" id="{25AD4DEE-0FFB-D25D-7D12-2D7A5A4CDEA0}"/>
                      </a:ext>
                    </a:extLst>
                  </p:cNvPr>
                  <p:cNvSpPr/>
                  <p:nvPr/>
                </p:nvSpPr>
                <p:spPr>
                  <a:xfrm>
                    <a:off x="3931792" y="4610052"/>
                    <a:ext cx="1030918" cy="342440"/>
                  </a:xfrm>
                  <a:custGeom>
                    <a:avLst/>
                    <a:gdLst>
                      <a:gd name="connsiteX0" fmla="*/ 0 w 1030918"/>
                      <a:gd name="connsiteY0" fmla="*/ 64925 h 342440"/>
                      <a:gd name="connsiteX1" fmla="*/ 655883 w 1030918"/>
                      <a:gd name="connsiteY1" fmla="*/ 0 h 342440"/>
                      <a:gd name="connsiteX2" fmla="*/ 1030919 w 1030918"/>
                      <a:gd name="connsiteY2" fmla="*/ 263775 h 342440"/>
                      <a:gd name="connsiteX3" fmla="*/ 373931 w 1030918"/>
                      <a:gd name="connsiteY3" fmla="*/ 342440 h 3424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30918" h="342440">
                        <a:moveTo>
                          <a:pt x="0" y="64925"/>
                        </a:moveTo>
                        <a:lnTo>
                          <a:pt x="655883" y="0"/>
                        </a:lnTo>
                        <a:lnTo>
                          <a:pt x="1030919" y="263775"/>
                        </a:lnTo>
                        <a:lnTo>
                          <a:pt x="373931" y="3424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5CCEFF"/>
                      </a:gs>
                      <a:gs pos="54250">
                        <a:srgbClr val="499CEB"/>
                      </a:gs>
                      <a:gs pos="100000">
                        <a:srgbClr val="3B76DB"/>
                      </a:gs>
                    </a:gsLst>
                    <a:lin ang="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32" name="任意多边形 831">
                  <a:extLst>
                    <a:ext uri="{FF2B5EF4-FFF2-40B4-BE49-F238E27FC236}">
                      <a16:creationId xmlns:a16="http://schemas.microsoft.com/office/drawing/2014/main" id="{5D4BBA10-2080-5EF8-A3C9-335A066588F4}"/>
                    </a:ext>
                  </a:extLst>
                </p:cNvPr>
                <p:cNvSpPr/>
                <p:nvPr/>
              </p:nvSpPr>
              <p:spPr>
                <a:xfrm>
                  <a:off x="4225807" y="4639856"/>
                  <a:ext cx="494816" cy="275183"/>
                </a:xfrm>
                <a:custGeom>
                  <a:avLst/>
                  <a:gdLst>
                    <a:gd name="connsiteX0" fmla="*/ 106226 w 494816"/>
                    <a:gd name="connsiteY0" fmla="*/ 0 h 275183"/>
                    <a:gd name="connsiteX1" fmla="*/ 0 w 494816"/>
                    <a:gd name="connsiteY1" fmla="*/ 12473 h 275183"/>
                    <a:gd name="connsiteX2" fmla="*/ 377481 w 494816"/>
                    <a:gd name="connsiteY2" fmla="*/ 275183 h 275183"/>
                    <a:gd name="connsiteX3" fmla="*/ 494817 w 494816"/>
                    <a:gd name="connsiteY3" fmla="*/ 261136 h 2751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4816" h="275183">
                      <a:moveTo>
                        <a:pt x="106226" y="0"/>
                      </a:moveTo>
                      <a:lnTo>
                        <a:pt x="0" y="12473"/>
                      </a:lnTo>
                      <a:lnTo>
                        <a:pt x="377481" y="275183"/>
                      </a:lnTo>
                      <a:lnTo>
                        <a:pt x="494817" y="261136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BC47"/>
                    </a:gs>
                    <a:gs pos="53850">
                      <a:srgbClr val="FFCC5E"/>
                    </a:gs>
                    <a:gs pos="100000">
                      <a:srgbClr val="FFDD75"/>
                    </a:gs>
                  </a:gsLst>
                  <a:lin ang="0" scaled="1"/>
                </a:gra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33" name="任意多边形 832">
                  <a:extLst>
                    <a:ext uri="{FF2B5EF4-FFF2-40B4-BE49-F238E27FC236}">
                      <a16:creationId xmlns:a16="http://schemas.microsoft.com/office/drawing/2014/main" id="{C0483130-A417-06B6-4EF5-54E55B925C97}"/>
                    </a:ext>
                  </a:extLst>
                </p:cNvPr>
                <p:cNvSpPr/>
                <p:nvPr/>
              </p:nvSpPr>
              <p:spPr>
                <a:xfrm>
                  <a:off x="4603287" y="4900992"/>
                  <a:ext cx="117707" cy="208297"/>
                </a:xfrm>
                <a:custGeom>
                  <a:avLst/>
                  <a:gdLst>
                    <a:gd name="connsiteX0" fmla="*/ 117336 w 117707"/>
                    <a:gd name="connsiteY0" fmla="*/ 0 h 208297"/>
                    <a:gd name="connsiteX1" fmla="*/ 0 w 117707"/>
                    <a:gd name="connsiteY1" fmla="*/ 14047 h 208297"/>
                    <a:gd name="connsiteX2" fmla="*/ 0 w 117707"/>
                    <a:gd name="connsiteY2" fmla="*/ 14047 h 208297"/>
                    <a:gd name="connsiteX3" fmla="*/ 2888 w 117707"/>
                    <a:gd name="connsiteY3" fmla="*/ 208298 h 208297"/>
                    <a:gd name="connsiteX4" fmla="*/ 117707 w 117707"/>
                    <a:gd name="connsiteY4" fmla="*/ 194404 h 208297"/>
                    <a:gd name="connsiteX5" fmla="*/ 117336 w 117707"/>
                    <a:gd name="connsiteY5" fmla="*/ 0 h 2082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7707" h="208297">
                      <a:moveTo>
                        <a:pt x="117336" y="0"/>
                      </a:moveTo>
                      <a:lnTo>
                        <a:pt x="0" y="14047"/>
                      </a:lnTo>
                      <a:lnTo>
                        <a:pt x="0" y="14047"/>
                      </a:lnTo>
                      <a:lnTo>
                        <a:pt x="2888" y="208298"/>
                      </a:lnTo>
                      <a:lnTo>
                        <a:pt x="117707" y="194404"/>
                      </a:lnTo>
                      <a:lnTo>
                        <a:pt x="11733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BC47"/>
                    </a:gs>
                    <a:gs pos="53850">
                      <a:srgbClr val="FFCC5E"/>
                    </a:gs>
                    <a:gs pos="100000">
                      <a:srgbClr val="FFDD75"/>
                    </a:gs>
                  </a:gsLst>
                  <a:lin ang="0" scaled="1"/>
                </a:gra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34" name="任意多边形 833">
                  <a:extLst>
                    <a:ext uri="{FF2B5EF4-FFF2-40B4-BE49-F238E27FC236}">
                      <a16:creationId xmlns:a16="http://schemas.microsoft.com/office/drawing/2014/main" id="{456EBBE1-910E-B59B-C49A-4E8211E017F0}"/>
                    </a:ext>
                  </a:extLst>
                </p:cNvPr>
                <p:cNvSpPr/>
                <p:nvPr/>
              </p:nvSpPr>
              <p:spPr>
                <a:xfrm>
                  <a:off x="4593484" y="5097204"/>
                  <a:ext cx="112551" cy="627732"/>
                </a:xfrm>
                <a:custGeom>
                  <a:avLst/>
                  <a:gdLst>
                    <a:gd name="connsiteX0" fmla="*/ 0 w 112551"/>
                    <a:gd name="connsiteY0" fmla="*/ 13619 h 627732"/>
                    <a:gd name="connsiteX1" fmla="*/ 202 w 112551"/>
                    <a:gd name="connsiteY1" fmla="*/ 627733 h 627732"/>
                    <a:gd name="connsiteX2" fmla="*/ 109413 w 112551"/>
                    <a:gd name="connsiteY2" fmla="*/ 612605 h 627732"/>
                    <a:gd name="connsiteX3" fmla="*/ 112552 w 112551"/>
                    <a:gd name="connsiteY3" fmla="*/ 0 h 627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551" h="627732">
                      <a:moveTo>
                        <a:pt x="0" y="13619"/>
                      </a:moveTo>
                      <a:lnTo>
                        <a:pt x="202" y="627733"/>
                      </a:lnTo>
                      <a:lnTo>
                        <a:pt x="109413" y="612605"/>
                      </a:lnTo>
                      <a:lnTo>
                        <a:pt x="11255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BC47"/>
                    </a:gs>
                    <a:gs pos="53850">
                      <a:srgbClr val="FFCC5E"/>
                    </a:gs>
                    <a:gs pos="100000">
                      <a:srgbClr val="FFDD75"/>
                    </a:gs>
                  </a:gsLst>
                  <a:lin ang="0" scaled="1"/>
                </a:gra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35" name="任意多边形 834">
                  <a:extLst>
                    <a:ext uri="{FF2B5EF4-FFF2-40B4-BE49-F238E27FC236}">
                      <a16:creationId xmlns:a16="http://schemas.microsoft.com/office/drawing/2014/main" id="{724EEB05-4E20-BA86-88A3-7A268FA93B41}"/>
                    </a:ext>
                  </a:extLst>
                </p:cNvPr>
                <p:cNvSpPr/>
                <p:nvPr/>
              </p:nvSpPr>
              <p:spPr>
                <a:xfrm>
                  <a:off x="4077718" y="4555650"/>
                  <a:ext cx="872543" cy="254134"/>
                </a:xfrm>
                <a:custGeom>
                  <a:avLst/>
                  <a:gdLst>
                    <a:gd name="connsiteX0" fmla="*/ 871963 w 872543"/>
                    <a:gd name="connsiteY0" fmla="*/ 96776 h 254134"/>
                    <a:gd name="connsiteX1" fmla="*/ 848380 w 872543"/>
                    <a:gd name="connsiteY1" fmla="*/ 47423 h 254134"/>
                    <a:gd name="connsiteX2" fmla="*/ 813477 w 872543"/>
                    <a:gd name="connsiteY2" fmla="*/ 21153 h 254134"/>
                    <a:gd name="connsiteX3" fmla="*/ 742952 w 872543"/>
                    <a:gd name="connsiteY3" fmla="*/ 1466 h 254134"/>
                    <a:gd name="connsiteX4" fmla="*/ 676833 w 872543"/>
                    <a:gd name="connsiteY4" fmla="*/ 2224 h 254134"/>
                    <a:gd name="connsiteX5" fmla="*/ 555261 w 872543"/>
                    <a:gd name="connsiteY5" fmla="*/ 38685 h 254134"/>
                    <a:gd name="connsiteX6" fmla="*/ 500276 w 872543"/>
                    <a:gd name="connsiteY6" fmla="*/ 68085 h 254134"/>
                    <a:gd name="connsiteX7" fmla="*/ 450358 w 872543"/>
                    <a:gd name="connsiteY7" fmla="*/ 109153 h 254134"/>
                    <a:gd name="connsiteX8" fmla="*/ 434165 w 872543"/>
                    <a:gd name="connsiteY8" fmla="*/ 127968 h 254134"/>
                    <a:gd name="connsiteX9" fmla="*/ 377139 w 872543"/>
                    <a:gd name="connsiteY9" fmla="*/ 101182 h 254134"/>
                    <a:gd name="connsiteX10" fmla="*/ 331311 w 872543"/>
                    <a:gd name="connsiteY10" fmla="*/ 116244 h 254134"/>
                    <a:gd name="connsiteX11" fmla="*/ 301160 w 872543"/>
                    <a:gd name="connsiteY11" fmla="*/ 89297 h 254134"/>
                    <a:gd name="connsiteX12" fmla="*/ 259148 w 872543"/>
                    <a:gd name="connsiteY12" fmla="*/ 63721 h 254134"/>
                    <a:gd name="connsiteX13" fmla="*/ 163677 w 872543"/>
                    <a:gd name="connsiteY13" fmla="*/ 30375 h 254134"/>
                    <a:gd name="connsiteX14" fmla="*/ 110136 w 872543"/>
                    <a:gd name="connsiteY14" fmla="*/ 28406 h 254134"/>
                    <a:gd name="connsiteX15" fmla="*/ 50778 w 872543"/>
                    <a:gd name="connsiteY15" fmla="*/ 44841 h 254134"/>
                    <a:gd name="connsiteX16" fmla="*/ 20579 w 872543"/>
                    <a:gd name="connsiteY16" fmla="*/ 68473 h 254134"/>
                    <a:gd name="connsiteX17" fmla="*/ 400 w 872543"/>
                    <a:gd name="connsiteY17" fmla="*/ 113187 h 254134"/>
                    <a:gd name="connsiteX18" fmla="*/ 2506 w 872543"/>
                    <a:gd name="connsiteY18" fmla="*/ 140603 h 254134"/>
                    <a:gd name="connsiteX19" fmla="*/ 11510 w 872543"/>
                    <a:gd name="connsiteY19" fmla="*/ 161927 h 254134"/>
                    <a:gd name="connsiteX20" fmla="*/ 35352 w 872543"/>
                    <a:gd name="connsiteY20" fmla="*/ 188956 h 254134"/>
                    <a:gd name="connsiteX21" fmla="*/ 83794 w 872543"/>
                    <a:gd name="connsiteY21" fmla="*/ 216630 h 254134"/>
                    <a:gd name="connsiteX22" fmla="*/ 132582 w 872543"/>
                    <a:gd name="connsiteY22" fmla="*/ 232081 h 254134"/>
                    <a:gd name="connsiteX23" fmla="*/ 225988 w 872543"/>
                    <a:gd name="connsiteY23" fmla="*/ 242182 h 254134"/>
                    <a:gd name="connsiteX24" fmla="*/ 273018 w 872543"/>
                    <a:gd name="connsiteY24" fmla="*/ 242739 h 254134"/>
                    <a:gd name="connsiteX25" fmla="*/ 324179 w 872543"/>
                    <a:gd name="connsiteY25" fmla="*/ 237155 h 254134"/>
                    <a:gd name="connsiteX26" fmla="*/ 327583 w 872543"/>
                    <a:gd name="connsiteY26" fmla="*/ 236042 h 254134"/>
                    <a:gd name="connsiteX27" fmla="*/ 375743 w 872543"/>
                    <a:gd name="connsiteY27" fmla="*/ 254131 h 254134"/>
                    <a:gd name="connsiteX28" fmla="*/ 434358 w 872543"/>
                    <a:gd name="connsiteY28" fmla="*/ 227054 h 254134"/>
                    <a:gd name="connsiteX29" fmla="*/ 437126 w 872543"/>
                    <a:gd name="connsiteY29" fmla="*/ 229030 h 254134"/>
                    <a:gd name="connsiteX30" fmla="*/ 446840 w 872543"/>
                    <a:gd name="connsiteY30" fmla="*/ 234912 h 254134"/>
                    <a:gd name="connsiteX31" fmla="*/ 464816 w 872543"/>
                    <a:gd name="connsiteY31" fmla="*/ 241327 h 254134"/>
                    <a:gd name="connsiteX32" fmla="*/ 528797 w 872543"/>
                    <a:gd name="connsiteY32" fmla="*/ 248790 h 254134"/>
                    <a:gd name="connsiteX33" fmla="*/ 589147 w 872543"/>
                    <a:gd name="connsiteY33" fmla="*/ 248152 h 254134"/>
                    <a:gd name="connsiteX34" fmla="*/ 708953 w 872543"/>
                    <a:gd name="connsiteY34" fmla="*/ 235001 h 254134"/>
                    <a:gd name="connsiteX35" fmla="*/ 770336 w 872543"/>
                    <a:gd name="connsiteY35" fmla="*/ 216242 h 254134"/>
                    <a:gd name="connsiteX36" fmla="*/ 830315 w 872543"/>
                    <a:gd name="connsiteY36" fmla="*/ 183050 h 254134"/>
                    <a:gd name="connsiteX37" fmla="*/ 859006 w 872543"/>
                    <a:gd name="connsiteY37" fmla="*/ 151922 h 254134"/>
                    <a:gd name="connsiteX38" fmla="*/ 869688 w 872543"/>
                    <a:gd name="connsiteY38" fmla="*/ 127653 h 254134"/>
                    <a:gd name="connsiteX39" fmla="*/ 871963 w 872543"/>
                    <a:gd name="connsiteY39" fmla="*/ 96776 h 254134"/>
                    <a:gd name="connsiteX40" fmla="*/ 91402 w 872543"/>
                    <a:gd name="connsiteY40" fmla="*/ 119585 h 254134"/>
                    <a:gd name="connsiteX41" fmla="*/ 92144 w 872543"/>
                    <a:gd name="connsiteY41" fmla="*/ 122796 h 254134"/>
                    <a:gd name="connsiteX42" fmla="*/ 90450 w 872543"/>
                    <a:gd name="connsiteY42" fmla="*/ 118762 h 254134"/>
                    <a:gd name="connsiteX43" fmla="*/ 91402 w 872543"/>
                    <a:gd name="connsiteY43" fmla="*/ 119585 h 254134"/>
                    <a:gd name="connsiteX44" fmla="*/ 273486 w 872543"/>
                    <a:gd name="connsiteY44" fmla="*/ 192635 h 254134"/>
                    <a:gd name="connsiteX45" fmla="*/ 232378 w 872543"/>
                    <a:gd name="connsiteY45" fmla="*/ 187205 h 254134"/>
                    <a:gd name="connsiteX46" fmla="*/ 152293 w 872543"/>
                    <a:gd name="connsiteY46" fmla="*/ 164267 h 254134"/>
                    <a:gd name="connsiteX47" fmla="*/ 118955 w 872543"/>
                    <a:gd name="connsiteY47" fmla="*/ 147396 h 254134"/>
                    <a:gd name="connsiteX48" fmla="*/ 95517 w 872543"/>
                    <a:gd name="connsiteY48" fmla="*/ 127468 h 254134"/>
                    <a:gd name="connsiteX49" fmla="*/ 95694 w 872543"/>
                    <a:gd name="connsiteY49" fmla="*/ 127371 h 254134"/>
                    <a:gd name="connsiteX50" fmla="*/ 155367 w 872543"/>
                    <a:gd name="connsiteY50" fmla="*/ 116971 h 254134"/>
                    <a:gd name="connsiteX51" fmla="*/ 229490 w 872543"/>
                    <a:gd name="connsiteY51" fmla="*/ 130582 h 254134"/>
                    <a:gd name="connsiteX52" fmla="*/ 266233 w 872543"/>
                    <a:gd name="connsiteY52" fmla="*/ 144976 h 254134"/>
                    <a:gd name="connsiteX53" fmla="*/ 297360 w 872543"/>
                    <a:gd name="connsiteY53" fmla="*/ 165122 h 254134"/>
                    <a:gd name="connsiteX54" fmla="*/ 300918 w 872543"/>
                    <a:gd name="connsiteY54" fmla="*/ 168422 h 254134"/>
                    <a:gd name="connsiteX55" fmla="*/ 299982 w 872543"/>
                    <a:gd name="connsiteY55" fmla="*/ 176942 h 254134"/>
                    <a:gd name="connsiteX56" fmla="*/ 301281 w 872543"/>
                    <a:gd name="connsiteY56" fmla="*/ 191158 h 254134"/>
                    <a:gd name="connsiteX57" fmla="*/ 273486 w 872543"/>
                    <a:gd name="connsiteY57" fmla="*/ 192635 h 254134"/>
                    <a:gd name="connsiteX58" fmla="*/ 738781 w 872543"/>
                    <a:gd name="connsiteY58" fmla="*/ 148703 h 254134"/>
                    <a:gd name="connsiteX59" fmla="*/ 691687 w 872543"/>
                    <a:gd name="connsiteY59" fmla="*/ 168922 h 254134"/>
                    <a:gd name="connsiteX60" fmla="*/ 583960 w 872543"/>
                    <a:gd name="connsiteY60" fmla="*/ 193571 h 254134"/>
                    <a:gd name="connsiteX61" fmla="*/ 529080 w 872543"/>
                    <a:gd name="connsiteY61" fmla="*/ 198678 h 254134"/>
                    <a:gd name="connsiteX62" fmla="*/ 478718 w 872543"/>
                    <a:gd name="connsiteY62" fmla="*/ 193296 h 254134"/>
                    <a:gd name="connsiteX63" fmla="*/ 469697 w 872543"/>
                    <a:gd name="connsiteY63" fmla="*/ 189682 h 254134"/>
                    <a:gd name="connsiteX64" fmla="*/ 467261 w 872543"/>
                    <a:gd name="connsiteY64" fmla="*/ 187866 h 254134"/>
                    <a:gd name="connsiteX65" fmla="*/ 465502 w 872543"/>
                    <a:gd name="connsiteY65" fmla="*/ 186301 h 254134"/>
                    <a:gd name="connsiteX66" fmla="*/ 464768 w 872543"/>
                    <a:gd name="connsiteY66" fmla="*/ 181759 h 254134"/>
                    <a:gd name="connsiteX67" fmla="*/ 489698 w 872543"/>
                    <a:gd name="connsiteY67" fmla="*/ 150656 h 254134"/>
                    <a:gd name="connsiteX68" fmla="*/ 532234 w 872543"/>
                    <a:gd name="connsiteY68" fmla="*/ 123046 h 254134"/>
                    <a:gd name="connsiteX69" fmla="*/ 581701 w 872543"/>
                    <a:gd name="connsiteY69" fmla="*/ 103537 h 254134"/>
                    <a:gd name="connsiteX70" fmla="*/ 683167 w 872543"/>
                    <a:gd name="connsiteY70" fmla="*/ 84327 h 254134"/>
                    <a:gd name="connsiteX71" fmla="*/ 771966 w 872543"/>
                    <a:gd name="connsiteY71" fmla="*/ 99454 h 254134"/>
                    <a:gd name="connsiteX72" fmla="*/ 783108 w 872543"/>
                    <a:gd name="connsiteY72" fmla="*/ 107499 h 254134"/>
                    <a:gd name="connsiteX73" fmla="*/ 784988 w 872543"/>
                    <a:gd name="connsiteY73" fmla="*/ 109589 h 254134"/>
                    <a:gd name="connsiteX74" fmla="*/ 776532 w 872543"/>
                    <a:gd name="connsiteY74" fmla="*/ 121150 h 254134"/>
                    <a:gd name="connsiteX75" fmla="*/ 738781 w 872543"/>
                    <a:gd name="connsiteY75" fmla="*/ 148703 h 254134"/>
                    <a:gd name="connsiteX76" fmla="*/ 785431 w 872543"/>
                    <a:gd name="connsiteY76" fmla="*/ 108830 h 254134"/>
                    <a:gd name="connsiteX77" fmla="*/ 785230 w 872543"/>
                    <a:gd name="connsiteY77" fmla="*/ 109177 h 254134"/>
                    <a:gd name="connsiteX78" fmla="*/ 785206 w 872543"/>
                    <a:gd name="connsiteY78" fmla="*/ 108830 h 254134"/>
                    <a:gd name="connsiteX79" fmla="*/ 785851 w 872543"/>
                    <a:gd name="connsiteY79" fmla="*/ 106571 h 254134"/>
                    <a:gd name="connsiteX80" fmla="*/ 785431 w 872543"/>
                    <a:gd name="connsiteY80" fmla="*/ 108830 h 254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</a:cxnLst>
                  <a:rect l="l" t="t" r="r" b="b"/>
                  <a:pathLst>
                    <a:path w="872543" h="254134">
                      <a:moveTo>
                        <a:pt x="871963" y="96776"/>
                      </a:moveTo>
                      <a:cubicBezTo>
                        <a:pt x="869212" y="75710"/>
                        <a:pt x="859006" y="59404"/>
                        <a:pt x="848380" y="47423"/>
                      </a:cubicBezTo>
                      <a:cubicBezTo>
                        <a:pt x="837407" y="35627"/>
                        <a:pt x="825377" y="27478"/>
                        <a:pt x="813477" y="21153"/>
                      </a:cubicBezTo>
                      <a:cubicBezTo>
                        <a:pt x="789401" y="8776"/>
                        <a:pt x="765479" y="4023"/>
                        <a:pt x="742952" y="1466"/>
                      </a:cubicBezTo>
                      <a:cubicBezTo>
                        <a:pt x="720281" y="-1060"/>
                        <a:pt x="698367" y="-2"/>
                        <a:pt x="676833" y="2224"/>
                      </a:cubicBezTo>
                      <a:cubicBezTo>
                        <a:pt x="633628" y="7009"/>
                        <a:pt x="592149" y="21282"/>
                        <a:pt x="555261" y="38685"/>
                      </a:cubicBezTo>
                      <a:cubicBezTo>
                        <a:pt x="536688" y="47729"/>
                        <a:pt x="519866" y="55717"/>
                        <a:pt x="500276" y="68085"/>
                      </a:cubicBezTo>
                      <a:cubicBezTo>
                        <a:pt x="482033" y="79930"/>
                        <a:pt x="465712" y="93427"/>
                        <a:pt x="450358" y="109153"/>
                      </a:cubicBezTo>
                      <a:cubicBezTo>
                        <a:pt x="444686" y="114808"/>
                        <a:pt x="439336" y="121191"/>
                        <a:pt x="434165" y="127968"/>
                      </a:cubicBezTo>
                      <a:cubicBezTo>
                        <a:pt x="420296" y="111864"/>
                        <a:pt x="400060" y="101391"/>
                        <a:pt x="377139" y="101182"/>
                      </a:cubicBezTo>
                      <a:cubicBezTo>
                        <a:pt x="359937" y="101028"/>
                        <a:pt x="344172" y="106773"/>
                        <a:pt x="331311" y="116244"/>
                      </a:cubicBezTo>
                      <a:cubicBezTo>
                        <a:pt x="321968" y="106433"/>
                        <a:pt x="312197" y="97365"/>
                        <a:pt x="301160" y="89297"/>
                      </a:cubicBezTo>
                      <a:cubicBezTo>
                        <a:pt x="285725" y="78397"/>
                        <a:pt x="273341" y="71692"/>
                        <a:pt x="259148" y="63721"/>
                      </a:cubicBezTo>
                      <a:cubicBezTo>
                        <a:pt x="231128" y="48246"/>
                        <a:pt x="198282" y="35304"/>
                        <a:pt x="163677" y="30375"/>
                      </a:cubicBezTo>
                      <a:cubicBezTo>
                        <a:pt x="146435" y="28035"/>
                        <a:pt x="128742" y="26615"/>
                        <a:pt x="110136" y="28406"/>
                      </a:cubicBezTo>
                      <a:cubicBezTo>
                        <a:pt x="91668" y="30254"/>
                        <a:pt x="71457" y="33908"/>
                        <a:pt x="50778" y="44841"/>
                      </a:cubicBezTo>
                      <a:cubicBezTo>
                        <a:pt x="40572" y="50472"/>
                        <a:pt x="30075" y="57540"/>
                        <a:pt x="20579" y="68473"/>
                      </a:cubicBezTo>
                      <a:cubicBezTo>
                        <a:pt x="11325" y="79284"/>
                        <a:pt x="2627" y="94339"/>
                        <a:pt x="400" y="113187"/>
                      </a:cubicBezTo>
                      <a:cubicBezTo>
                        <a:pt x="-608" y="122385"/>
                        <a:pt x="360" y="132704"/>
                        <a:pt x="2506" y="140603"/>
                      </a:cubicBezTo>
                      <a:cubicBezTo>
                        <a:pt x="4725" y="148671"/>
                        <a:pt x="7871" y="155860"/>
                        <a:pt x="11510" y="161927"/>
                      </a:cubicBezTo>
                      <a:cubicBezTo>
                        <a:pt x="18901" y="173876"/>
                        <a:pt x="27219" y="182243"/>
                        <a:pt x="35352" y="188956"/>
                      </a:cubicBezTo>
                      <a:cubicBezTo>
                        <a:pt x="51755" y="202107"/>
                        <a:pt x="67907" y="209925"/>
                        <a:pt x="83794" y="216630"/>
                      </a:cubicBezTo>
                      <a:cubicBezTo>
                        <a:pt x="99833" y="223173"/>
                        <a:pt x="116123" y="228377"/>
                        <a:pt x="132582" y="232081"/>
                      </a:cubicBezTo>
                      <a:cubicBezTo>
                        <a:pt x="164855" y="239100"/>
                        <a:pt x="194764" y="240987"/>
                        <a:pt x="225988" y="242182"/>
                      </a:cubicBezTo>
                      <a:cubicBezTo>
                        <a:pt x="241487" y="242746"/>
                        <a:pt x="257091" y="242860"/>
                        <a:pt x="273018" y="242739"/>
                      </a:cubicBezTo>
                      <a:cubicBezTo>
                        <a:pt x="289025" y="242319"/>
                        <a:pt x="305218" y="241972"/>
                        <a:pt x="324179" y="237155"/>
                      </a:cubicBezTo>
                      <a:cubicBezTo>
                        <a:pt x="325260" y="236873"/>
                        <a:pt x="326446" y="236413"/>
                        <a:pt x="327583" y="236042"/>
                      </a:cubicBezTo>
                      <a:cubicBezTo>
                        <a:pt x="340686" y="247023"/>
                        <a:pt x="357307" y="253961"/>
                        <a:pt x="375743" y="254131"/>
                      </a:cubicBezTo>
                      <a:cubicBezTo>
                        <a:pt x="399286" y="254348"/>
                        <a:pt x="420182" y="243666"/>
                        <a:pt x="434358" y="227054"/>
                      </a:cubicBezTo>
                      <a:cubicBezTo>
                        <a:pt x="435278" y="227707"/>
                        <a:pt x="436182" y="228393"/>
                        <a:pt x="437126" y="229030"/>
                      </a:cubicBezTo>
                      <a:cubicBezTo>
                        <a:pt x="440289" y="231072"/>
                        <a:pt x="443830" y="233710"/>
                        <a:pt x="446840" y="234912"/>
                      </a:cubicBezTo>
                      <a:cubicBezTo>
                        <a:pt x="452762" y="237196"/>
                        <a:pt x="459346" y="240391"/>
                        <a:pt x="464816" y="241327"/>
                      </a:cubicBezTo>
                      <a:cubicBezTo>
                        <a:pt x="487730" y="247233"/>
                        <a:pt x="508336" y="248080"/>
                        <a:pt x="528797" y="248790"/>
                      </a:cubicBezTo>
                      <a:cubicBezTo>
                        <a:pt x="549153" y="249129"/>
                        <a:pt x="569195" y="248911"/>
                        <a:pt x="589147" y="248152"/>
                      </a:cubicBezTo>
                      <a:cubicBezTo>
                        <a:pt x="629263" y="246595"/>
                        <a:pt x="667966" y="243166"/>
                        <a:pt x="708953" y="235001"/>
                      </a:cubicBezTo>
                      <a:cubicBezTo>
                        <a:pt x="729720" y="230644"/>
                        <a:pt x="750302" y="224440"/>
                        <a:pt x="770336" y="216242"/>
                      </a:cubicBezTo>
                      <a:cubicBezTo>
                        <a:pt x="790264" y="208005"/>
                        <a:pt x="810370" y="198476"/>
                        <a:pt x="830315" y="183050"/>
                      </a:cubicBezTo>
                      <a:cubicBezTo>
                        <a:pt x="840207" y="175183"/>
                        <a:pt x="850219" y="165566"/>
                        <a:pt x="859006" y="151922"/>
                      </a:cubicBezTo>
                      <a:cubicBezTo>
                        <a:pt x="863322" y="145048"/>
                        <a:pt x="867098" y="136835"/>
                        <a:pt x="869688" y="127653"/>
                      </a:cubicBezTo>
                      <a:cubicBezTo>
                        <a:pt x="872326" y="118730"/>
                        <a:pt x="873262" y="106886"/>
                        <a:pt x="871963" y="96776"/>
                      </a:cubicBezTo>
                      <a:close/>
                      <a:moveTo>
                        <a:pt x="91402" y="119585"/>
                      </a:moveTo>
                      <a:cubicBezTo>
                        <a:pt x="91717" y="120045"/>
                        <a:pt x="91983" y="121384"/>
                        <a:pt x="92144" y="122796"/>
                      </a:cubicBezTo>
                      <a:cubicBezTo>
                        <a:pt x="91055" y="120948"/>
                        <a:pt x="90313" y="119367"/>
                        <a:pt x="90450" y="118762"/>
                      </a:cubicBezTo>
                      <a:cubicBezTo>
                        <a:pt x="90571" y="118359"/>
                        <a:pt x="91015" y="118649"/>
                        <a:pt x="91402" y="119585"/>
                      </a:cubicBezTo>
                      <a:close/>
                      <a:moveTo>
                        <a:pt x="273486" y="192635"/>
                      </a:moveTo>
                      <a:cubicBezTo>
                        <a:pt x="259963" y="192062"/>
                        <a:pt x="246142" y="190029"/>
                        <a:pt x="232378" y="187205"/>
                      </a:cubicBezTo>
                      <a:cubicBezTo>
                        <a:pt x="205140" y="181267"/>
                        <a:pt x="176828" y="172964"/>
                        <a:pt x="152293" y="164267"/>
                      </a:cubicBezTo>
                      <a:cubicBezTo>
                        <a:pt x="140457" y="159749"/>
                        <a:pt x="129193" y="154174"/>
                        <a:pt x="118955" y="147396"/>
                      </a:cubicBezTo>
                      <a:cubicBezTo>
                        <a:pt x="109394" y="141135"/>
                        <a:pt x="100914" y="133978"/>
                        <a:pt x="95517" y="127468"/>
                      </a:cubicBezTo>
                      <a:cubicBezTo>
                        <a:pt x="95581" y="127435"/>
                        <a:pt x="95622" y="127403"/>
                        <a:pt x="95694" y="127371"/>
                      </a:cubicBezTo>
                      <a:cubicBezTo>
                        <a:pt x="106344" y="120351"/>
                        <a:pt x="131646" y="116334"/>
                        <a:pt x="155367" y="116971"/>
                      </a:cubicBezTo>
                      <a:cubicBezTo>
                        <a:pt x="179531" y="117479"/>
                        <a:pt x="203800" y="121989"/>
                        <a:pt x="229490" y="130582"/>
                      </a:cubicBezTo>
                      <a:cubicBezTo>
                        <a:pt x="242052" y="134882"/>
                        <a:pt x="256599" y="140361"/>
                        <a:pt x="266233" y="144976"/>
                      </a:cubicBezTo>
                      <a:cubicBezTo>
                        <a:pt x="277165" y="150349"/>
                        <a:pt x="288073" y="157481"/>
                        <a:pt x="297360" y="165122"/>
                      </a:cubicBezTo>
                      <a:cubicBezTo>
                        <a:pt x="298626" y="166163"/>
                        <a:pt x="299740" y="167309"/>
                        <a:pt x="300918" y="168422"/>
                      </a:cubicBezTo>
                      <a:cubicBezTo>
                        <a:pt x="300571" y="171254"/>
                        <a:pt x="300006" y="174021"/>
                        <a:pt x="299982" y="176942"/>
                      </a:cubicBezTo>
                      <a:cubicBezTo>
                        <a:pt x="299934" y="181807"/>
                        <a:pt x="300458" y="186535"/>
                        <a:pt x="301281" y="191158"/>
                      </a:cubicBezTo>
                      <a:cubicBezTo>
                        <a:pt x="292995" y="192651"/>
                        <a:pt x="283208" y="193199"/>
                        <a:pt x="273486" y="192635"/>
                      </a:cubicBezTo>
                      <a:close/>
                      <a:moveTo>
                        <a:pt x="738781" y="148703"/>
                      </a:moveTo>
                      <a:cubicBezTo>
                        <a:pt x="723952" y="156771"/>
                        <a:pt x="708138" y="163540"/>
                        <a:pt x="691687" y="168922"/>
                      </a:cubicBezTo>
                      <a:cubicBezTo>
                        <a:pt x="657969" y="179322"/>
                        <a:pt x="620372" y="187366"/>
                        <a:pt x="583960" y="193571"/>
                      </a:cubicBezTo>
                      <a:cubicBezTo>
                        <a:pt x="565604" y="196362"/>
                        <a:pt x="547201" y="198307"/>
                        <a:pt x="529080" y="198678"/>
                      </a:cubicBezTo>
                      <a:cubicBezTo>
                        <a:pt x="511152" y="199073"/>
                        <a:pt x="492966" y="197524"/>
                        <a:pt x="478718" y="193296"/>
                      </a:cubicBezTo>
                      <a:cubicBezTo>
                        <a:pt x="474659" y="192481"/>
                        <a:pt x="472787" y="190690"/>
                        <a:pt x="469697" y="189682"/>
                      </a:cubicBezTo>
                      <a:cubicBezTo>
                        <a:pt x="468229" y="189101"/>
                        <a:pt x="468172" y="188334"/>
                        <a:pt x="467261" y="187866"/>
                      </a:cubicBezTo>
                      <a:cubicBezTo>
                        <a:pt x="466510" y="187374"/>
                        <a:pt x="465574" y="186995"/>
                        <a:pt x="465502" y="186301"/>
                      </a:cubicBezTo>
                      <a:cubicBezTo>
                        <a:pt x="463541" y="183606"/>
                        <a:pt x="464235" y="185220"/>
                        <a:pt x="464768" y="181759"/>
                      </a:cubicBezTo>
                      <a:cubicBezTo>
                        <a:pt x="466543" y="174772"/>
                        <a:pt x="477152" y="160902"/>
                        <a:pt x="489698" y="150656"/>
                      </a:cubicBezTo>
                      <a:cubicBezTo>
                        <a:pt x="502422" y="140095"/>
                        <a:pt x="517203" y="130509"/>
                        <a:pt x="532234" y="123046"/>
                      </a:cubicBezTo>
                      <a:cubicBezTo>
                        <a:pt x="546039" y="116269"/>
                        <a:pt x="564862" y="109435"/>
                        <a:pt x="581701" y="103537"/>
                      </a:cubicBezTo>
                      <a:cubicBezTo>
                        <a:pt x="615894" y="91693"/>
                        <a:pt x="649514" y="85190"/>
                        <a:pt x="683167" y="84327"/>
                      </a:cubicBezTo>
                      <a:cubicBezTo>
                        <a:pt x="716287" y="83334"/>
                        <a:pt x="751537" y="87812"/>
                        <a:pt x="771966" y="99454"/>
                      </a:cubicBezTo>
                      <a:cubicBezTo>
                        <a:pt x="777041" y="102117"/>
                        <a:pt x="780905" y="105248"/>
                        <a:pt x="783108" y="107499"/>
                      </a:cubicBezTo>
                      <a:cubicBezTo>
                        <a:pt x="784149" y="108531"/>
                        <a:pt x="784697" y="109265"/>
                        <a:pt x="784988" y="109589"/>
                      </a:cubicBezTo>
                      <a:cubicBezTo>
                        <a:pt x="783713" y="112517"/>
                        <a:pt x="780816" y="116761"/>
                        <a:pt x="776532" y="121150"/>
                      </a:cubicBezTo>
                      <a:cubicBezTo>
                        <a:pt x="767246" y="130840"/>
                        <a:pt x="753586" y="140538"/>
                        <a:pt x="738781" y="148703"/>
                      </a:cubicBezTo>
                      <a:close/>
                      <a:moveTo>
                        <a:pt x="785431" y="108830"/>
                      </a:moveTo>
                      <a:cubicBezTo>
                        <a:pt x="785399" y="108919"/>
                        <a:pt x="785270" y="109080"/>
                        <a:pt x="785230" y="109177"/>
                      </a:cubicBezTo>
                      <a:cubicBezTo>
                        <a:pt x="785214" y="109048"/>
                        <a:pt x="785222" y="109015"/>
                        <a:pt x="785206" y="108830"/>
                      </a:cubicBezTo>
                      <a:cubicBezTo>
                        <a:pt x="785141" y="108225"/>
                        <a:pt x="785754" y="106175"/>
                        <a:pt x="785851" y="106571"/>
                      </a:cubicBezTo>
                      <a:cubicBezTo>
                        <a:pt x="785948" y="106676"/>
                        <a:pt x="786020" y="107418"/>
                        <a:pt x="785431" y="10883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BC47"/>
                    </a:gs>
                    <a:gs pos="53850">
                      <a:srgbClr val="FFCC5E"/>
                    </a:gs>
                    <a:gs pos="100000">
                      <a:srgbClr val="FFDD75"/>
                    </a:gs>
                  </a:gsLst>
                  <a:lin ang="16097930" scaled="1"/>
                </a:gra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3" name="组合 612">
                <a:extLst>
                  <a:ext uri="{FF2B5EF4-FFF2-40B4-BE49-F238E27FC236}">
                    <a16:creationId xmlns:a16="http://schemas.microsoft.com/office/drawing/2014/main" id="{35009895-C273-9888-D519-3A781F2F2CC1}"/>
                  </a:ext>
                </a:extLst>
              </p:cNvPr>
              <p:cNvGrpSpPr/>
              <p:nvPr/>
            </p:nvGrpSpPr>
            <p:grpSpPr>
              <a:xfrm>
                <a:off x="4551013" y="5215212"/>
                <a:ext cx="773937" cy="706420"/>
                <a:chOff x="4551013" y="5215212"/>
                <a:chExt cx="773937" cy="706420"/>
              </a:xfrm>
            </p:grpSpPr>
            <p:grpSp>
              <p:nvGrpSpPr>
                <p:cNvPr id="821" name="组合 820">
                  <a:extLst>
                    <a:ext uri="{FF2B5EF4-FFF2-40B4-BE49-F238E27FC236}">
                      <a16:creationId xmlns:a16="http://schemas.microsoft.com/office/drawing/2014/main" id="{7A640D21-15D2-3F5F-A07A-1167966C234D}"/>
                    </a:ext>
                  </a:extLst>
                </p:cNvPr>
                <p:cNvGrpSpPr/>
                <p:nvPr/>
              </p:nvGrpSpPr>
              <p:grpSpPr>
                <a:xfrm>
                  <a:off x="4581858" y="5407524"/>
                  <a:ext cx="717968" cy="514107"/>
                  <a:chOff x="4581858" y="5407524"/>
                  <a:chExt cx="717968" cy="514107"/>
                </a:xfrm>
              </p:grpSpPr>
              <p:sp>
                <p:nvSpPr>
                  <p:cNvPr id="829" name="任意多边形 828">
                    <a:extLst>
                      <a:ext uri="{FF2B5EF4-FFF2-40B4-BE49-F238E27FC236}">
                        <a16:creationId xmlns:a16="http://schemas.microsoft.com/office/drawing/2014/main" id="{6243492A-76B4-1B90-03C4-BA1052E2EE9F}"/>
                      </a:ext>
                    </a:extLst>
                  </p:cNvPr>
                  <p:cNvSpPr/>
                  <p:nvPr/>
                </p:nvSpPr>
                <p:spPr>
                  <a:xfrm>
                    <a:off x="4581858" y="5407524"/>
                    <a:ext cx="237391" cy="514107"/>
                  </a:xfrm>
                  <a:custGeom>
                    <a:avLst/>
                    <a:gdLst>
                      <a:gd name="connsiteX0" fmla="*/ 0 w 237391"/>
                      <a:gd name="connsiteY0" fmla="*/ 0 h 514107"/>
                      <a:gd name="connsiteX1" fmla="*/ 0 w 237391"/>
                      <a:gd name="connsiteY1" fmla="*/ 302777 h 514107"/>
                      <a:gd name="connsiteX2" fmla="*/ 237392 w 237391"/>
                      <a:gd name="connsiteY2" fmla="*/ 514108 h 514107"/>
                      <a:gd name="connsiteX3" fmla="*/ 237392 w 237391"/>
                      <a:gd name="connsiteY3" fmla="*/ 158024 h 5141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7391" h="514107">
                        <a:moveTo>
                          <a:pt x="0" y="0"/>
                        </a:moveTo>
                        <a:lnTo>
                          <a:pt x="0" y="302777"/>
                        </a:lnTo>
                        <a:lnTo>
                          <a:pt x="237392" y="514108"/>
                        </a:lnTo>
                        <a:lnTo>
                          <a:pt x="237392" y="15802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F5C5C"/>
                      </a:gs>
                      <a:gs pos="11280">
                        <a:srgbClr val="FF6161"/>
                      </a:gs>
                      <a:gs pos="100000">
                        <a:srgbClr val="FF8787"/>
                      </a:gs>
                    </a:gsLst>
                    <a:lin ang="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0" name="任意多边形 829">
                    <a:extLst>
                      <a:ext uri="{FF2B5EF4-FFF2-40B4-BE49-F238E27FC236}">
                        <a16:creationId xmlns:a16="http://schemas.microsoft.com/office/drawing/2014/main" id="{085BF152-0DF8-AEF1-E212-52A2179023DE}"/>
                      </a:ext>
                    </a:extLst>
                  </p:cNvPr>
                  <p:cNvSpPr/>
                  <p:nvPr/>
                </p:nvSpPr>
                <p:spPr>
                  <a:xfrm>
                    <a:off x="4819250" y="5501858"/>
                    <a:ext cx="480576" cy="419773"/>
                  </a:xfrm>
                  <a:custGeom>
                    <a:avLst/>
                    <a:gdLst>
                      <a:gd name="connsiteX0" fmla="*/ 0 w 480576"/>
                      <a:gd name="connsiteY0" fmla="*/ 63691 h 419773"/>
                      <a:gd name="connsiteX1" fmla="*/ 0 w 480576"/>
                      <a:gd name="connsiteY1" fmla="*/ 419774 h 419773"/>
                      <a:gd name="connsiteX2" fmla="*/ 480576 w 480576"/>
                      <a:gd name="connsiteY2" fmla="*/ 348733 h 419773"/>
                      <a:gd name="connsiteX3" fmla="*/ 480576 w 480576"/>
                      <a:gd name="connsiteY3" fmla="*/ 0 h 4197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0576" h="419773">
                        <a:moveTo>
                          <a:pt x="0" y="63691"/>
                        </a:moveTo>
                        <a:lnTo>
                          <a:pt x="0" y="419774"/>
                        </a:lnTo>
                        <a:lnTo>
                          <a:pt x="480576" y="348733"/>
                        </a:lnTo>
                        <a:lnTo>
                          <a:pt x="48057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FF5C5C"/>
                      </a:gs>
                      <a:gs pos="11280">
                        <a:srgbClr val="FF6161"/>
                      </a:gs>
                      <a:gs pos="100000">
                        <a:srgbClr val="FF8787"/>
                      </a:gs>
                    </a:gsLst>
                    <a:lin ang="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22" name="任意多边形 821">
                  <a:extLst>
                    <a:ext uri="{FF2B5EF4-FFF2-40B4-BE49-F238E27FC236}">
                      <a16:creationId xmlns:a16="http://schemas.microsoft.com/office/drawing/2014/main" id="{89615078-1F1C-13B7-A7CA-AF0024D34E0A}"/>
                    </a:ext>
                  </a:extLst>
                </p:cNvPr>
                <p:cNvSpPr/>
                <p:nvPr/>
              </p:nvSpPr>
              <p:spPr>
                <a:xfrm>
                  <a:off x="4551013" y="5312037"/>
                  <a:ext cx="279854" cy="348588"/>
                </a:xfrm>
                <a:custGeom>
                  <a:avLst/>
                  <a:gdLst>
                    <a:gd name="connsiteX0" fmla="*/ 279855 w 279854"/>
                    <a:gd name="connsiteY0" fmla="*/ 348588 h 348588"/>
                    <a:gd name="connsiteX1" fmla="*/ 0 w 279854"/>
                    <a:gd name="connsiteY1" fmla="*/ 133699 h 348588"/>
                    <a:gd name="connsiteX2" fmla="*/ 81 w 279854"/>
                    <a:gd name="connsiteY2" fmla="*/ 0 h 348588"/>
                    <a:gd name="connsiteX3" fmla="*/ 279717 w 279854"/>
                    <a:gd name="connsiteY3" fmla="*/ 201658 h 348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9854" h="348588">
                      <a:moveTo>
                        <a:pt x="279855" y="348588"/>
                      </a:moveTo>
                      <a:lnTo>
                        <a:pt x="0" y="133699"/>
                      </a:lnTo>
                      <a:lnTo>
                        <a:pt x="81" y="0"/>
                      </a:lnTo>
                      <a:lnTo>
                        <a:pt x="279717" y="201658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5C5C"/>
                    </a:gs>
                    <a:gs pos="11280">
                      <a:srgbClr val="FF6161"/>
                    </a:gs>
                    <a:gs pos="100000">
                      <a:srgbClr val="FF8787"/>
                    </a:gs>
                  </a:gsLst>
                  <a:lin ang="0" scaled="1"/>
                </a:gra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3" name="任意多边形 822">
                  <a:extLst>
                    <a:ext uri="{FF2B5EF4-FFF2-40B4-BE49-F238E27FC236}">
                      <a16:creationId xmlns:a16="http://schemas.microsoft.com/office/drawing/2014/main" id="{B951310D-E9B0-825E-8938-32611D9DAB70}"/>
                    </a:ext>
                  </a:extLst>
                </p:cNvPr>
                <p:cNvSpPr/>
                <p:nvPr/>
              </p:nvSpPr>
              <p:spPr>
                <a:xfrm>
                  <a:off x="4830731" y="5449988"/>
                  <a:ext cx="494220" cy="210637"/>
                </a:xfrm>
                <a:custGeom>
                  <a:avLst/>
                  <a:gdLst>
                    <a:gd name="connsiteX0" fmla="*/ 494220 w 494220"/>
                    <a:gd name="connsiteY0" fmla="*/ 146301 h 210637"/>
                    <a:gd name="connsiteX1" fmla="*/ 137 w 494220"/>
                    <a:gd name="connsiteY1" fmla="*/ 210637 h 210637"/>
                    <a:gd name="connsiteX2" fmla="*/ 0 w 494220"/>
                    <a:gd name="connsiteY2" fmla="*/ 63707 h 210637"/>
                    <a:gd name="connsiteX3" fmla="*/ 494107 w 494220"/>
                    <a:gd name="connsiteY3" fmla="*/ 0 h 210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4220" h="210637">
                      <a:moveTo>
                        <a:pt x="494220" y="146301"/>
                      </a:moveTo>
                      <a:lnTo>
                        <a:pt x="137" y="210637"/>
                      </a:lnTo>
                      <a:lnTo>
                        <a:pt x="0" y="63707"/>
                      </a:lnTo>
                      <a:lnTo>
                        <a:pt x="49410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5C5C"/>
                    </a:gs>
                    <a:gs pos="11280">
                      <a:srgbClr val="FF6161"/>
                    </a:gs>
                    <a:gs pos="100000">
                      <a:srgbClr val="FF8787"/>
                    </a:gs>
                  </a:gsLst>
                  <a:lin ang="0" scaled="1"/>
                </a:gra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4" name="任意多边形 823">
                  <a:extLst>
                    <a:ext uri="{FF2B5EF4-FFF2-40B4-BE49-F238E27FC236}">
                      <a16:creationId xmlns:a16="http://schemas.microsoft.com/office/drawing/2014/main" id="{6A2B5A0D-8933-24F4-3D46-A3EFBB64816A}"/>
                    </a:ext>
                  </a:extLst>
                </p:cNvPr>
                <p:cNvSpPr/>
                <p:nvPr/>
              </p:nvSpPr>
              <p:spPr>
                <a:xfrm>
                  <a:off x="4551094" y="5258674"/>
                  <a:ext cx="773743" cy="255020"/>
                </a:xfrm>
                <a:custGeom>
                  <a:avLst/>
                  <a:gdLst>
                    <a:gd name="connsiteX0" fmla="*/ 0 w 773743"/>
                    <a:gd name="connsiteY0" fmla="*/ 53363 h 255020"/>
                    <a:gd name="connsiteX1" fmla="*/ 493365 w 773743"/>
                    <a:gd name="connsiteY1" fmla="*/ 0 h 255020"/>
                    <a:gd name="connsiteX2" fmla="*/ 773744 w 773743"/>
                    <a:gd name="connsiteY2" fmla="*/ 191314 h 255020"/>
                    <a:gd name="connsiteX3" fmla="*/ 279637 w 773743"/>
                    <a:gd name="connsiteY3" fmla="*/ 255021 h 255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3743" h="255020">
                      <a:moveTo>
                        <a:pt x="0" y="53363"/>
                      </a:moveTo>
                      <a:lnTo>
                        <a:pt x="493365" y="0"/>
                      </a:lnTo>
                      <a:lnTo>
                        <a:pt x="773744" y="191314"/>
                      </a:lnTo>
                      <a:lnTo>
                        <a:pt x="279637" y="25502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5C5C"/>
                    </a:gs>
                    <a:gs pos="11280">
                      <a:srgbClr val="FF6161"/>
                    </a:gs>
                    <a:gs pos="100000">
                      <a:srgbClr val="FF8787"/>
                    </a:gs>
                  </a:gsLst>
                  <a:lin ang="0" scaled="1"/>
                </a:gra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5" name="任意多边形 824">
                  <a:extLst>
                    <a:ext uri="{FF2B5EF4-FFF2-40B4-BE49-F238E27FC236}">
                      <a16:creationId xmlns:a16="http://schemas.microsoft.com/office/drawing/2014/main" id="{734019AD-F8BC-A41E-AF32-BFFDED094B22}"/>
                    </a:ext>
                  </a:extLst>
                </p:cNvPr>
                <p:cNvSpPr/>
                <p:nvPr/>
              </p:nvSpPr>
              <p:spPr>
                <a:xfrm>
                  <a:off x="4750976" y="5281773"/>
                  <a:ext cx="374245" cy="205328"/>
                </a:xfrm>
                <a:custGeom>
                  <a:avLst/>
                  <a:gdLst>
                    <a:gd name="connsiteX0" fmla="*/ 79892 w 374245"/>
                    <a:gd name="connsiteY0" fmla="*/ 0 h 205328"/>
                    <a:gd name="connsiteX1" fmla="*/ 0 w 374245"/>
                    <a:gd name="connsiteY1" fmla="*/ 10118 h 205328"/>
                    <a:gd name="connsiteX2" fmla="*/ 285995 w 374245"/>
                    <a:gd name="connsiteY2" fmla="*/ 205328 h 205328"/>
                    <a:gd name="connsiteX3" fmla="*/ 374245 w 374245"/>
                    <a:gd name="connsiteY3" fmla="*/ 193952 h 20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4245" h="205328">
                      <a:moveTo>
                        <a:pt x="79892" y="0"/>
                      </a:moveTo>
                      <a:lnTo>
                        <a:pt x="0" y="10118"/>
                      </a:lnTo>
                      <a:lnTo>
                        <a:pt x="285995" y="205328"/>
                      </a:lnTo>
                      <a:lnTo>
                        <a:pt x="374245" y="19395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BC47"/>
                    </a:gs>
                    <a:gs pos="53850">
                      <a:srgbClr val="FFCC5E"/>
                    </a:gs>
                    <a:gs pos="100000">
                      <a:srgbClr val="FFDD75"/>
                    </a:gs>
                  </a:gsLst>
                  <a:lin ang="0" scaled="1"/>
                </a:gra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6" name="任意多边形 825">
                  <a:extLst>
                    <a:ext uri="{FF2B5EF4-FFF2-40B4-BE49-F238E27FC236}">
                      <a16:creationId xmlns:a16="http://schemas.microsoft.com/office/drawing/2014/main" id="{9BDA749A-180A-C4AF-F9C7-D2F02C464250}"/>
                    </a:ext>
                  </a:extLst>
                </p:cNvPr>
                <p:cNvSpPr/>
                <p:nvPr/>
              </p:nvSpPr>
              <p:spPr>
                <a:xfrm>
                  <a:off x="5036971" y="5475725"/>
                  <a:ext cx="89855" cy="157604"/>
                </a:xfrm>
                <a:custGeom>
                  <a:avLst/>
                  <a:gdLst>
                    <a:gd name="connsiteX0" fmla="*/ 88251 w 89855"/>
                    <a:gd name="connsiteY0" fmla="*/ 0 h 157604"/>
                    <a:gd name="connsiteX1" fmla="*/ 0 w 89855"/>
                    <a:gd name="connsiteY1" fmla="*/ 11376 h 157604"/>
                    <a:gd name="connsiteX2" fmla="*/ 0 w 89855"/>
                    <a:gd name="connsiteY2" fmla="*/ 11376 h 157604"/>
                    <a:gd name="connsiteX3" fmla="*/ 3510 w 89855"/>
                    <a:gd name="connsiteY3" fmla="*/ 157605 h 157604"/>
                    <a:gd name="connsiteX4" fmla="*/ 89856 w 89855"/>
                    <a:gd name="connsiteY4" fmla="*/ 146366 h 157604"/>
                    <a:gd name="connsiteX5" fmla="*/ 88251 w 89855"/>
                    <a:gd name="connsiteY5" fmla="*/ 0 h 157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9855" h="157604">
                      <a:moveTo>
                        <a:pt x="88251" y="0"/>
                      </a:moveTo>
                      <a:lnTo>
                        <a:pt x="0" y="11376"/>
                      </a:lnTo>
                      <a:lnTo>
                        <a:pt x="0" y="11376"/>
                      </a:lnTo>
                      <a:lnTo>
                        <a:pt x="3510" y="157605"/>
                      </a:lnTo>
                      <a:lnTo>
                        <a:pt x="89856" y="146366"/>
                      </a:lnTo>
                      <a:lnTo>
                        <a:pt x="8825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BC47"/>
                    </a:gs>
                    <a:gs pos="53850">
                      <a:srgbClr val="FFCC5E"/>
                    </a:gs>
                    <a:gs pos="100000">
                      <a:srgbClr val="FFDD75"/>
                    </a:gs>
                  </a:gsLst>
                  <a:lin ang="0" scaled="1"/>
                </a:gra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7" name="任意多边形 826">
                  <a:extLst>
                    <a:ext uri="{FF2B5EF4-FFF2-40B4-BE49-F238E27FC236}">
                      <a16:creationId xmlns:a16="http://schemas.microsoft.com/office/drawing/2014/main" id="{CAC3FA5C-C865-7AEE-0EBC-1C8C9ECD3B17}"/>
                    </a:ext>
                  </a:extLst>
                </p:cNvPr>
                <p:cNvSpPr/>
                <p:nvPr/>
              </p:nvSpPr>
              <p:spPr>
                <a:xfrm>
                  <a:off x="5030928" y="5623552"/>
                  <a:ext cx="86467" cy="266146"/>
                </a:xfrm>
                <a:custGeom>
                  <a:avLst/>
                  <a:gdLst>
                    <a:gd name="connsiteX0" fmla="*/ 0 w 86467"/>
                    <a:gd name="connsiteY0" fmla="*/ 11029 h 266146"/>
                    <a:gd name="connsiteX1" fmla="*/ 4349 w 86467"/>
                    <a:gd name="connsiteY1" fmla="*/ 266147 h 266146"/>
                    <a:gd name="connsiteX2" fmla="*/ 86467 w 86467"/>
                    <a:gd name="connsiteY2" fmla="*/ 254012 h 266146"/>
                    <a:gd name="connsiteX3" fmla="*/ 84652 w 86467"/>
                    <a:gd name="connsiteY3" fmla="*/ 0 h 2661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6467" h="266146">
                      <a:moveTo>
                        <a:pt x="0" y="11029"/>
                      </a:moveTo>
                      <a:lnTo>
                        <a:pt x="4349" y="266147"/>
                      </a:lnTo>
                      <a:lnTo>
                        <a:pt x="86467" y="254012"/>
                      </a:lnTo>
                      <a:lnTo>
                        <a:pt x="8465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BC47"/>
                    </a:gs>
                    <a:gs pos="53850">
                      <a:srgbClr val="FFCC5E"/>
                    </a:gs>
                    <a:gs pos="100000">
                      <a:srgbClr val="FFDD75"/>
                    </a:gs>
                  </a:gsLst>
                  <a:lin ang="4258402" scaled="1"/>
                </a:gra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8" name="任意多边形 827">
                  <a:extLst>
                    <a:ext uri="{FF2B5EF4-FFF2-40B4-BE49-F238E27FC236}">
                      <a16:creationId xmlns:a16="http://schemas.microsoft.com/office/drawing/2014/main" id="{1EACE1F3-13AA-CA56-4037-39E086A05B40}"/>
                    </a:ext>
                  </a:extLst>
                </p:cNvPr>
                <p:cNvSpPr/>
                <p:nvPr/>
              </p:nvSpPr>
              <p:spPr>
                <a:xfrm>
                  <a:off x="4639650" y="5215212"/>
                  <a:ext cx="656828" cy="193660"/>
                </a:xfrm>
                <a:custGeom>
                  <a:avLst/>
                  <a:gdLst>
                    <a:gd name="connsiteX0" fmla="*/ 656328 w 656828"/>
                    <a:gd name="connsiteY0" fmla="*/ 71806 h 193660"/>
                    <a:gd name="connsiteX1" fmla="*/ 638239 w 656828"/>
                    <a:gd name="connsiteY1" fmla="*/ 34813 h 193660"/>
                    <a:gd name="connsiteX2" fmla="*/ 611783 w 656828"/>
                    <a:gd name="connsiteY2" fmla="*/ 15271 h 193660"/>
                    <a:gd name="connsiteX3" fmla="*/ 558549 w 656828"/>
                    <a:gd name="connsiteY3" fmla="*/ 926 h 193660"/>
                    <a:gd name="connsiteX4" fmla="*/ 508776 w 656828"/>
                    <a:gd name="connsiteY4" fmla="*/ 1951 h 193660"/>
                    <a:gd name="connsiteX5" fmla="*/ 417500 w 656828"/>
                    <a:gd name="connsiteY5" fmla="*/ 30238 h 193660"/>
                    <a:gd name="connsiteX6" fmla="*/ 376304 w 656828"/>
                    <a:gd name="connsiteY6" fmla="*/ 52749 h 193660"/>
                    <a:gd name="connsiteX7" fmla="*/ 339004 w 656828"/>
                    <a:gd name="connsiteY7" fmla="*/ 84005 h 193660"/>
                    <a:gd name="connsiteX8" fmla="*/ 326942 w 656828"/>
                    <a:gd name="connsiteY8" fmla="*/ 98277 h 193660"/>
                    <a:gd name="connsiteX9" fmla="*/ 283826 w 656828"/>
                    <a:gd name="connsiteY9" fmla="*/ 78502 h 193660"/>
                    <a:gd name="connsiteX10" fmla="*/ 249423 w 656828"/>
                    <a:gd name="connsiteY10" fmla="*/ 90161 h 193660"/>
                    <a:gd name="connsiteX11" fmla="*/ 226533 w 656828"/>
                    <a:gd name="connsiteY11" fmla="*/ 70079 h 193660"/>
                    <a:gd name="connsiteX12" fmla="*/ 194728 w 656828"/>
                    <a:gd name="connsiteY12" fmla="*/ 51111 h 193660"/>
                    <a:gd name="connsiteX13" fmla="*/ 122622 w 656828"/>
                    <a:gd name="connsiteY13" fmla="*/ 26656 h 193660"/>
                    <a:gd name="connsiteX14" fmla="*/ 82297 w 656828"/>
                    <a:gd name="connsiteY14" fmla="*/ 25542 h 193660"/>
                    <a:gd name="connsiteX15" fmla="*/ 37712 w 656828"/>
                    <a:gd name="connsiteY15" fmla="*/ 38322 h 193660"/>
                    <a:gd name="connsiteX16" fmla="*/ 15137 w 656828"/>
                    <a:gd name="connsiteY16" fmla="*/ 56323 h 193660"/>
                    <a:gd name="connsiteX17" fmla="*/ 251 w 656828"/>
                    <a:gd name="connsiteY17" fmla="*/ 90129 h 193660"/>
                    <a:gd name="connsiteX18" fmla="*/ 2026 w 656828"/>
                    <a:gd name="connsiteY18" fmla="*/ 110751 h 193660"/>
                    <a:gd name="connsiteX19" fmla="*/ 8957 w 656828"/>
                    <a:gd name="connsiteY19" fmla="*/ 126742 h 193660"/>
                    <a:gd name="connsiteX20" fmla="*/ 27094 w 656828"/>
                    <a:gd name="connsiteY20" fmla="*/ 146929 h 193660"/>
                    <a:gd name="connsiteX21" fmla="*/ 63757 w 656828"/>
                    <a:gd name="connsiteY21" fmla="*/ 167430 h 193660"/>
                    <a:gd name="connsiteX22" fmla="*/ 100588 w 656828"/>
                    <a:gd name="connsiteY22" fmla="*/ 178726 h 193660"/>
                    <a:gd name="connsiteX23" fmla="*/ 170983 w 656828"/>
                    <a:gd name="connsiteY23" fmla="*/ 185689 h 193660"/>
                    <a:gd name="connsiteX24" fmla="*/ 206395 w 656828"/>
                    <a:gd name="connsiteY24" fmla="*/ 185785 h 193660"/>
                    <a:gd name="connsiteX25" fmla="*/ 244872 w 656828"/>
                    <a:gd name="connsiteY25" fmla="*/ 181235 h 193660"/>
                    <a:gd name="connsiteX26" fmla="*/ 247430 w 656828"/>
                    <a:gd name="connsiteY26" fmla="*/ 180372 h 193660"/>
                    <a:gd name="connsiteX27" fmla="*/ 283809 w 656828"/>
                    <a:gd name="connsiteY27" fmla="*/ 193660 h 193660"/>
                    <a:gd name="connsiteX28" fmla="*/ 327757 w 656828"/>
                    <a:gd name="connsiteY28" fmla="*/ 172876 h 193660"/>
                    <a:gd name="connsiteX29" fmla="*/ 329855 w 656828"/>
                    <a:gd name="connsiteY29" fmla="*/ 174345 h 193660"/>
                    <a:gd name="connsiteX30" fmla="*/ 337205 w 656828"/>
                    <a:gd name="connsiteY30" fmla="*/ 178710 h 193660"/>
                    <a:gd name="connsiteX31" fmla="*/ 350784 w 656828"/>
                    <a:gd name="connsiteY31" fmla="*/ 183413 h 193660"/>
                    <a:gd name="connsiteX32" fmla="*/ 399008 w 656828"/>
                    <a:gd name="connsiteY32" fmla="*/ 188601 h 193660"/>
                    <a:gd name="connsiteX33" fmla="*/ 444440 w 656828"/>
                    <a:gd name="connsiteY33" fmla="*/ 187706 h 193660"/>
                    <a:gd name="connsiteX34" fmla="*/ 534546 w 656828"/>
                    <a:gd name="connsiteY34" fmla="*/ 176983 h 193660"/>
                    <a:gd name="connsiteX35" fmla="*/ 580632 w 656828"/>
                    <a:gd name="connsiteY35" fmla="*/ 162444 h 193660"/>
                    <a:gd name="connsiteX36" fmla="*/ 625564 w 656828"/>
                    <a:gd name="connsiteY36" fmla="*/ 137045 h 193660"/>
                    <a:gd name="connsiteX37" fmla="*/ 646953 w 656828"/>
                    <a:gd name="connsiteY37" fmla="*/ 113413 h 193660"/>
                    <a:gd name="connsiteX38" fmla="*/ 654827 w 656828"/>
                    <a:gd name="connsiteY38" fmla="*/ 95066 h 193660"/>
                    <a:gd name="connsiteX39" fmla="*/ 656328 w 656828"/>
                    <a:gd name="connsiteY39" fmla="*/ 71806 h 193660"/>
                    <a:gd name="connsiteX40" fmla="*/ 68807 w 656828"/>
                    <a:gd name="connsiteY40" fmla="*/ 94316 h 193660"/>
                    <a:gd name="connsiteX41" fmla="*/ 69388 w 656828"/>
                    <a:gd name="connsiteY41" fmla="*/ 96728 h 193660"/>
                    <a:gd name="connsiteX42" fmla="*/ 68081 w 656828"/>
                    <a:gd name="connsiteY42" fmla="*/ 93703 h 193660"/>
                    <a:gd name="connsiteX43" fmla="*/ 68807 w 656828"/>
                    <a:gd name="connsiteY43" fmla="*/ 94316 h 193660"/>
                    <a:gd name="connsiteX44" fmla="*/ 206395 w 656828"/>
                    <a:gd name="connsiteY44" fmla="*/ 148066 h 193660"/>
                    <a:gd name="connsiteX45" fmla="*/ 175405 w 656828"/>
                    <a:gd name="connsiteY45" fmla="*/ 144258 h 193660"/>
                    <a:gd name="connsiteX46" fmla="*/ 114957 w 656828"/>
                    <a:gd name="connsiteY46" fmla="*/ 127533 h 193660"/>
                    <a:gd name="connsiteX47" fmla="*/ 89736 w 656828"/>
                    <a:gd name="connsiteY47" fmla="*/ 115059 h 193660"/>
                    <a:gd name="connsiteX48" fmla="*/ 71954 w 656828"/>
                    <a:gd name="connsiteY48" fmla="*/ 100214 h 193660"/>
                    <a:gd name="connsiteX49" fmla="*/ 72083 w 656828"/>
                    <a:gd name="connsiteY49" fmla="*/ 100141 h 193660"/>
                    <a:gd name="connsiteX50" fmla="*/ 116934 w 656828"/>
                    <a:gd name="connsiteY50" fmla="*/ 91903 h 193660"/>
                    <a:gd name="connsiteX51" fmla="*/ 172831 w 656828"/>
                    <a:gd name="connsiteY51" fmla="*/ 101642 h 193660"/>
                    <a:gd name="connsiteX52" fmla="*/ 200594 w 656828"/>
                    <a:gd name="connsiteY52" fmla="*/ 112227 h 193660"/>
                    <a:gd name="connsiteX53" fmla="*/ 224169 w 656828"/>
                    <a:gd name="connsiteY53" fmla="*/ 127186 h 193660"/>
                    <a:gd name="connsiteX54" fmla="*/ 226872 w 656828"/>
                    <a:gd name="connsiteY54" fmla="*/ 129646 h 193660"/>
                    <a:gd name="connsiteX55" fmla="*/ 226227 w 656828"/>
                    <a:gd name="connsiteY55" fmla="*/ 136069 h 193660"/>
                    <a:gd name="connsiteX56" fmla="*/ 227308 w 656828"/>
                    <a:gd name="connsiteY56" fmla="*/ 146759 h 193660"/>
                    <a:gd name="connsiteX57" fmla="*/ 206395 w 656828"/>
                    <a:gd name="connsiteY57" fmla="*/ 148066 h 193660"/>
                    <a:gd name="connsiteX58" fmla="*/ 556411 w 656828"/>
                    <a:gd name="connsiteY58" fmla="*/ 111808 h 193660"/>
                    <a:gd name="connsiteX59" fmla="*/ 521096 w 656828"/>
                    <a:gd name="connsiteY59" fmla="*/ 127347 h 193660"/>
                    <a:gd name="connsiteX60" fmla="*/ 440164 w 656828"/>
                    <a:gd name="connsiteY60" fmla="*/ 146638 h 193660"/>
                    <a:gd name="connsiteX61" fmla="*/ 398879 w 656828"/>
                    <a:gd name="connsiteY61" fmla="*/ 150858 h 193660"/>
                    <a:gd name="connsiteX62" fmla="*/ 360926 w 656828"/>
                    <a:gd name="connsiteY62" fmla="*/ 147155 h 193660"/>
                    <a:gd name="connsiteX63" fmla="*/ 354108 w 656828"/>
                    <a:gd name="connsiteY63" fmla="*/ 144500 h 193660"/>
                    <a:gd name="connsiteX64" fmla="*/ 352260 w 656828"/>
                    <a:gd name="connsiteY64" fmla="*/ 143145 h 193660"/>
                    <a:gd name="connsiteX65" fmla="*/ 350929 w 656828"/>
                    <a:gd name="connsiteY65" fmla="*/ 141975 h 193660"/>
                    <a:gd name="connsiteX66" fmla="*/ 350340 w 656828"/>
                    <a:gd name="connsiteY66" fmla="*/ 138562 h 193660"/>
                    <a:gd name="connsiteX67" fmla="*/ 368897 w 656828"/>
                    <a:gd name="connsiteY67" fmla="*/ 114978 h 193660"/>
                    <a:gd name="connsiteX68" fmla="*/ 400734 w 656828"/>
                    <a:gd name="connsiteY68" fmla="*/ 93904 h 193660"/>
                    <a:gd name="connsiteX69" fmla="*/ 437848 w 656828"/>
                    <a:gd name="connsiteY69" fmla="*/ 78881 h 193660"/>
                    <a:gd name="connsiteX70" fmla="*/ 514109 w 656828"/>
                    <a:gd name="connsiteY70" fmla="*/ 63729 h 193660"/>
                    <a:gd name="connsiteX71" fmla="*/ 581068 w 656828"/>
                    <a:gd name="connsiteY71" fmla="*/ 74508 h 193660"/>
                    <a:gd name="connsiteX72" fmla="*/ 589515 w 656828"/>
                    <a:gd name="connsiteY72" fmla="*/ 80495 h 193660"/>
                    <a:gd name="connsiteX73" fmla="*/ 590943 w 656828"/>
                    <a:gd name="connsiteY73" fmla="*/ 82060 h 193660"/>
                    <a:gd name="connsiteX74" fmla="*/ 584658 w 656828"/>
                    <a:gd name="connsiteY74" fmla="*/ 90823 h 193660"/>
                    <a:gd name="connsiteX75" fmla="*/ 556411 w 656828"/>
                    <a:gd name="connsiteY75" fmla="*/ 111808 h 193660"/>
                    <a:gd name="connsiteX76" fmla="*/ 591258 w 656828"/>
                    <a:gd name="connsiteY76" fmla="*/ 81471 h 193660"/>
                    <a:gd name="connsiteX77" fmla="*/ 591113 w 656828"/>
                    <a:gd name="connsiteY77" fmla="*/ 81737 h 193660"/>
                    <a:gd name="connsiteX78" fmla="*/ 591088 w 656828"/>
                    <a:gd name="connsiteY78" fmla="*/ 81479 h 193660"/>
                    <a:gd name="connsiteX79" fmla="*/ 591556 w 656828"/>
                    <a:gd name="connsiteY79" fmla="*/ 79777 h 193660"/>
                    <a:gd name="connsiteX80" fmla="*/ 591258 w 656828"/>
                    <a:gd name="connsiteY80" fmla="*/ 81471 h 193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</a:cxnLst>
                  <a:rect l="l" t="t" r="r" b="b"/>
                  <a:pathLst>
                    <a:path w="656828" h="193660">
                      <a:moveTo>
                        <a:pt x="656328" y="71806"/>
                      </a:moveTo>
                      <a:cubicBezTo>
                        <a:pt x="654117" y="55959"/>
                        <a:pt x="646315" y="43752"/>
                        <a:pt x="638239" y="34813"/>
                      </a:cubicBezTo>
                      <a:cubicBezTo>
                        <a:pt x="629897" y="26002"/>
                        <a:pt x="620779" y="19951"/>
                        <a:pt x="611783" y="15271"/>
                      </a:cubicBezTo>
                      <a:cubicBezTo>
                        <a:pt x="593573" y="6114"/>
                        <a:pt x="575525" y="2709"/>
                        <a:pt x="558549" y="926"/>
                      </a:cubicBezTo>
                      <a:cubicBezTo>
                        <a:pt x="541469" y="-825"/>
                        <a:pt x="524969" y="127"/>
                        <a:pt x="508776" y="1951"/>
                      </a:cubicBezTo>
                      <a:cubicBezTo>
                        <a:pt x="476277" y="5848"/>
                        <a:pt x="445150" y="16877"/>
                        <a:pt x="417500" y="30238"/>
                      </a:cubicBezTo>
                      <a:cubicBezTo>
                        <a:pt x="403574" y="37176"/>
                        <a:pt x="390972" y="43301"/>
                        <a:pt x="376304" y="52749"/>
                      </a:cubicBezTo>
                      <a:cubicBezTo>
                        <a:pt x="362652" y="61793"/>
                        <a:pt x="350453" y="72064"/>
                        <a:pt x="339004" y="84005"/>
                      </a:cubicBezTo>
                      <a:cubicBezTo>
                        <a:pt x="334769" y="88297"/>
                        <a:pt x="330791" y="93146"/>
                        <a:pt x="326942" y="98277"/>
                      </a:cubicBezTo>
                      <a:cubicBezTo>
                        <a:pt x="316389" y="86248"/>
                        <a:pt x="301084" y="78502"/>
                        <a:pt x="283826" y="78502"/>
                      </a:cubicBezTo>
                      <a:cubicBezTo>
                        <a:pt x="270868" y="78502"/>
                        <a:pt x="259048" y="82940"/>
                        <a:pt x="249423" y="90161"/>
                      </a:cubicBezTo>
                      <a:cubicBezTo>
                        <a:pt x="242315" y="82843"/>
                        <a:pt x="234900" y="76082"/>
                        <a:pt x="226533" y="70079"/>
                      </a:cubicBezTo>
                      <a:cubicBezTo>
                        <a:pt x="214842" y="61978"/>
                        <a:pt x="205467" y="57017"/>
                        <a:pt x="194728" y="51111"/>
                      </a:cubicBezTo>
                      <a:cubicBezTo>
                        <a:pt x="173525" y="39646"/>
                        <a:pt x="148707" y="30133"/>
                        <a:pt x="122622" y="26656"/>
                      </a:cubicBezTo>
                      <a:cubicBezTo>
                        <a:pt x="109633" y="25010"/>
                        <a:pt x="96296" y="24066"/>
                        <a:pt x="82297" y="25542"/>
                      </a:cubicBezTo>
                      <a:cubicBezTo>
                        <a:pt x="68404" y="27059"/>
                        <a:pt x="53211" y="29947"/>
                        <a:pt x="37712" y="38322"/>
                      </a:cubicBezTo>
                      <a:cubicBezTo>
                        <a:pt x="30072" y="42631"/>
                        <a:pt x="22213" y="48028"/>
                        <a:pt x="15137" y="56323"/>
                      </a:cubicBezTo>
                      <a:cubicBezTo>
                        <a:pt x="8239" y="64528"/>
                        <a:pt x="1792" y="75920"/>
                        <a:pt x="251" y="90129"/>
                      </a:cubicBezTo>
                      <a:cubicBezTo>
                        <a:pt x="-442" y="97059"/>
                        <a:pt x="348" y="104821"/>
                        <a:pt x="2026" y="110751"/>
                      </a:cubicBezTo>
                      <a:cubicBezTo>
                        <a:pt x="3753" y="116810"/>
                        <a:pt x="6173" y="122200"/>
                        <a:pt x="8957" y="126742"/>
                      </a:cubicBezTo>
                      <a:cubicBezTo>
                        <a:pt x="14597" y="135690"/>
                        <a:pt x="20914" y="141927"/>
                        <a:pt x="27094" y="146929"/>
                      </a:cubicBezTo>
                      <a:cubicBezTo>
                        <a:pt x="39536" y="156716"/>
                        <a:pt x="51751" y="162501"/>
                        <a:pt x="63757" y="167430"/>
                      </a:cubicBezTo>
                      <a:cubicBezTo>
                        <a:pt x="75875" y="172247"/>
                        <a:pt x="88179" y="176055"/>
                        <a:pt x="100588" y="178726"/>
                      </a:cubicBezTo>
                      <a:cubicBezTo>
                        <a:pt x="124930" y="183793"/>
                        <a:pt x="147464" y="185011"/>
                        <a:pt x="170983" y="185689"/>
                      </a:cubicBezTo>
                      <a:cubicBezTo>
                        <a:pt x="182658" y="186011"/>
                        <a:pt x="194405" y="185987"/>
                        <a:pt x="206395" y="185785"/>
                      </a:cubicBezTo>
                      <a:cubicBezTo>
                        <a:pt x="218449" y="185358"/>
                        <a:pt x="230632" y="184987"/>
                        <a:pt x="244872" y="181235"/>
                      </a:cubicBezTo>
                      <a:cubicBezTo>
                        <a:pt x="245687" y="181017"/>
                        <a:pt x="246575" y="180654"/>
                        <a:pt x="247430" y="180372"/>
                      </a:cubicBezTo>
                      <a:cubicBezTo>
                        <a:pt x="257370" y="188553"/>
                        <a:pt x="269932" y="193660"/>
                        <a:pt x="283809" y="193660"/>
                      </a:cubicBezTo>
                      <a:cubicBezTo>
                        <a:pt x="301535" y="193660"/>
                        <a:pt x="317196" y="185479"/>
                        <a:pt x="327757" y="172876"/>
                      </a:cubicBezTo>
                      <a:cubicBezTo>
                        <a:pt x="328459" y="173368"/>
                        <a:pt x="329137" y="173877"/>
                        <a:pt x="329855" y="174345"/>
                      </a:cubicBezTo>
                      <a:cubicBezTo>
                        <a:pt x="332251" y="175862"/>
                        <a:pt x="334930" y="177822"/>
                        <a:pt x="337205" y="178710"/>
                      </a:cubicBezTo>
                      <a:cubicBezTo>
                        <a:pt x="341683" y="180388"/>
                        <a:pt x="346653" y="182752"/>
                        <a:pt x="350784" y="183413"/>
                      </a:cubicBezTo>
                      <a:cubicBezTo>
                        <a:pt x="368074" y="187698"/>
                        <a:pt x="383598" y="188198"/>
                        <a:pt x="399008" y="188601"/>
                      </a:cubicBezTo>
                      <a:cubicBezTo>
                        <a:pt x="414337" y="188714"/>
                        <a:pt x="429425" y="188416"/>
                        <a:pt x="444440" y="187706"/>
                      </a:cubicBezTo>
                      <a:cubicBezTo>
                        <a:pt x="474631" y="186262"/>
                        <a:pt x="503750" y="183413"/>
                        <a:pt x="534546" y="176983"/>
                      </a:cubicBezTo>
                      <a:cubicBezTo>
                        <a:pt x="550150" y="173562"/>
                        <a:pt x="565601" y="168754"/>
                        <a:pt x="580632" y="162444"/>
                      </a:cubicBezTo>
                      <a:cubicBezTo>
                        <a:pt x="595582" y="156103"/>
                        <a:pt x="610654" y="148793"/>
                        <a:pt x="625564" y="137045"/>
                      </a:cubicBezTo>
                      <a:cubicBezTo>
                        <a:pt x="632954" y="131050"/>
                        <a:pt x="640426" y="123749"/>
                        <a:pt x="646953" y="113413"/>
                      </a:cubicBezTo>
                      <a:cubicBezTo>
                        <a:pt x="650156" y="108209"/>
                        <a:pt x="652939" y="101997"/>
                        <a:pt x="654827" y="95066"/>
                      </a:cubicBezTo>
                      <a:cubicBezTo>
                        <a:pt x="656748" y="88329"/>
                        <a:pt x="657369" y="79406"/>
                        <a:pt x="656328" y="71806"/>
                      </a:cubicBezTo>
                      <a:close/>
                      <a:moveTo>
                        <a:pt x="68807" y="94316"/>
                      </a:moveTo>
                      <a:cubicBezTo>
                        <a:pt x="69049" y="94655"/>
                        <a:pt x="69259" y="95671"/>
                        <a:pt x="69388" y="96728"/>
                      </a:cubicBezTo>
                      <a:cubicBezTo>
                        <a:pt x="68557" y="95341"/>
                        <a:pt x="67992" y="94163"/>
                        <a:pt x="68081" y="93703"/>
                      </a:cubicBezTo>
                      <a:cubicBezTo>
                        <a:pt x="68170" y="93396"/>
                        <a:pt x="68501" y="93614"/>
                        <a:pt x="68807" y="94316"/>
                      </a:cubicBezTo>
                      <a:close/>
                      <a:moveTo>
                        <a:pt x="206395" y="148066"/>
                      </a:moveTo>
                      <a:cubicBezTo>
                        <a:pt x="196213" y="147728"/>
                        <a:pt x="185789" y="146292"/>
                        <a:pt x="175405" y="144258"/>
                      </a:cubicBezTo>
                      <a:cubicBezTo>
                        <a:pt x="154855" y="139974"/>
                        <a:pt x="133482" y="133915"/>
                        <a:pt x="114957" y="127533"/>
                      </a:cubicBezTo>
                      <a:cubicBezTo>
                        <a:pt x="106018" y="124209"/>
                        <a:pt x="97498" y="120094"/>
                        <a:pt x="89736" y="115059"/>
                      </a:cubicBezTo>
                      <a:cubicBezTo>
                        <a:pt x="82491" y="110412"/>
                        <a:pt x="76061" y="105079"/>
                        <a:pt x="71954" y="100214"/>
                      </a:cubicBezTo>
                      <a:cubicBezTo>
                        <a:pt x="72002" y="100190"/>
                        <a:pt x="72035" y="100165"/>
                        <a:pt x="72083" y="100141"/>
                      </a:cubicBezTo>
                      <a:cubicBezTo>
                        <a:pt x="80054" y="94784"/>
                        <a:pt x="99071" y="91589"/>
                        <a:pt x="116934" y="91903"/>
                      </a:cubicBezTo>
                      <a:cubicBezTo>
                        <a:pt x="135136" y="92122"/>
                        <a:pt x="153435" y="95349"/>
                        <a:pt x="172831" y="101642"/>
                      </a:cubicBezTo>
                      <a:cubicBezTo>
                        <a:pt x="182319" y="104797"/>
                        <a:pt x="193308" y="108815"/>
                        <a:pt x="200594" y="112227"/>
                      </a:cubicBezTo>
                      <a:cubicBezTo>
                        <a:pt x="208864" y="116197"/>
                        <a:pt x="217126" y="121490"/>
                        <a:pt x="224169" y="127186"/>
                      </a:cubicBezTo>
                      <a:cubicBezTo>
                        <a:pt x="225129" y="127960"/>
                        <a:pt x="225976" y="128816"/>
                        <a:pt x="226872" y="129646"/>
                      </a:cubicBezTo>
                      <a:cubicBezTo>
                        <a:pt x="226630" y="131785"/>
                        <a:pt x="226227" y="133866"/>
                        <a:pt x="226227" y="136069"/>
                      </a:cubicBezTo>
                      <a:cubicBezTo>
                        <a:pt x="226227" y="139732"/>
                        <a:pt x="226654" y="143290"/>
                        <a:pt x="227308" y="146759"/>
                      </a:cubicBezTo>
                      <a:cubicBezTo>
                        <a:pt x="221079" y="147945"/>
                        <a:pt x="213713" y="148429"/>
                        <a:pt x="206395" y="148066"/>
                      </a:cubicBezTo>
                      <a:close/>
                      <a:moveTo>
                        <a:pt x="556411" y="111808"/>
                      </a:moveTo>
                      <a:cubicBezTo>
                        <a:pt x="545301" y="117988"/>
                        <a:pt x="533441" y="123192"/>
                        <a:pt x="521096" y="127347"/>
                      </a:cubicBezTo>
                      <a:cubicBezTo>
                        <a:pt x="495786" y="135408"/>
                        <a:pt x="467531" y="141717"/>
                        <a:pt x="440164" y="146638"/>
                      </a:cubicBezTo>
                      <a:cubicBezTo>
                        <a:pt x="426359" y="148865"/>
                        <a:pt x="412522" y="150455"/>
                        <a:pt x="398879" y="150858"/>
                      </a:cubicBezTo>
                      <a:cubicBezTo>
                        <a:pt x="385380" y="151278"/>
                        <a:pt x="371681" y="150237"/>
                        <a:pt x="360926" y="147155"/>
                      </a:cubicBezTo>
                      <a:cubicBezTo>
                        <a:pt x="357868" y="146574"/>
                        <a:pt x="356440" y="145234"/>
                        <a:pt x="354108" y="144500"/>
                      </a:cubicBezTo>
                      <a:cubicBezTo>
                        <a:pt x="353003" y="144073"/>
                        <a:pt x="352954" y="143500"/>
                        <a:pt x="352260" y="143145"/>
                      </a:cubicBezTo>
                      <a:cubicBezTo>
                        <a:pt x="351696" y="142782"/>
                        <a:pt x="350986" y="142499"/>
                        <a:pt x="350929" y="141975"/>
                      </a:cubicBezTo>
                      <a:cubicBezTo>
                        <a:pt x="349428" y="139958"/>
                        <a:pt x="349969" y="141176"/>
                        <a:pt x="350340" y="138562"/>
                      </a:cubicBezTo>
                      <a:cubicBezTo>
                        <a:pt x="351631" y="133286"/>
                        <a:pt x="359522" y="122781"/>
                        <a:pt x="368897" y="114978"/>
                      </a:cubicBezTo>
                      <a:cubicBezTo>
                        <a:pt x="378410" y="106943"/>
                        <a:pt x="389471" y="99625"/>
                        <a:pt x="400734" y="93904"/>
                      </a:cubicBezTo>
                      <a:cubicBezTo>
                        <a:pt x="411078" y="88708"/>
                        <a:pt x="425205" y="83432"/>
                        <a:pt x="437848" y="78881"/>
                      </a:cubicBezTo>
                      <a:cubicBezTo>
                        <a:pt x="463513" y="69732"/>
                        <a:pt x="488775" y="64601"/>
                        <a:pt x="514109" y="63729"/>
                      </a:cubicBezTo>
                      <a:cubicBezTo>
                        <a:pt x="539040" y="62761"/>
                        <a:pt x="565609" y="65884"/>
                        <a:pt x="581068" y="74508"/>
                      </a:cubicBezTo>
                      <a:cubicBezTo>
                        <a:pt x="584908" y="76477"/>
                        <a:pt x="587837" y="78809"/>
                        <a:pt x="589515" y="80495"/>
                      </a:cubicBezTo>
                      <a:cubicBezTo>
                        <a:pt x="590305" y="81270"/>
                        <a:pt x="590725" y="81818"/>
                        <a:pt x="590943" y="82060"/>
                      </a:cubicBezTo>
                      <a:cubicBezTo>
                        <a:pt x="590007" y="84271"/>
                        <a:pt x="587853" y="87490"/>
                        <a:pt x="584658" y="90823"/>
                      </a:cubicBezTo>
                      <a:cubicBezTo>
                        <a:pt x="577719" y="98173"/>
                        <a:pt x="567497" y="105563"/>
                        <a:pt x="556411" y="111808"/>
                      </a:cubicBezTo>
                      <a:close/>
                      <a:moveTo>
                        <a:pt x="591258" y="81471"/>
                      </a:moveTo>
                      <a:cubicBezTo>
                        <a:pt x="591234" y="81544"/>
                        <a:pt x="591137" y="81665"/>
                        <a:pt x="591113" y="81737"/>
                      </a:cubicBezTo>
                      <a:cubicBezTo>
                        <a:pt x="591104" y="81641"/>
                        <a:pt x="591104" y="81617"/>
                        <a:pt x="591088" y="81479"/>
                      </a:cubicBezTo>
                      <a:cubicBezTo>
                        <a:pt x="591040" y="81019"/>
                        <a:pt x="591484" y="79479"/>
                        <a:pt x="591556" y="79777"/>
                      </a:cubicBezTo>
                      <a:cubicBezTo>
                        <a:pt x="591637" y="79849"/>
                        <a:pt x="591685" y="80406"/>
                        <a:pt x="591258" y="8147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BC47"/>
                    </a:gs>
                    <a:gs pos="53850">
                      <a:srgbClr val="FFCC5E"/>
                    </a:gs>
                    <a:gs pos="100000">
                      <a:srgbClr val="FFDD75"/>
                    </a:gs>
                  </a:gsLst>
                  <a:lin ang="15493975" scaled="1"/>
                </a:gra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4" name="组合 613">
                <a:extLst>
                  <a:ext uri="{FF2B5EF4-FFF2-40B4-BE49-F238E27FC236}">
                    <a16:creationId xmlns:a16="http://schemas.microsoft.com/office/drawing/2014/main" id="{A6FD5190-98D3-6945-BCF2-62E9F03B549D}"/>
                  </a:ext>
                </a:extLst>
              </p:cNvPr>
              <p:cNvGrpSpPr/>
              <p:nvPr/>
            </p:nvGrpSpPr>
            <p:grpSpPr>
              <a:xfrm>
                <a:off x="8521738" y="3369405"/>
                <a:ext cx="621038" cy="519917"/>
                <a:chOff x="9288681" y="3082170"/>
                <a:chExt cx="621038" cy="519917"/>
              </a:xfrm>
            </p:grpSpPr>
            <p:sp>
              <p:nvSpPr>
                <p:cNvPr id="816" name="任意多边形 815">
                  <a:extLst>
                    <a:ext uri="{FF2B5EF4-FFF2-40B4-BE49-F238E27FC236}">
                      <a16:creationId xmlns:a16="http://schemas.microsoft.com/office/drawing/2014/main" id="{E143C47D-6690-17FD-10A6-C3C3902150DE}"/>
                    </a:ext>
                  </a:extLst>
                </p:cNvPr>
                <p:cNvSpPr/>
                <p:nvPr/>
              </p:nvSpPr>
              <p:spPr>
                <a:xfrm>
                  <a:off x="9288681" y="3082170"/>
                  <a:ext cx="621038" cy="519917"/>
                </a:xfrm>
                <a:custGeom>
                  <a:avLst/>
                  <a:gdLst>
                    <a:gd name="connsiteX0" fmla="*/ 472719 w 621038"/>
                    <a:gd name="connsiteY0" fmla="*/ 21720 h 519917"/>
                    <a:gd name="connsiteX1" fmla="*/ 421646 w 621038"/>
                    <a:gd name="connsiteY1" fmla="*/ 32152 h 519917"/>
                    <a:gd name="connsiteX2" fmla="*/ 272141 w 621038"/>
                    <a:gd name="connsiteY2" fmla="*/ 27698 h 519917"/>
                    <a:gd name="connsiteX3" fmla="*/ 192105 w 621038"/>
                    <a:gd name="connsiteY3" fmla="*/ 169384 h 519917"/>
                    <a:gd name="connsiteX4" fmla="*/ 0 w 621038"/>
                    <a:gd name="connsiteY4" fmla="*/ 248017 h 519917"/>
                    <a:gd name="connsiteX5" fmla="*/ 125865 w 621038"/>
                    <a:gd name="connsiteY5" fmla="*/ 384250 h 519917"/>
                    <a:gd name="connsiteX6" fmla="*/ 203482 w 621038"/>
                    <a:gd name="connsiteY6" fmla="*/ 519917 h 519917"/>
                    <a:gd name="connsiteX7" fmla="*/ 339834 w 621038"/>
                    <a:gd name="connsiteY7" fmla="*/ 476574 h 519917"/>
                    <a:gd name="connsiteX8" fmla="*/ 475219 w 621038"/>
                    <a:gd name="connsiteY8" fmla="*/ 402379 h 519917"/>
                    <a:gd name="connsiteX9" fmla="*/ 492162 w 621038"/>
                    <a:gd name="connsiteY9" fmla="*/ 388502 h 519917"/>
                    <a:gd name="connsiteX10" fmla="*/ 564293 w 621038"/>
                    <a:gd name="connsiteY10" fmla="*/ 303479 h 519917"/>
                    <a:gd name="connsiteX11" fmla="*/ 610604 w 621038"/>
                    <a:gd name="connsiteY11" fmla="*/ 155338 h 519917"/>
                    <a:gd name="connsiteX12" fmla="*/ 620367 w 621038"/>
                    <a:gd name="connsiteY12" fmla="*/ 0 h 519917"/>
                    <a:gd name="connsiteX13" fmla="*/ 472719 w 621038"/>
                    <a:gd name="connsiteY13" fmla="*/ 21720 h 519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21038" h="519917">
                      <a:moveTo>
                        <a:pt x="472719" y="21720"/>
                      </a:moveTo>
                      <a:cubicBezTo>
                        <a:pt x="448110" y="26787"/>
                        <a:pt x="438670" y="28053"/>
                        <a:pt x="421646" y="32152"/>
                      </a:cubicBezTo>
                      <a:cubicBezTo>
                        <a:pt x="369445" y="44706"/>
                        <a:pt x="318292" y="42342"/>
                        <a:pt x="272141" y="27698"/>
                      </a:cubicBezTo>
                      <a:cubicBezTo>
                        <a:pt x="256086" y="70823"/>
                        <a:pt x="229380" y="129995"/>
                        <a:pt x="192105" y="169384"/>
                      </a:cubicBezTo>
                      <a:cubicBezTo>
                        <a:pt x="159267" y="204086"/>
                        <a:pt x="103032" y="239578"/>
                        <a:pt x="0" y="248017"/>
                      </a:cubicBezTo>
                      <a:cubicBezTo>
                        <a:pt x="37356" y="279669"/>
                        <a:pt x="82780" y="324262"/>
                        <a:pt x="125865" y="384250"/>
                      </a:cubicBezTo>
                      <a:cubicBezTo>
                        <a:pt x="161284" y="433547"/>
                        <a:pt x="186135" y="480576"/>
                        <a:pt x="203482" y="519917"/>
                      </a:cubicBezTo>
                      <a:cubicBezTo>
                        <a:pt x="259394" y="506903"/>
                        <a:pt x="305303" y="490702"/>
                        <a:pt x="339834" y="476574"/>
                      </a:cubicBezTo>
                      <a:cubicBezTo>
                        <a:pt x="419145" y="444181"/>
                        <a:pt x="460212" y="413602"/>
                        <a:pt x="475219" y="402379"/>
                      </a:cubicBezTo>
                      <a:cubicBezTo>
                        <a:pt x="481109" y="398006"/>
                        <a:pt x="486515" y="393528"/>
                        <a:pt x="492162" y="388502"/>
                      </a:cubicBezTo>
                      <a:cubicBezTo>
                        <a:pt x="523709" y="360771"/>
                        <a:pt x="546865" y="333436"/>
                        <a:pt x="564293" y="303479"/>
                      </a:cubicBezTo>
                      <a:cubicBezTo>
                        <a:pt x="592451" y="255166"/>
                        <a:pt x="601003" y="210863"/>
                        <a:pt x="610604" y="155338"/>
                      </a:cubicBezTo>
                      <a:cubicBezTo>
                        <a:pt x="616979" y="118030"/>
                        <a:pt x="623110" y="64820"/>
                        <a:pt x="620367" y="0"/>
                      </a:cubicBezTo>
                      <a:cubicBezTo>
                        <a:pt x="562921" y="5188"/>
                        <a:pt x="513382" y="13361"/>
                        <a:pt x="472719" y="21720"/>
                      </a:cubicBezTo>
                      <a:close/>
                    </a:path>
                  </a:pathLst>
                </a:custGeom>
                <a:solidFill>
                  <a:srgbClr val="F8F8F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17" name="任意多边形 816">
                  <a:extLst>
                    <a:ext uri="{FF2B5EF4-FFF2-40B4-BE49-F238E27FC236}">
                      <a16:creationId xmlns:a16="http://schemas.microsoft.com/office/drawing/2014/main" id="{54EA1D2B-B093-94B4-11BD-6D6C3D338406}"/>
                    </a:ext>
                  </a:extLst>
                </p:cNvPr>
                <p:cNvSpPr/>
                <p:nvPr/>
              </p:nvSpPr>
              <p:spPr>
                <a:xfrm>
                  <a:off x="9401636" y="3340507"/>
                  <a:ext cx="205145" cy="119055"/>
                </a:xfrm>
                <a:custGeom>
                  <a:avLst/>
                  <a:gdLst>
                    <a:gd name="connsiteX0" fmla="*/ 197914 w 205145"/>
                    <a:gd name="connsiteY0" fmla="*/ 104056 h 119055"/>
                    <a:gd name="connsiteX1" fmla="*/ 110212 w 205145"/>
                    <a:gd name="connsiteY1" fmla="*/ 66684 h 119055"/>
                    <a:gd name="connsiteX2" fmla="*/ 69467 w 205145"/>
                    <a:gd name="connsiteY2" fmla="*/ 26173 h 119055"/>
                    <a:gd name="connsiteX3" fmla="*/ 18315 w 205145"/>
                    <a:gd name="connsiteY3" fmla="*/ 0 h 119055"/>
                    <a:gd name="connsiteX4" fmla="*/ 0 w 205145"/>
                    <a:gd name="connsiteY4" fmla="*/ 10755 h 119055"/>
                    <a:gd name="connsiteX5" fmla="*/ 95851 w 205145"/>
                    <a:gd name="connsiteY5" fmla="*/ 73477 h 119055"/>
                    <a:gd name="connsiteX6" fmla="*/ 197914 w 205145"/>
                    <a:gd name="connsiteY6" fmla="*/ 119039 h 119055"/>
                    <a:gd name="connsiteX7" fmla="*/ 197914 w 205145"/>
                    <a:gd name="connsiteY7" fmla="*/ 104056 h 119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5145" h="119055">
                      <a:moveTo>
                        <a:pt x="197914" y="104056"/>
                      </a:moveTo>
                      <a:cubicBezTo>
                        <a:pt x="164189" y="101966"/>
                        <a:pt x="134659" y="90517"/>
                        <a:pt x="110212" y="66684"/>
                      </a:cubicBezTo>
                      <a:cubicBezTo>
                        <a:pt x="96497" y="53250"/>
                        <a:pt x="84878" y="37969"/>
                        <a:pt x="69467" y="26173"/>
                      </a:cubicBezTo>
                      <a:cubicBezTo>
                        <a:pt x="53815" y="14127"/>
                        <a:pt x="36549" y="5857"/>
                        <a:pt x="18315" y="0"/>
                      </a:cubicBezTo>
                      <a:cubicBezTo>
                        <a:pt x="12264" y="3808"/>
                        <a:pt x="6213" y="7399"/>
                        <a:pt x="0" y="10755"/>
                      </a:cubicBezTo>
                      <a:cubicBezTo>
                        <a:pt x="38002" y="21574"/>
                        <a:pt x="65030" y="41995"/>
                        <a:pt x="95851" y="73477"/>
                      </a:cubicBezTo>
                      <a:cubicBezTo>
                        <a:pt x="124009" y="102176"/>
                        <a:pt x="158057" y="116570"/>
                        <a:pt x="197914" y="119039"/>
                      </a:cubicBezTo>
                      <a:cubicBezTo>
                        <a:pt x="207596" y="119628"/>
                        <a:pt x="207516" y="104645"/>
                        <a:pt x="197914" y="104056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18" name="任意多边形 817">
                  <a:extLst>
                    <a:ext uri="{FF2B5EF4-FFF2-40B4-BE49-F238E27FC236}">
                      <a16:creationId xmlns:a16="http://schemas.microsoft.com/office/drawing/2014/main" id="{4DF3C200-D783-B50B-3D6B-9540438B5E27}"/>
                    </a:ext>
                  </a:extLst>
                </p:cNvPr>
                <p:cNvSpPr/>
                <p:nvPr/>
              </p:nvSpPr>
              <p:spPr>
                <a:xfrm>
                  <a:off x="9466666" y="3296285"/>
                  <a:ext cx="238496" cy="111470"/>
                </a:xfrm>
                <a:custGeom>
                  <a:avLst/>
                  <a:gdLst>
                    <a:gd name="connsiteX0" fmla="*/ 234302 w 238496"/>
                    <a:gd name="connsiteY0" fmla="*/ 90017 h 111470"/>
                    <a:gd name="connsiteX1" fmla="*/ 107146 w 238496"/>
                    <a:gd name="connsiteY1" fmla="*/ 56082 h 111470"/>
                    <a:gd name="connsiteX2" fmla="*/ 11456 w 238496"/>
                    <a:gd name="connsiteY2" fmla="*/ 0 h 111470"/>
                    <a:gd name="connsiteX3" fmla="*/ 0 w 238496"/>
                    <a:gd name="connsiteY3" fmla="*/ 9972 h 111470"/>
                    <a:gd name="connsiteX4" fmla="*/ 2179 w 238496"/>
                    <a:gd name="connsiteY4" fmla="*/ 11893 h 111470"/>
                    <a:gd name="connsiteX5" fmla="*/ 145228 w 238496"/>
                    <a:gd name="connsiteY5" fmla="*/ 94931 h 111470"/>
                    <a:gd name="connsiteX6" fmla="*/ 217600 w 238496"/>
                    <a:gd name="connsiteY6" fmla="*/ 110486 h 111470"/>
                    <a:gd name="connsiteX7" fmla="*/ 238497 w 238496"/>
                    <a:gd name="connsiteY7" fmla="*/ 89396 h 111470"/>
                    <a:gd name="connsiteX8" fmla="*/ 234302 w 238496"/>
                    <a:gd name="connsiteY8" fmla="*/ 90017 h 111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38496" h="111470">
                      <a:moveTo>
                        <a:pt x="234302" y="90017"/>
                      </a:moveTo>
                      <a:cubicBezTo>
                        <a:pt x="189523" y="111293"/>
                        <a:pt x="144422" y="77955"/>
                        <a:pt x="107146" y="56082"/>
                      </a:cubicBezTo>
                      <a:cubicBezTo>
                        <a:pt x="75276" y="37388"/>
                        <a:pt x="43407" y="18694"/>
                        <a:pt x="11456" y="0"/>
                      </a:cubicBezTo>
                      <a:cubicBezTo>
                        <a:pt x="7745" y="3389"/>
                        <a:pt x="3873" y="6713"/>
                        <a:pt x="0" y="9972"/>
                      </a:cubicBezTo>
                      <a:cubicBezTo>
                        <a:pt x="564" y="10682"/>
                        <a:pt x="1210" y="11352"/>
                        <a:pt x="2179" y="11893"/>
                      </a:cubicBezTo>
                      <a:cubicBezTo>
                        <a:pt x="49458" y="39623"/>
                        <a:pt x="96093" y="70637"/>
                        <a:pt x="145228" y="94931"/>
                      </a:cubicBezTo>
                      <a:cubicBezTo>
                        <a:pt x="169271" y="106807"/>
                        <a:pt x="193072" y="114254"/>
                        <a:pt x="217600" y="110486"/>
                      </a:cubicBezTo>
                      <a:cubicBezTo>
                        <a:pt x="224700" y="103604"/>
                        <a:pt x="231639" y="96553"/>
                        <a:pt x="238497" y="89396"/>
                      </a:cubicBezTo>
                      <a:cubicBezTo>
                        <a:pt x="237126" y="89243"/>
                        <a:pt x="235754" y="89324"/>
                        <a:pt x="234302" y="90017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19" name="任意多边形 818">
                  <a:extLst>
                    <a:ext uri="{FF2B5EF4-FFF2-40B4-BE49-F238E27FC236}">
                      <a16:creationId xmlns:a16="http://schemas.microsoft.com/office/drawing/2014/main" id="{3297871D-A8BB-BC7F-8623-C6DA5B99A246}"/>
                    </a:ext>
                  </a:extLst>
                </p:cNvPr>
                <p:cNvSpPr/>
                <p:nvPr/>
              </p:nvSpPr>
              <p:spPr>
                <a:xfrm>
                  <a:off x="9526693" y="3235079"/>
                  <a:ext cx="230348" cy="102119"/>
                </a:xfrm>
                <a:custGeom>
                  <a:avLst/>
                  <a:gdLst>
                    <a:gd name="connsiteX0" fmla="*/ 9682 w 230348"/>
                    <a:gd name="connsiteY0" fmla="*/ 250 h 102119"/>
                    <a:gd name="connsiteX1" fmla="*/ 9036 w 230348"/>
                    <a:gd name="connsiteY1" fmla="*/ 0 h 102119"/>
                    <a:gd name="connsiteX2" fmla="*/ 0 w 230348"/>
                    <a:gd name="connsiteY2" fmla="*/ 11094 h 102119"/>
                    <a:gd name="connsiteX3" fmla="*/ 2179 w 230348"/>
                    <a:gd name="connsiteY3" fmla="*/ 13175 h 102119"/>
                    <a:gd name="connsiteX4" fmla="*/ 220425 w 230348"/>
                    <a:gd name="connsiteY4" fmla="*/ 102120 h 102119"/>
                    <a:gd name="connsiteX5" fmla="*/ 223168 w 230348"/>
                    <a:gd name="connsiteY5" fmla="*/ 98610 h 102119"/>
                    <a:gd name="connsiteX6" fmla="*/ 230349 w 230348"/>
                    <a:gd name="connsiteY6" fmla="*/ 89130 h 102119"/>
                    <a:gd name="connsiteX7" fmla="*/ 9682 w 230348"/>
                    <a:gd name="connsiteY7" fmla="*/ 250 h 102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0348" h="102119">
                      <a:moveTo>
                        <a:pt x="9682" y="250"/>
                      </a:moveTo>
                      <a:cubicBezTo>
                        <a:pt x="9521" y="105"/>
                        <a:pt x="9279" y="113"/>
                        <a:pt x="9036" y="0"/>
                      </a:cubicBezTo>
                      <a:cubicBezTo>
                        <a:pt x="6132" y="3719"/>
                        <a:pt x="3066" y="7415"/>
                        <a:pt x="0" y="11094"/>
                      </a:cubicBezTo>
                      <a:cubicBezTo>
                        <a:pt x="485" y="11860"/>
                        <a:pt x="1210" y="12578"/>
                        <a:pt x="2179" y="13175"/>
                      </a:cubicBezTo>
                      <a:cubicBezTo>
                        <a:pt x="69790" y="55816"/>
                        <a:pt x="143050" y="85491"/>
                        <a:pt x="220425" y="102120"/>
                      </a:cubicBezTo>
                      <a:cubicBezTo>
                        <a:pt x="221312" y="100950"/>
                        <a:pt x="222280" y="99780"/>
                        <a:pt x="223168" y="98610"/>
                      </a:cubicBezTo>
                      <a:cubicBezTo>
                        <a:pt x="225589" y="95480"/>
                        <a:pt x="228008" y="92309"/>
                        <a:pt x="230349" y="89130"/>
                      </a:cubicBezTo>
                      <a:cubicBezTo>
                        <a:pt x="152087" y="73163"/>
                        <a:pt x="77859" y="43214"/>
                        <a:pt x="9682" y="250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20" name="任意多边形 819">
                  <a:extLst>
                    <a:ext uri="{FF2B5EF4-FFF2-40B4-BE49-F238E27FC236}">
                      <a16:creationId xmlns:a16="http://schemas.microsoft.com/office/drawing/2014/main" id="{70C0162E-2338-30BA-BF41-BD3A7BDF61D5}"/>
                    </a:ext>
                  </a:extLst>
                </p:cNvPr>
                <p:cNvSpPr/>
                <p:nvPr/>
              </p:nvSpPr>
              <p:spPr>
                <a:xfrm>
                  <a:off x="9565421" y="3179844"/>
                  <a:ext cx="254310" cy="72278"/>
                </a:xfrm>
                <a:custGeom>
                  <a:avLst/>
                  <a:gdLst>
                    <a:gd name="connsiteX0" fmla="*/ 7584 w 254310"/>
                    <a:gd name="connsiteY0" fmla="*/ 0 h 72278"/>
                    <a:gd name="connsiteX1" fmla="*/ 0 w 254310"/>
                    <a:gd name="connsiteY1" fmla="*/ 12925 h 72278"/>
                    <a:gd name="connsiteX2" fmla="*/ 243660 w 254310"/>
                    <a:gd name="connsiteY2" fmla="*/ 65950 h 72278"/>
                    <a:gd name="connsiteX3" fmla="*/ 254311 w 254310"/>
                    <a:gd name="connsiteY3" fmla="*/ 47078 h 72278"/>
                    <a:gd name="connsiteX4" fmla="*/ 7584 w 254310"/>
                    <a:gd name="connsiteY4" fmla="*/ 0 h 72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4310" h="72278">
                      <a:moveTo>
                        <a:pt x="7584" y="0"/>
                      </a:moveTo>
                      <a:cubicBezTo>
                        <a:pt x="5245" y="4292"/>
                        <a:pt x="2662" y="8601"/>
                        <a:pt x="0" y="12925"/>
                      </a:cubicBezTo>
                      <a:cubicBezTo>
                        <a:pt x="75357" y="50354"/>
                        <a:pt x="160316" y="87427"/>
                        <a:pt x="243660" y="65950"/>
                      </a:cubicBezTo>
                      <a:cubicBezTo>
                        <a:pt x="247372" y="59657"/>
                        <a:pt x="250922" y="53363"/>
                        <a:pt x="254311" y="47078"/>
                      </a:cubicBezTo>
                      <a:cubicBezTo>
                        <a:pt x="170078" y="75664"/>
                        <a:pt x="83829" y="37872"/>
                        <a:pt x="7584" y="0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5" name="组合 614">
                <a:extLst>
                  <a:ext uri="{FF2B5EF4-FFF2-40B4-BE49-F238E27FC236}">
                    <a16:creationId xmlns:a16="http://schemas.microsoft.com/office/drawing/2014/main" id="{82EC7DCD-881C-CD32-ABDF-C609E62349D0}"/>
                  </a:ext>
                </a:extLst>
              </p:cNvPr>
              <p:cNvGrpSpPr/>
              <p:nvPr/>
            </p:nvGrpSpPr>
            <p:grpSpPr>
              <a:xfrm>
                <a:off x="2450251" y="4258527"/>
                <a:ext cx="296527" cy="417571"/>
                <a:chOff x="2450251" y="4258527"/>
                <a:chExt cx="296527" cy="417571"/>
              </a:xfrm>
            </p:grpSpPr>
            <p:sp>
              <p:nvSpPr>
                <p:cNvPr id="811" name="任意多边形 810">
                  <a:extLst>
                    <a:ext uri="{FF2B5EF4-FFF2-40B4-BE49-F238E27FC236}">
                      <a16:creationId xmlns:a16="http://schemas.microsoft.com/office/drawing/2014/main" id="{03031E56-8297-3675-125C-94203B0D0075}"/>
                    </a:ext>
                  </a:extLst>
                </p:cNvPr>
                <p:cNvSpPr/>
                <p:nvPr/>
              </p:nvSpPr>
              <p:spPr>
                <a:xfrm>
                  <a:off x="2450251" y="4258527"/>
                  <a:ext cx="296527" cy="417571"/>
                </a:xfrm>
                <a:custGeom>
                  <a:avLst/>
                  <a:gdLst>
                    <a:gd name="connsiteX0" fmla="*/ 159690 w 296527"/>
                    <a:gd name="connsiteY0" fmla="*/ 69677 h 417571"/>
                    <a:gd name="connsiteX1" fmla="*/ 180119 w 296527"/>
                    <a:gd name="connsiteY1" fmla="*/ 95205 h 417571"/>
                    <a:gd name="connsiteX2" fmla="*/ 253879 w 296527"/>
                    <a:gd name="connsiteY2" fmla="*/ 153030 h 417571"/>
                    <a:gd name="connsiteX3" fmla="*/ 235588 w 296527"/>
                    <a:gd name="connsiteY3" fmla="*/ 253375 h 417571"/>
                    <a:gd name="connsiteX4" fmla="*/ 296528 w 296527"/>
                    <a:gd name="connsiteY4" fmla="*/ 368291 h 417571"/>
                    <a:gd name="connsiteX5" fmla="*/ 181273 w 296527"/>
                    <a:gd name="connsiteY5" fmla="*/ 383394 h 417571"/>
                    <a:gd name="connsiteX6" fmla="*/ 89465 w 296527"/>
                    <a:gd name="connsiteY6" fmla="*/ 417571 h 417571"/>
                    <a:gd name="connsiteX7" fmla="*/ 41200 w 296527"/>
                    <a:gd name="connsiteY7" fmla="*/ 342004 h 417571"/>
                    <a:gd name="connsiteX8" fmla="*/ 5789 w 296527"/>
                    <a:gd name="connsiteY8" fmla="*/ 251971 h 417571"/>
                    <a:gd name="connsiteX9" fmla="*/ 3183 w 296527"/>
                    <a:gd name="connsiteY9" fmla="*/ 238472 h 417571"/>
                    <a:gd name="connsiteX10" fmla="*/ 2570 w 296527"/>
                    <a:gd name="connsiteY10" fmla="*/ 168610 h 417571"/>
                    <a:gd name="connsiteX11" fmla="*/ 39724 w 296527"/>
                    <a:gd name="connsiteY11" fmla="*/ 78721 h 417571"/>
                    <a:gd name="connsiteX12" fmla="*/ 97331 w 296527"/>
                    <a:gd name="connsiteY12" fmla="*/ 0 h 417571"/>
                    <a:gd name="connsiteX13" fmla="*/ 159690 w 296527"/>
                    <a:gd name="connsiteY13" fmla="*/ 69677 h 417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6527" h="417571">
                      <a:moveTo>
                        <a:pt x="159690" y="69677"/>
                      </a:moveTo>
                      <a:cubicBezTo>
                        <a:pt x="169510" y="81989"/>
                        <a:pt x="173552" y="86394"/>
                        <a:pt x="180119" y="95205"/>
                      </a:cubicBezTo>
                      <a:cubicBezTo>
                        <a:pt x="200225" y="122201"/>
                        <a:pt x="225769" y="141557"/>
                        <a:pt x="253879" y="153030"/>
                      </a:cubicBezTo>
                      <a:cubicBezTo>
                        <a:pt x="244294" y="180228"/>
                        <a:pt x="233450" y="219464"/>
                        <a:pt x="235588" y="253375"/>
                      </a:cubicBezTo>
                      <a:cubicBezTo>
                        <a:pt x="237468" y="283252"/>
                        <a:pt x="250305" y="322899"/>
                        <a:pt x="296528" y="368291"/>
                      </a:cubicBezTo>
                      <a:cubicBezTo>
                        <a:pt x="265828" y="368533"/>
                        <a:pt x="226092" y="371808"/>
                        <a:pt x="181273" y="383394"/>
                      </a:cubicBezTo>
                      <a:cubicBezTo>
                        <a:pt x="144433" y="392915"/>
                        <a:pt x="113629" y="405614"/>
                        <a:pt x="89465" y="417571"/>
                      </a:cubicBezTo>
                      <a:cubicBezTo>
                        <a:pt x="67785" y="388889"/>
                        <a:pt x="52181" y="362675"/>
                        <a:pt x="41200" y="342004"/>
                      </a:cubicBezTo>
                      <a:cubicBezTo>
                        <a:pt x="16027" y="294603"/>
                        <a:pt x="8524" y="263411"/>
                        <a:pt x="5789" y="251971"/>
                      </a:cubicBezTo>
                      <a:cubicBezTo>
                        <a:pt x="4724" y="247517"/>
                        <a:pt x="3909" y="243185"/>
                        <a:pt x="3183" y="238472"/>
                      </a:cubicBezTo>
                      <a:cubicBezTo>
                        <a:pt x="-851" y="212493"/>
                        <a:pt x="-1045" y="190023"/>
                        <a:pt x="2570" y="168610"/>
                      </a:cubicBezTo>
                      <a:cubicBezTo>
                        <a:pt x="8403" y="134062"/>
                        <a:pt x="22038" y="109284"/>
                        <a:pt x="39724" y="78721"/>
                      </a:cubicBezTo>
                      <a:cubicBezTo>
                        <a:pt x="51608" y="58188"/>
                        <a:pt x="70004" y="30111"/>
                        <a:pt x="97331" y="0"/>
                      </a:cubicBezTo>
                      <a:cubicBezTo>
                        <a:pt x="122907" y="25544"/>
                        <a:pt x="143489" y="49361"/>
                        <a:pt x="159690" y="69677"/>
                      </a:cubicBezTo>
                      <a:close/>
                    </a:path>
                  </a:pathLst>
                </a:custGeom>
                <a:solidFill>
                  <a:srgbClr val="F8F8F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812" name="任意多边形 811">
                  <a:extLst>
                    <a:ext uri="{FF2B5EF4-FFF2-40B4-BE49-F238E27FC236}">
                      <a16:creationId xmlns:a16="http://schemas.microsoft.com/office/drawing/2014/main" id="{1CF23C18-D277-3B6D-FD12-B8D12B8E55D6}"/>
                    </a:ext>
                  </a:extLst>
                </p:cNvPr>
                <p:cNvSpPr/>
                <p:nvPr/>
              </p:nvSpPr>
              <p:spPr>
                <a:xfrm>
                  <a:off x="2543378" y="4556203"/>
                  <a:ext cx="140549" cy="35437"/>
                </a:xfrm>
                <a:custGeom>
                  <a:avLst/>
                  <a:gdLst>
                    <a:gd name="connsiteX0" fmla="*/ 7810 w 140549"/>
                    <a:gd name="connsiteY0" fmla="*/ 962 h 35437"/>
                    <a:gd name="connsiteX1" fmla="*/ 65046 w 140549"/>
                    <a:gd name="connsiteY1" fmla="*/ 18164 h 35437"/>
                    <a:gd name="connsiteX2" fmla="*/ 100910 w 140549"/>
                    <a:gd name="connsiteY2" fmla="*/ 14993 h 35437"/>
                    <a:gd name="connsiteX3" fmla="*/ 136039 w 140549"/>
                    <a:gd name="connsiteY3" fmla="*/ 22907 h 35437"/>
                    <a:gd name="connsiteX4" fmla="*/ 140549 w 140549"/>
                    <a:gd name="connsiteY4" fmla="*/ 35438 h 35437"/>
                    <a:gd name="connsiteX5" fmla="*/ 69234 w 140549"/>
                    <a:gd name="connsiteY5" fmla="*/ 27184 h 35437"/>
                    <a:gd name="connsiteX6" fmla="*/ 1808 w 140549"/>
                    <a:gd name="connsiteY6" fmla="*/ 8167 h 35437"/>
                    <a:gd name="connsiteX7" fmla="*/ 7810 w 140549"/>
                    <a:gd name="connsiteY7" fmla="*/ 962 h 354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0549" h="35437">
                      <a:moveTo>
                        <a:pt x="7810" y="962"/>
                      </a:moveTo>
                      <a:cubicBezTo>
                        <a:pt x="24907" y="13500"/>
                        <a:pt x="43714" y="19833"/>
                        <a:pt x="65046" y="18164"/>
                      </a:cubicBezTo>
                      <a:cubicBezTo>
                        <a:pt x="77068" y="17220"/>
                        <a:pt x="88783" y="14517"/>
                        <a:pt x="100910" y="14993"/>
                      </a:cubicBezTo>
                      <a:cubicBezTo>
                        <a:pt x="113286" y="15477"/>
                        <a:pt x="124929" y="18438"/>
                        <a:pt x="136039" y="22907"/>
                      </a:cubicBezTo>
                      <a:cubicBezTo>
                        <a:pt x="137427" y="27176"/>
                        <a:pt x="138935" y="31355"/>
                        <a:pt x="140549" y="35438"/>
                      </a:cubicBezTo>
                      <a:cubicBezTo>
                        <a:pt x="117926" y="25417"/>
                        <a:pt x="96730" y="24416"/>
                        <a:pt x="69234" y="27184"/>
                      </a:cubicBezTo>
                      <a:cubicBezTo>
                        <a:pt x="44166" y="29709"/>
                        <a:pt x="22010" y="22988"/>
                        <a:pt x="1808" y="8167"/>
                      </a:cubicBezTo>
                      <a:cubicBezTo>
                        <a:pt x="-3074" y="4601"/>
                        <a:pt x="2953" y="-2596"/>
                        <a:pt x="7810" y="962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13" name="任意多边形 812">
                  <a:extLst>
                    <a:ext uri="{FF2B5EF4-FFF2-40B4-BE49-F238E27FC236}">
                      <a16:creationId xmlns:a16="http://schemas.microsoft.com/office/drawing/2014/main" id="{C1252AD5-F4F3-EA12-B78F-97FDC3A5E250}"/>
                    </a:ext>
                  </a:extLst>
                </p:cNvPr>
                <p:cNvSpPr/>
                <p:nvPr/>
              </p:nvSpPr>
              <p:spPr>
                <a:xfrm>
                  <a:off x="2523990" y="4486479"/>
                  <a:ext cx="146680" cy="57539"/>
                </a:xfrm>
                <a:custGeom>
                  <a:avLst/>
                  <a:gdLst>
                    <a:gd name="connsiteX0" fmla="*/ 1767 w 146680"/>
                    <a:gd name="connsiteY0" fmla="*/ 1977 h 57539"/>
                    <a:gd name="connsiteX1" fmla="*/ 76600 w 146680"/>
                    <a:gd name="connsiteY1" fmla="*/ 36646 h 57539"/>
                    <a:gd name="connsiteX2" fmla="*/ 145156 w 146680"/>
                    <a:gd name="connsiteY2" fmla="*/ 48014 h 57539"/>
                    <a:gd name="connsiteX3" fmla="*/ 146681 w 146680"/>
                    <a:gd name="connsiteY3" fmla="*/ 57413 h 57539"/>
                    <a:gd name="connsiteX4" fmla="*/ 144873 w 146680"/>
                    <a:gd name="connsiteY4" fmla="*/ 57478 h 57539"/>
                    <a:gd name="connsiteX5" fmla="*/ 42681 w 146680"/>
                    <a:gd name="connsiteY5" fmla="*/ 40075 h 57539"/>
                    <a:gd name="connsiteX6" fmla="*/ 1589 w 146680"/>
                    <a:gd name="connsiteY6" fmla="*/ 18533 h 57539"/>
                    <a:gd name="connsiteX7" fmla="*/ 0 w 146680"/>
                    <a:gd name="connsiteY7" fmla="*/ 0 h 57539"/>
                    <a:gd name="connsiteX8" fmla="*/ 1767 w 146680"/>
                    <a:gd name="connsiteY8" fmla="*/ 1977 h 57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6680" h="57539">
                      <a:moveTo>
                        <a:pt x="1767" y="1977"/>
                      </a:moveTo>
                      <a:cubicBezTo>
                        <a:pt x="14789" y="30183"/>
                        <a:pt x="49862" y="32208"/>
                        <a:pt x="76600" y="36646"/>
                      </a:cubicBezTo>
                      <a:cubicBezTo>
                        <a:pt x="99449" y="40438"/>
                        <a:pt x="122306" y="44222"/>
                        <a:pt x="145156" y="48014"/>
                      </a:cubicBezTo>
                      <a:cubicBezTo>
                        <a:pt x="145616" y="51161"/>
                        <a:pt x="146124" y="54299"/>
                        <a:pt x="146681" y="57413"/>
                      </a:cubicBezTo>
                      <a:cubicBezTo>
                        <a:pt x="146132" y="57534"/>
                        <a:pt x="145543" y="57591"/>
                        <a:pt x="144873" y="57478"/>
                      </a:cubicBezTo>
                      <a:cubicBezTo>
                        <a:pt x="110979" y="51855"/>
                        <a:pt x="76100" y="48095"/>
                        <a:pt x="42681" y="40075"/>
                      </a:cubicBezTo>
                      <a:cubicBezTo>
                        <a:pt x="26351" y="36153"/>
                        <a:pt x="11860" y="30159"/>
                        <a:pt x="1589" y="18533"/>
                      </a:cubicBezTo>
                      <a:cubicBezTo>
                        <a:pt x="928" y="12360"/>
                        <a:pt x="395" y="6172"/>
                        <a:pt x="0" y="0"/>
                      </a:cubicBezTo>
                      <a:cubicBezTo>
                        <a:pt x="702" y="460"/>
                        <a:pt x="1347" y="1057"/>
                        <a:pt x="1767" y="1977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14" name="任意多边形 813">
                  <a:extLst>
                    <a:ext uri="{FF2B5EF4-FFF2-40B4-BE49-F238E27FC236}">
                      <a16:creationId xmlns:a16="http://schemas.microsoft.com/office/drawing/2014/main" id="{A8A9A507-5E8B-47CB-3F13-3B6B3BF7BF47}"/>
                    </a:ext>
                  </a:extLst>
                </p:cNvPr>
                <p:cNvSpPr/>
                <p:nvPr/>
              </p:nvSpPr>
              <p:spPr>
                <a:xfrm>
                  <a:off x="2523248" y="4436053"/>
                  <a:ext cx="142735" cy="55025"/>
                </a:xfrm>
                <a:custGeom>
                  <a:avLst/>
                  <a:gdLst>
                    <a:gd name="connsiteX0" fmla="*/ 142316 w 142735"/>
                    <a:gd name="connsiteY0" fmla="*/ 45723 h 55025"/>
                    <a:gd name="connsiteX1" fmla="*/ 142735 w 142735"/>
                    <a:gd name="connsiteY1" fmla="*/ 45868 h 55025"/>
                    <a:gd name="connsiteX2" fmla="*/ 142654 w 142735"/>
                    <a:gd name="connsiteY2" fmla="*/ 54856 h 55025"/>
                    <a:gd name="connsiteX3" fmla="*/ 140767 w 142735"/>
                    <a:gd name="connsiteY3" fmla="*/ 54985 h 55025"/>
                    <a:gd name="connsiteX4" fmla="*/ 0 w 142735"/>
                    <a:gd name="connsiteY4" fmla="*/ 10255 h 55025"/>
                    <a:gd name="connsiteX5" fmla="*/ 73 w 142735"/>
                    <a:gd name="connsiteY5" fmla="*/ 7455 h 55025"/>
                    <a:gd name="connsiteX6" fmla="*/ 403 w 142735"/>
                    <a:gd name="connsiteY6" fmla="*/ 0 h 55025"/>
                    <a:gd name="connsiteX7" fmla="*/ 142316 w 142735"/>
                    <a:gd name="connsiteY7" fmla="*/ 45723 h 55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2735" h="55025">
                      <a:moveTo>
                        <a:pt x="142316" y="45723"/>
                      </a:moveTo>
                      <a:cubicBezTo>
                        <a:pt x="142485" y="45747"/>
                        <a:pt x="142582" y="45835"/>
                        <a:pt x="142735" y="45868"/>
                      </a:cubicBezTo>
                      <a:cubicBezTo>
                        <a:pt x="142663" y="48845"/>
                        <a:pt x="142638" y="51838"/>
                        <a:pt x="142654" y="54856"/>
                      </a:cubicBezTo>
                      <a:cubicBezTo>
                        <a:pt x="142082" y="55009"/>
                        <a:pt x="141460" y="55074"/>
                        <a:pt x="140767" y="54985"/>
                      </a:cubicBezTo>
                      <a:cubicBezTo>
                        <a:pt x="91082" y="48369"/>
                        <a:pt x="43899" y="33273"/>
                        <a:pt x="0" y="10255"/>
                      </a:cubicBezTo>
                      <a:cubicBezTo>
                        <a:pt x="24" y="9327"/>
                        <a:pt x="40" y="8375"/>
                        <a:pt x="73" y="7455"/>
                      </a:cubicBezTo>
                      <a:cubicBezTo>
                        <a:pt x="161" y="4970"/>
                        <a:pt x="282" y="2485"/>
                        <a:pt x="403" y="0"/>
                      </a:cubicBezTo>
                      <a:cubicBezTo>
                        <a:pt x="44512" y="23712"/>
                        <a:pt x="92252" y="39058"/>
                        <a:pt x="142316" y="45723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15" name="任意多边形 814">
                  <a:extLst>
                    <a:ext uri="{FF2B5EF4-FFF2-40B4-BE49-F238E27FC236}">
                      <a16:creationId xmlns:a16="http://schemas.microsoft.com/office/drawing/2014/main" id="{6B539E76-7624-9A2C-9C29-2BEBD6B3F39C}"/>
                    </a:ext>
                  </a:extLst>
                </p:cNvPr>
                <p:cNvSpPr/>
                <p:nvPr/>
              </p:nvSpPr>
              <p:spPr>
                <a:xfrm>
                  <a:off x="2530049" y="4364052"/>
                  <a:ext cx="140137" cy="85571"/>
                </a:xfrm>
                <a:custGeom>
                  <a:avLst/>
                  <a:gdLst>
                    <a:gd name="connsiteX0" fmla="*/ 140137 w 140137"/>
                    <a:gd name="connsiteY0" fmla="*/ 76309 h 85571"/>
                    <a:gd name="connsiteX1" fmla="*/ 138596 w 140137"/>
                    <a:gd name="connsiteY1" fmla="*/ 85572 h 85571"/>
                    <a:gd name="connsiteX2" fmla="*/ 0 w 140137"/>
                    <a:gd name="connsiteY2" fmla="*/ 13345 h 85571"/>
                    <a:gd name="connsiteX3" fmla="*/ 2469 w 140137"/>
                    <a:gd name="connsiteY3" fmla="*/ 0 h 85571"/>
                    <a:gd name="connsiteX4" fmla="*/ 140137 w 140137"/>
                    <a:gd name="connsiteY4" fmla="*/ 76309 h 85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137" h="85571">
                      <a:moveTo>
                        <a:pt x="140137" y="76309"/>
                      </a:moveTo>
                      <a:cubicBezTo>
                        <a:pt x="139572" y="79335"/>
                        <a:pt x="139048" y="82417"/>
                        <a:pt x="138596" y="85572"/>
                      </a:cubicBezTo>
                      <a:cubicBezTo>
                        <a:pt x="87306" y="73365"/>
                        <a:pt x="31531" y="57139"/>
                        <a:pt x="0" y="13345"/>
                      </a:cubicBezTo>
                      <a:cubicBezTo>
                        <a:pt x="766" y="8843"/>
                        <a:pt x="1589" y="4397"/>
                        <a:pt x="2469" y="0"/>
                      </a:cubicBezTo>
                      <a:cubicBezTo>
                        <a:pt x="31547" y="47562"/>
                        <a:pt x="88242" y="63973"/>
                        <a:pt x="140137" y="76309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6" name="组合 615">
                <a:extLst>
                  <a:ext uri="{FF2B5EF4-FFF2-40B4-BE49-F238E27FC236}">
                    <a16:creationId xmlns:a16="http://schemas.microsoft.com/office/drawing/2014/main" id="{FFB03683-DFA2-F814-B8A5-0EC089F6DB5E}"/>
                  </a:ext>
                </a:extLst>
              </p:cNvPr>
              <p:cNvGrpSpPr/>
              <p:nvPr/>
            </p:nvGrpSpPr>
            <p:grpSpPr>
              <a:xfrm>
                <a:off x="2415327" y="4982934"/>
                <a:ext cx="665007" cy="556732"/>
                <a:chOff x="2174467" y="4982934"/>
                <a:chExt cx="665007" cy="556732"/>
              </a:xfrm>
            </p:grpSpPr>
            <p:sp>
              <p:nvSpPr>
                <p:cNvPr id="806" name="任意多边形 805">
                  <a:extLst>
                    <a:ext uri="{FF2B5EF4-FFF2-40B4-BE49-F238E27FC236}">
                      <a16:creationId xmlns:a16="http://schemas.microsoft.com/office/drawing/2014/main" id="{B0A9F237-65CC-3753-331A-68C9DC94D9A5}"/>
                    </a:ext>
                  </a:extLst>
                </p:cNvPr>
                <p:cNvSpPr/>
                <p:nvPr/>
              </p:nvSpPr>
              <p:spPr>
                <a:xfrm>
                  <a:off x="2174467" y="4982934"/>
                  <a:ext cx="665007" cy="556732"/>
                </a:xfrm>
                <a:custGeom>
                  <a:avLst/>
                  <a:gdLst>
                    <a:gd name="connsiteX0" fmla="*/ 158790 w 665007"/>
                    <a:gd name="connsiteY0" fmla="*/ 23253 h 556732"/>
                    <a:gd name="connsiteX1" fmla="*/ 213525 w 665007"/>
                    <a:gd name="connsiteY1" fmla="*/ 34419 h 556732"/>
                    <a:gd name="connsiteX2" fmla="*/ 373599 w 665007"/>
                    <a:gd name="connsiteY2" fmla="*/ 29651 h 556732"/>
                    <a:gd name="connsiteX3" fmla="*/ 459332 w 665007"/>
                    <a:gd name="connsiteY3" fmla="*/ 181374 h 556732"/>
                    <a:gd name="connsiteX4" fmla="*/ 665008 w 665007"/>
                    <a:gd name="connsiteY4" fmla="*/ 265574 h 556732"/>
                    <a:gd name="connsiteX5" fmla="*/ 530236 w 665007"/>
                    <a:gd name="connsiteY5" fmla="*/ 411456 h 556732"/>
                    <a:gd name="connsiteX6" fmla="*/ 447101 w 665007"/>
                    <a:gd name="connsiteY6" fmla="*/ 556732 h 556732"/>
                    <a:gd name="connsiteX7" fmla="*/ 301098 w 665007"/>
                    <a:gd name="connsiteY7" fmla="*/ 510324 h 556732"/>
                    <a:gd name="connsiteX8" fmla="*/ 156144 w 665007"/>
                    <a:gd name="connsiteY8" fmla="*/ 430876 h 556732"/>
                    <a:gd name="connsiteX9" fmla="*/ 137958 w 665007"/>
                    <a:gd name="connsiteY9" fmla="*/ 416014 h 556732"/>
                    <a:gd name="connsiteX10" fmla="*/ 60745 w 665007"/>
                    <a:gd name="connsiteY10" fmla="*/ 324973 h 556732"/>
                    <a:gd name="connsiteX11" fmla="*/ 11198 w 665007"/>
                    <a:gd name="connsiteY11" fmla="*/ 166343 h 556732"/>
                    <a:gd name="connsiteX12" fmla="*/ 717 w 665007"/>
                    <a:gd name="connsiteY12" fmla="*/ 0 h 556732"/>
                    <a:gd name="connsiteX13" fmla="*/ 158790 w 665007"/>
                    <a:gd name="connsiteY13" fmla="*/ 23253 h 556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65007" h="556732">
                      <a:moveTo>
                        <a:pt x="158790" y="23253"/>
                      </a:moveTo>
                      <a:cubicBezTo>
                        <a:pt x="185149" y="28683"/>
                        <a:pt x="195275" y="30030"/>
                        <a:pt x="213525" y="34419"/>
                      </a:cubicBezTo>
                      <a:cubicBezTo>
                        <a:pt x="269438" y="47861"/>
                        <a:pt x="324149" y="45327"/>
                        <a:pt x="373599" y="29651"/>
                      </a:cubicBezTo>
                      <a:cubicBezTo>
                        <a:pt x="390768" y="75825"/>
                        <a:pt x="419443" y="139193"/>
                        <a:pt x="459332" y="181374"/>
                      </a:cubicBezTo>
                      <a:cubicBezTo>
                        <a:pt x="494469" y="218528"/>
                        <a:pt x="554691" y="256546"/>
                        <a:pt x="665008" y="265574"/>
                      </a:cubicBezTo>
                      <a:cubicBezTo>
                        <a:pt x="624981" y="299461"/>
                        <a:pt x="576394" y="347225"/>
                        <a:pt x="530236" y="411456"/>
                      </a:cubicBezTo>
                      <a:cubicBezTo>
                        <a:pt x="492299" y="464246"/>
                        <a:pt x="465746" y="514600"/>
                        <a:pt x="447101" y="556732"/>
                      </a:cubicBezTo>
                      <a:cubicBezTo>
                        <a:pt x="387275" y="542799"/>
                        <a:pt x="338115" y="525452"/>
                        <a:pt x="301098" y="510324"/>
                      </a:cubicBezTo>
                      <a:cubicBezTo>
                        <a:pt x="216220" y="475639"/>
                        <a:pt x="172248" y="442890"/>
                        <a:pt x="156144" y="430876"/>
                      </a:cubicBezTo>
                      <a:cubicBezTo>
                        <a:pt x="149875" y="426196"/>
                        <a:pt x="144066" y="421396"/>
                        <a:pt x="137958" y="416014"/>
                      </a:cubicBezTo>
                      <a:cubicBezTo>
                        <a:pt x="104249" y="386323"/>
                        <a:pt x="79423" y="357044"/>
                        <a:pt x="60745" y="324973"/>
                      </a:cubicBezTo>
                      <a:cubicBezTo>
                        <a:pt x="30618" y="273239"/>
                        <a:pt x="21421" y="225798"/>
                        <a:pt x="11198" y="166343"/>
                      </a:cubicBezTo>
                      <a:cubicBezTo>
                        <a:pt x="4332" y="126389"/>
                        <a:pt x="-2211" y="69419"/>
                        <a:pt x="717" y="0"/>
                      </a:cubicBezTo>
                      <a:cubicBezTo>
                        <a:pt x="62246" y="5543"/>
                        <a:pt x="115311" y="14297"/>
                        <a:pt x="158790" y="23253"/>
                      </a:cubicBezTo>
                      <a:close/>
                    </a:path>
                  </a:pathLst>
                </a:custGeom>
                <a:solidFill>
                  <a:srgbClr val="F8F8F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/>
                </a:p>
              </p:txBody>
            </p:sp>
            <p:sp>
              <p:nvSpPr>
                <p:cNvPr id="807" name="任意多边形 806">
                  <a:extLst>
                    <a:ext uri="{FF2B5EF4-FFF2-40B4-BE49-F238E27FC236}">
                      <a16:creationId xmlns:a16="http://schemas.microsoft.com/office/drawing/2014/main" id="{FED96ABF-3EF7-A937-C531-27826ED1F3CB}"/>
                    </a:ext>
                  </a:extLst>
                </p:cNvPr>
                <p:cNvSpPr/>
                <p:nvPr/>
              </p:nvSpPr>
              <p:spPr>
                <a:xfrm>
                  <a:off x="2498843" y="5259553"/>
                  <a:ext cx="219655" cy="127481"/>
                </a:xfrm>
                <a:custGeom>
                  <a:avLst/>
                  <a:gdLst>
                    <a:gd name="connsiteX0" fmla="*/ 7719 w 219655"/>
                    <a:gd name="connsiteY0" fmla="*/ 111431 h 127481"/>
                    <a:gd name="connsiteX1" fmla="*/ 101658 w 219655"/>
                    <a:gd name="connsiteY1" fmla="*/ 71412 h 127481"/>
                    <a:gd name="connsiteX2" fmla="*/ 145267 w 219655"/>
                    <a:gd name="connsiteY2" fmla="*/ 28029 h 127481"/>
                    <a:gd name="connsiteX3" fmla="*/ 200034 w 219655"/>
                    <a:gd name="connsiteY3" fmla="*/ 0 h 127481"/>
                    <a:gd name="connsiteX4" fmla="*/ 219656 w 219655"/>
                    <a:gd name="connsiteY4" fmla="*/ 11513 h 127481"/>
                    <a:gd name="connsiteX5" fmla="*/ 117020 w 219655"/>
                    <a:gd name="connsiteY5" fmla="*/ 78674 h 127481"/>
                    <a:gd name="connsiteX6" fmla="*/ 7711 w 219655"/>
                    <a:gd name="connsiteY6" fmla="*/ 127462 h 127481"/>
                    <a:gd name="connsiteX7" fmla="*/ 7719 w 219655"/>
                    <a:gd name="connsiteY7" fmla="*/ 111431 h 127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19655" h="127481">
                      <a:moveTo>
                        <a:pt x="7719" y="111431"/>
                      </a:moveTo>
                      <a:cubicBezTo>
                        <a:pt x="43881" y="109188"/>
                        <a:pt x="75484" y="96932"/>
                        <a:pt x="101658" y="71412"/>
                      </a:cubicBezTo>
                      <a:cubicBezTo>
                        <a:pt x="116406" y="57027"/>
                        <a:pt x="128832" y="40664"/>
                        <a:pt x="145267" y="28029"/>
                      </a:cubicBezTo>
                      <a:cubicBezTo>
                        <a:pt x="162048" y="15128"/>
                        <a:pt x="180557" y="6277"/>
                        <a:pt x="200034" y="0"/>
                      </a:cubicBezTo>
                      <a:cubicBezTo>
                        <a:pt x="206529" y="4074"/>
                        <a:pt x="213072" y="7923"/>
                        <a:pt x="219656" y="11513"/>
                      </a:cubicBezTo>
                      <a:cubicBezTo>
                        <a:pt x="179000" y="23100"/>
                        <a:pt x="150083" y="44973"/>
                        <a:pt x="117020" y="78674"/>
                      </a:cubicBezTo>
                      <a:cubicBezTo>
                        <a:pt x="86877" y="109405"/>
                        <a:pt x="50449" y="124816"/>
                        <a:pt x="7711" y="127462"/>
                      </a:cubicBezTo>
                      <a:cubicBezTo>
                        <a:pt x="-2592" y="128108"/>
                        <a:pt x="-2552" y="112068"/>
                        <a:pt x="7719" y="111431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8" name="任意多边形 807">
                  <a:extLst>
                    <a:ext uri="{FF2B5EF4-FFF2-40B4-BE49-F238E27FC236}">
                      <a16:creationId xmlns:a16="http://schemas.microsoft.com/office/drawing/2014/main" id="{BD0A7CE6-D446-A38C-D137-B3F6D7F6780A}"/>
                    </a:ext>
                  </a:extLst>
                </p:cNvPr>
                <p:cNvSpPr/>
                <p:nvPr/>
              </p:nvSpPr>
              <p:spPr>
                <a:xfrm>
                  <a:off x="2393543" y="5212201"/>
                  <a:ext cx="255335" cy="119357"/>
                </a:xfrm>
                <a:custGeom>
                  <a:avLst/>
                  <a:gdLst>
                    <a:gd name="connsiteX0" fmla="*/ 4486 w 255335"/>
                    <a:gd name="connsiteY0" fmla="*/ 96399 h 119357"/>
                    <a:gd name="connsiteX1" fmla="*/ 140629 w 255335"/>
                    <a:gd name="connsiteY1" fmla="*/ 60060 h 119357"/>
                    <a:gd name="connsiteX2" fmla="*/ 243056 w 255335"/>
                    <a:gd name="connsiteY2" fmla="*/ 0 h 119357"/>
                    <a:gd name="connsiteX3" fmla="*/ 255335 w 255335"/>
                    <a:gd name="connsiteY3" fmla="*/ 10674 h 119357"/>
                    <a:gd name="connsiteX4" fmla="*/ 253036 w 255335"/>
                    <a:gd name="connsiteY4" fmla="*/ 12732 h 119357"/>
                    <a:gd name="connsiteX5" fmla="*/ 99861 w 255335"/>
                    <a:gd name="connsiteY5" fmla="*/ 101643 h 119357"/>
                    <a:gd name="connsiteX6" fmla="*/ 22357 w 255335"/>
                    <a:gd name="connsiteY6" fmla="*/ 118304 h 119357"/>
                    <a:gd name="connsiteX7" fmla="*/ 0 w 255335"/>
                    <a:gd name="connsiteY7" fmla="*/ 95722 h 119357"/>
                    <a:gd name="connsiteX8" fmla="*/ 4486 w 255335"/>
                    <a:gd name="connsiteY8" fmla="*/ 96399 h 119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5335" h="119357">
                      <a:moveTo>
                        <a:pt x="4486" y="96399"/>
                      </a:moveTo>
                      <a:cubicBezTo>
                        <a:pt x="52436" y="119184"/>
                        <a:pt x="100692" y="83482"/>
                        <a:pt x="140629" y="60060"/>
                      </a:cubicBezTo>
                      <a:cubicBezTo>
                        <a:pt x="174774" y="40043"/>
                        <a:pt x="208911" y="20025"/>
                        <a:pt x="243056" y="0"/>
                      </a:cubicBezTo>
                      <a:cubicBezTo>
                        <a:pt x="247098" y="3631"/>
                        <a:pt x="251188" y="7189"/>
                        <a:pt x="255335" y="10674"/>
                      </a:cubicBezTo>
                      <a:cubicBezTo>
                        <a:pt x="254738" y="11433"/>
                        <a:pt x="254037" y="12151"/>
                        <a:pt x="253036" y="12732"/>
                      </a:cubicBezTo>
                      <a:cubicBezTo>
                        <a:pt x="202392" y="42423"/>
                        <a:pt x="152490" y="75631"/>
                        <a:pt x="99861" y="101643"/>
                      </a:cubicBezTo>
                      <a:cubicBezTo>
                        <a:pt x="74131" y="114359"/>
                        <a:pt x="48563" y="122338"/>
                        <a:pt x="22357" y="118304"/>
                      </a:cubicBezTo>
                      <a:cubicBezTo>
                        <a:pt x="14733" y="110930"/>
                        <a:pt x="7269" y="103386"/>
                        <a:pt x="0" y="95722"/>
                      </a:cubicBezTo>
                      <a:cubicBezTo>
                        <a:pt x="1428" y="95576"/>
                        <a:pt x="2921" y="95657"/>
                        <a:pt x="4486" y="96399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9" name="任意多边形 808">
                  <a:extLst>
                    <a:ext uri="{FF2B5EF4-FFF2-40B4-BE49-F238E27FC236}">
                      <a16:creationId xmlns:a16="http://schemas.microsoft.com/office/drawing/2014/main" id="{4944F799-7F8E-6FBF-E637-0FF012157141}"/>
                    </a:ext>
                  </a:extLst>
                </p:cNvPr>
                <p:cNvSpPr/>
                <p:nvPr/>
              </p:nvSpPr>
              <p:spPr>
                <a:xfrm>
                  <a:off x="2337945" y="5146662"/>
                  <a:ext cx="246718" cy="109348"/>
                </a:xfrm>
                <a:custGeom>
                  <a:avLst/>
                  <a:gdLst>
                    <a:gd name="connsiteX0" fmla="*/ 236286 w 246718"/>
                    <a:gd name="connsiteY0" fmla="*/ 266 h 109348"/>
                    <a:gd name="connsiteX1" fmla="*/ 236996 w 246718"/>
                    <a:gd name="connsiteY1" fmla="*/ 0 h 109348"/>
                    <a:gd name="connsiteX2" fmla="*/ 246719 w 246718"/>
                    <a:gd name="connsiteY2" fmla="*/ 11884 h 109348"/>
                    <a:gd name="connsiteX3" fmla="*/ 244379 w 246718"/>
                    <a:gd name="connsiteY3" fmla="*/ 14111 h 109348"/>
                    <a:gd name="connsiteX4" fmla="*/ 10690 w 246718"/>
                    <a:gd name="connsiteY4" fmla="*/ 109349 h 109348"/>
                    <a:gd name="connsiteX5" fmla="*/ 7721 w 246718"/>
                    <a:gd name="connsiteY5" fmla="*/ 105597 h 109348"/>
                    <a:gd name="connsiteX6" fmla="*/ 0 w 246718"/>
                    <a:gd name="connsiteY6" fmla="*/ 95439 h 109348"/>
                    <a:gd name="connsiteX7" fmla="*/ 236286 w 246718"/>
                    <a:gd name="connsiteY7" fmla="*/ 266 h 1093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46718" h="109348">
                      <a:moveTo>
                        <a:pt x="236286" y="266"/>
                      </a:moveTo>
                      <a:cubicBezTo>
                        <a:pt x="236528" y="113"/>
                        <a:pt x="236754" y="121"/>
                        <a:pt x="236996" y="0"/>
                      </a:cubicBezTo>
                      <a:cubicBezTo>
                        <a:pt x="240151" y="3985"/>
                        <a:pt x="243403" y="7939"/>
                        <a:pt x="246719" y="11884"/>
                      </a:cubicBezTo>
                      <a:cubicBezTo>
                        <a:pt x="246130" y="12707"/>
                        <a:pt x="245395" y="13474"/>
                        <a:pt x="244379" y="14111"/>
                      </a:cubicBezTo>
                      <a:cubicBezTo>
                        <a:pt x="171926" y="59769"/>
                        <a:pt x="93479" y="91550"/>
                        <a:pt x="10690" y="109349"/>
                      </a:cubicBezTo>
                      <a:cubicBezTo>
                        <a:pt x="9706" y="108098"/>
                        <a:pt x="8689" y="106839"/>
                        <a:pt x="7721" y="105597"/>
                      </a:cubicBezTo>
                      <a:cubicBezTo>
                        <a:pt x="5123" y="102241"/>
                        <a:pt x="2558" y="98844"/>
                        <a:pt x="0" y="95439"/>
                      </a:cubicBezTo>
                      <a:cubicBezTo>
                        <a:pt x="83837" y="78351"/>
                        <a:pt x="163277" y="46279"/>
                        <a:pt x="236286" y="266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10" name="任意多边形 809">
                  <a:extLst>
                    <a:ext uri="{FF2B5EF4-FFF2-40B4-BE49-F238E27FC236}">
                      <a16:creationId xmlns:a16="http://schemas.microsoft.com/office/drawing/2014/main" id="{DC1CCD09-2185-BCBD-B1D6-211634348135}"/>
                    </a:ext>
                  </a:extLst>
                </p:cNvPr>
                <p:cNvSpPr/>
                <p:nvPr/>
              </p:nvSpPr>
              <p:spPr>
                <a:xfrm>
                  <a:off x="2270833" y="5087514"/>
                  <a:ext cx="272278" cy="77395"/>
                </a:xfrm>
                <a:custGeom>
                  <a:avLst/>
                  <a:gdLst>
                    <a:gd name="connsiteX0" fmla="*/ 264178 w 272278"/>
                    <a:gd name="connsiteY0" fmla="*/ 0 h 77395"/>
                    <a:gd name="connsiteX1" fmla="*/ 272279 w 272278"/>
                    <a:gd name="connsiteY1" fmla="*/ 13837 h 77395"/>
                    <a:gd name="connsiteX2" fmla="*/ 11352 w 272278"/>
                    <a:gd name="connsiteY2" fmla="*/ 70622 h 77395"/>
                    <a:gd name="connsiteX3" fmla="*/ 0 w 272278"/>
                    <a:gd name="connsiteY3" fmla="*/ 50411 h 77395"/>
                    <a:gd name="connsiteX4" fmla="*/ 264178 w 272278"/>
                    <a:gd name="connsiteY4" fmla="*/ 0 h 77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2278" h="77395">
                      <a:moveTo>
                        <a:pt x="264178" y="0"/>
                      </a:moveTo>
                      <a:cubicBezTo>
                        <a:pt x="266744" y="4591"/>
                        <a:pt x="269431" y="9206"/>
                        <a:pt x="272279" y="13837"/>
                      </a:cubicBezTo>
                      <a:cubicBezTo>
                        <a:pt x="191604" y="53912"/>
                        <a:pt x="100651" y="93616"/>
                        <a:pt x="11352" y="70622"/>
                      </a:cubicBezTo>
                      <a:cubicBezTo>
                        <a:pt x="7431" y="63877"/>
                        <a:pt x="3647" y="57139"/>
                        <a:pt x="0" y="50411"/>
                      </a:cubicBezTo>
                      <a:cubicBezTo>
                        <a:pt x="90195" y="81030"/>
                        <a:pt x="182560" y="40559"/>
                        <a:pt x="264178" y="0"/>
                      </a:cubicBezTo>
                      <a:close/>
                    </a:path>
                  </a:pathLst>
                </a:custGeom>
                <a:solidFill>
                  <a:srgbClr val="7368E3">
                    <a:alpha val="2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7" name="组合 616">
                <a:extLst>
                  <a:ext uri="{FF2B5EF4-FFF2-40B4-BE49-F238E27FC236}">
                    <a16:creationId xmlns:a16="http://schemas.microsoft.com/office/drawing/2014/main" id="{02D6E14E-0D96-79B8-8389-F720DF8A864A}"/>
                  </a:ext>
                </a:extLst>
              </p:cNvPr>
              <p:cNvGrpSpPr/>
              <p:nvPr/>
            </p:nvGrpSpPr>
            <p:grpSpPr>
              <a:xfrm>
                <a:off x="8566404" y="1799284"/>
                <a:ext cx="420839" cy="399458"/>
                <a:chOff x="9080036" y="896743"/>
                <a:chExt cx="420839" cy="399458"/>
              </a:xfrm>
            </p:grpSpPr>
            <p:sp>
              <p:nvSpPr>
                <p:cNvPr id="799" name="任意多边形 798">
                  <a:extLst>
                    <a:ext uri="{FF2B5EF4-FFF2-40B4-BE49-F238E27FC236}">
                      <a16:creationId xmlns:a16="http://schemas.microsoft.com/office/drawing/2014/main" id="{8AFBB419-5E59-56CC-CB41-3336BAF76025}"/>
                    </a:ext>
                  </a:extLst>
                </p:cNvPr>
                <p:cNvSpPr/>
                <p:nvPr/>
              </p:nvSpPr>
              <p:spPr>
                <a:xfrm>
                  <a:off x="9081811" y="997580"/>
                  <a:ext cx="419064" cy="276667"/>
                </a:xfrm>
                <a:custGeom>
                  <a:avLst/>
                  <a:gdLst>
                    <a:gd name="connsiteX0" fmla="*/ 0 w 419064"/>
                    <a:gd name="connsiteY0" fmla="*/ 99183 h 276667"/>
                    <a:gd name="connsiteX1" fmla="*/ 7342 w 419064"/>
                    <a:gd name="connsiteY1" fmla="*/ 159566 h 276667"/>
                    <a:gd name="connsiteX2" fmla="*/ 305544 w 419064"/>
                    <a:gd name="connsiteY2" fmla="*/ 276668 h 276667"/>
                    <a:gd name="connsiteX3" fmla="*/ 419064 w 419064"/>
                    <a:gd name="connsiteY3" fmla="*/ 79061 h 276667"/>
                    <a:gd name="connsiteX4" fmla="*/ 415192 w 419064"/>
                    <a:gd name="connsiteY4" fmla="*/ 0 h 276667"/>
                    <a:gd name="connsiteX5" fmla="*/ 308449 w 419064"/>
                    <a:gd name="connsiteY5" fmla="*/ 178526 h 276667"/>
                    <a:gd name="connsiteX6" fmla="*/ 0 w 419064"/>
                    <a:gd name="connsiteY6" fmla="*/ 99183 h 27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19064" h="276667">
                      <a:moveTo>
                        <a:pt x="0" y="99183"/>
                      </a:moveTo>
                      <a:cubicBezTo>
                        <a:pt x="2501" y="119313"/>
                        <a:pt x="4922" y="139435"/>
                        <a:pt x="7342" y="159566"/>
                      </a:cubicBezTo>
                      <a:cubicBezTo>
                        <a:pt x="106743" y="198600"/>
                        <a:pt x="206143" y="237634"/>
                        <a:pt x="305544" y="276668"/>
                      </a:cubicBezTo>
                      <a:cubicBezTo>
                        <a:pt x="343384" y="210799"/>
                        <a:pt x="381224" y="144930"/>
                        <a:pt x="419064" y="79061"/>
                      </a:cubicBezTo>
                      <a:cubicBezTo>
                        <a:pt x="417692" y="52710"/>
                        <a:pt x="416482" y="26351"/>
                        <a:pt x="415192" y="0"/>
                      </a:cubicBezTo>
                      <a:lnTo>
                        <a:pt x="308449" y="178526"/>
                      </a:lnTo>
                      <a:cubicBezTo>
                        <a:pt x="205660" y="152078"/>
                        <a:pt x="102870" y="125631"/>
                        <a:pt x="0" y="99183"/>
                      </a:cubicBezTo>
                      <a:close/>
                    </a:path>
                  </a:pathLst>
                </a:custGeom>
                <a:solidFill>
                  <a:srgbClr val="FFAC3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0" name="任意多边形 799">
                  <a:extLst>
                    <a:ext uri="{FF2B5EF4-FFF2-40B4-BE49-F238E27FC236}">
                      <a16:creationId xmlns:a16="http://schemas.microsoft.com/office/drawing/2014/main" id="{CF01BFE2-1557-4CD8-0329-2B2042081656}"/>
                    </a:ext>
                  </a:extLst>
                </p:cNvPr>
                <p:cNvSpPr/>
                <p:nvPr/>
              </p:nvSpPr>
              <p:spPr>
                <a:xfrm>
                  <a:off x="9080036" y="896743"/>
                  <a:ext cx="416966" cy="322705"/>
                </a:xfrm>
                <a:custGeom>
                  <a:avLst/>
                  <a:gdLst>
                    <a:gd name="connsiteX0" fmla="*/ 61157 w 416966"/>
                    <a:gd name="connsiteY0" fmla="*/ 0 h 322705"/>
                    <a:gd name="connsiteX1" fmla="*/ 0 w 416966"/>
                    <a:gd name="connsiteY1" fmla="*/ 207338 h 322705"/>
                    <a:gd name="connsiteX2" fmla="*/ 294571 w 416966"/>
                    <a:gd name="connsiteY2" fmla="*/ 322705 h 322705"/>
                    <a:gd name="connsiteX3" fmla="*/ 416967 w 416966"/>
                    <a:gd name="connsiteY3" fmla="*/ 100829 h 322705"/>
                    <a:gd name="connsiteX4" fmla="*/ 61157 w 416966"/>
                    <a:gd name="connsiteY4" fmla="*/ 0 h 322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6966" h="322705">
                      <a:moveTo>
                        <a:pt x="61157" y="0"/>
                      </a:moveTo>
                      <a:cubicBezTo>
                        <a:pt x="40745" y="69113"/>
                        <a:pt x="20332" y="138225"/>
                        <a:pt x="0" y="207338"/>
                      </a:cubicBezTo>
                      <a:cubicBezTo>
                        <a:pt x="98191" y="245791"/>
                        <a:pt x="196381" y="284252"/>
                        <a:pt x="294571" y="322705"/>
                      </a:cubicBezTo>
                      <a:lnTo>
                        <a:pt x="416967" y="100829"/>
                      </a:lnTo>
                      <a:lnTo>
                        <a:pt x="6115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1" name="任意多边形 800">
                  <a:extLst>
                    <a:ext uri="{FF2B5EF4-FFF2-40B4-BE49-F238E27FC236}">
                      <a16:creationId xmlns:a16="http://schemas.microsoft.com/office/drawing/2014/main" id="{EAED8C91-552A-62BC-458C-70740414CD88}"/>
                    </a:ext>
                  </a:extLst>
                </p:cNvPr>
                <p:cNvSpPr/>
                <p:nvPr/>
              </p:nvSpPr>
              <p:spPr>
                <a:xfrm>
                  <a:off x="9264395" y="1201053"/>
                  <a:ext cx="99239" cy="95148"/>
                </a:xfrm>
                <a:custGeom>
                  <a:avLst/>
                  <a:gdLst>
                    <a:gd name="connsiteX0" fmla="*/ 0 w 99239"/>
                    <a:gd name="connsiteY0" fmla="*/ 90574 h 95148"/>
                    <a:gd name="connsiteX1" fmla="*/ 35178 w 99239"/>
                    <a:gd name="connsiteY1" fmla="*/ 95149 h 95148"/>
                    <a:gd name="connsiteX2" fmla="*/ 99240 w 99239"/>
                    <a:gd name="connsiteY2" fmla="*/ 42084 h 95148"/>
                    <a:gd name="connsiteX3" fmla="*/ 77294 w 99239"/>
                    <a:gd name="connsiteY3" fmla="*/ 0 h 95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9239" h="95148">
                      <a:moveTo>
                        <a:pt x="0" y="90574"/>
                      </a:moveTo>
                      <a:cubicBezTo>
                        <a:pt x="11700" y="92099"/>
                        <a:pt x="23479" y="93624"/>
                        <a:pt x="35178" y="95149"/>
                      </a:cubicBezTo>
                      <a:cubicBezTo>
                        <a:pt x="56558" y="77463"/>
                        <a:pt x="77859" y="59778"/>
                        <a:pt x="99240" y="42084"/>
                      </a:cubicBezTo>
                      <a:cubicBezTo>
                        <a:pt x="91897" y="28053"/>
                        <a:pt x="84556" y="14031"/>
                        <a:pt x="77294" y="0"/>
                      </a:cubicBezTo>
                    </a:path>
                  </a:pathLst>
                </a:custGeom>
                <a:solidFill>
                  <a:srgbClr val="FFE88A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2" name="任意多边形 801">
                  <a:extLst>
                    <a:ext uri="{FF2B5EF4-FFF2-40B4-BE49-F238E27FC236}">
                      <a16:creationId xmlns:a16="http://schemas.microsoft.com/office/drawing/2014/main" id="{3AACE559-F033-3203-6E17-70A831CBE094}"/>
                    </a:ext>
                  </a:extLst>
                </p:cNvPr>
                <p:cNvSpPr/>
                <p:nvPr/>
              </p:nvSpPr>
              <p:spPr>
                <a:xfrm>
                  <a:off x="9239222" y="1151659"/>
                  <a:ext cx="139016" cy="137232"/>
                </a:xfrm>
                <a:custGeom>
                  <a:avLst/>
                  <a:gdLst>
                    <a:gd name="connsiteX0" fmla="*/ 0 w 139016"/>
                    <a:gd name="connsiteY0" fmla="*/ 0 h 137232"/>
                    <a:gd name="connsiteX1" fmla="*/ 25577 w 139016"/>
                    <a:gd name="connsiteY1" fmla="*/ 137233 h 137232"/>
                    <a:gd name="connsiteX2" fmla="*/ 139017 w 139016"/>
                    <a:gd name="connsiteY2" fmla="*/ 31111 h 137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9016" h="137232">
                      <a:moveTo>
                        <a:pt x="0" y="0"/>
                      </a:moveTo>
                      <a:cubicBezTo>
                        <a:pt x="8472" y="45747"/>
                        <a:pt x="17024" y="91486"/>
                        <a:pt x="25577" y="137233"/>
                      </a:cubicBezTo>
                      <a:cubicBezTo>
                        <a:pt x="63416" y="101861"/>
                        <a:pt x="101176" y="66482"/>
                        <a:pt x="139017" y="31111"/>
                      </a:cubicBezTo>
                    </a:path>
                  </a:pathLst>
                </a:custGeom>
                <a:solidFill>
                  <a:srgbClr val="FFFFFF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3" name="任意多边形 802">
                  <a:extLst>
                    <a:ext uri="{FF2B5EF4-FFF2-40B4-BE49-F238E27FC236}">
                      <a16:creationId xmlns:a16="http://schemas.microsoft.com/office/drawing/2014/main" id="{5F5B88FE-A63B-8A9C-BDEA-DB11637313DC}"/>
                    </a:ext>
                  </a:extLst>
                </p:cNvPr>
                <p:cNvSpPr/>
                <p:nvPr/>
              </p:nvSpPr>
              <p:spPr>
                <a:xfrm>
                  <a:off x="9156418" y="999791"/>
                  <a:ext cx="49103" cy="47037"/>
                </a:xfrm>
                <a:custGeom>
                  <a:avLst/>
                  <a:gdLst>
                    <a:gd name="connsiteX0" fmla="*/ 49103 w 49103"/>
                    <a:gd name="connsiteY0" fmla="*/ 23519 h 47037"/>
                    <a:gd name="connsiteX1" fmla="*/ 24552 w 49103"/>
                    <a:gd name="connsiteY1" fmla="*/ 47038 h 47037"/>
                    <a:gd name="connsiteX2" fmla="*/ 0 w 49103"/>
                    <a:gd name="connsiteY2" fmla="*/ 23519 h 47037"/>
                    <a:gd name="connsiteX3" fmla="*/ 24552 w 49103"/>
                    <a:gd name="connsiteY3" fmla="*/ 0 h 47037"/>
                    <a:gd name="connsiteX4" fmla="*/ 49103 w 49103"/>
                    <a:gd name="connsiteY4" fmla="*/ 23519 h 47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103" h="47037">
                      <a:moveTo>
                        <a:pt x="49103" y="23519"/>
                      </a:moveTo>
                      <a:cubicBezTo>
                        <a:pt x="49103" y="36508"/>
                        <a:pt x="38111" y="47038"/>
                        <a:pt x="24552" y="47038"/>
                      </a:cubicBezTo>
                      <a:cubicBezTo>
                        <a:pt x="10992" y="47038"/>
                        <a:pt x="0" y="36508"/>
                        <a:pt x="0" y="23519"/>
                      </a:cubicBezTo>
                      <a:cubicBezTo>
                        <a:pt x="0" y="10530"/>
                        <a:pt x="10992" y="0"/>
                        <a:pt x="24552" y="0"/>
                      </a:cubicBezTo>
                      <a:cubicBezTo>
                        <a:pt x="38111" y="0"/>
                        <a:pt x="49103" y="10530"/>
                        <a:pt x="49103" y="23519"/>
                      </a:cubicBezTo>
                      <a:close/>
                    </a:path>
                  </a:pathLst>
                </a:custGeom>
                <a:solidFill>
                  <a:srgbClr val="FFE88A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4" name="任意多边形 803">
                  <a:extLst>
                    <a:ext uri="{FF2B5EF4-FFF2-40B4-BE49-F238E27FC236}">
                      <a16:creationId xmlns:a16="http://schemas.microsoft.com/office/drawing/2014/main" id="{F0F064C6-E6A4-015F-4A09-736CEE086B45}"/>
                    </a:ext>
                  </a:extLst>
                </p:cNvPr>
                <p:cNvSpPr/>
                <p:nvPr/>
              </p:nvSpPr>
              <p:spPr>
                <a:xfrm>
                  <a:off x="9247105" y="1022197"/>
                  <a:ext cx="49103" cy="47037"/>
                </a:xfrm>
                <a:custGeom>
                  <a:avLst/>
                  <a:gdLst>
                    <a:gd name="connsiteX0" fmla="*/ 49103 w 49103"/>
                    <a:gd name="connsiteY0" fmla="*/ 23519 h 47037"/>
                    <a:gd name="connsiteX1" fmla="*/ 24551 w 49103"/>
                    <a:gd name="connsiteY1" fmla="*/ 47038 h 47037"/>
                    <a:gd name="connsiteX2" fmla="*/ 0 w 49103"/>
                    <a:gd name="connsiteY2" fmla="*/ 23519 h 47037"/>
                    <a:gd name="connsiteX3" fmla="*/ 24551 w 49103"/>
                    <a:gd name="connsiteY3" fmla="*/ 0 h 47037"/>
                    <a:gd name="connsiteX4" fmla="*/ 49103 w 49103"/>
                    <a:gd name="connsiteY4" fmla="*/ 23519 h 47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103" h="47037">
                      <a:moveTo>
                        <a:pt x="49103" y="23519"/>
                      </a:moveTo>
                      <a:cubicBezTo>
                        <a:pt x="49103" y="36508"/>
                        <a:pt x="38110" y="47038"/>
                        <a:pt x="24551" y="47038"/>
                      </a:cubicBezTo>
                      <a:cubicBezTo>
                        <a:pt x="10992" y="47038"/>
                        <a:pt x="0" y="36508"/>
                        <a:pt x="0" y="23519"/>
                      </a:cubicBezTo>
                      <a:cubicBezTo>
                        <a:pt x="0" y="10530"/>
                        <a:pt x="10992" y="0"/>
                        <a:pt x="24551" y="0"/>
                      </a:cubicBezTo>
                      <a:cubicBezTo>
                        <a:pt x="38110" y="0"/>
                        <a:pt x="49103" y="10530"/>
                        <a:pt x="49103" y="23519"/>
                      </a:cubicBezTo>
                      <a:close/>
                    </a:path>
                  </a:pathLst>
                </a:custGeom>
                <a:solidFill>
                  <a:srgbClr val="FFE88A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805" name="任意多边形 804">
                  <a:extLst>
                    <a:ext uri="{FF2B5EF4-FFF2-40B4-BE49-F238E27FC236}">
                      <a16:creationId xmlns:a16="http://schemas.microsoft.com/office/drawing/2014/main" id="{0B04C925-A86E-4624-4723-28200E8CDC54}"/>
                    </a:ext>
                  </a:extLst>
                </p:cNvPr>
                <p:cNvSpPr/>
                <p:nvPr/>
              </p:nvSpPr>
              <p:spPr>
                <a:xfrm rot="-1335216">
                  <a:off x="9333161" y="1047130"/>
                  <a:ext cx="50845" cy="45407"/>
                </a:xfrm>
                <a:custGeom>
                  <a:avLst/>
                  <a:gdLst>
                    <a:gd name="connsiteX0" fmla="*/ 50845 w 50845"/>
                    <a:gd name="connsiteY0" fmla="*/ 22704 h 45407"/>
                    <a:gd name="connsiteX1" fmla="*/ 25423 w 50845"/>
                    <a:gd name="connsiteY1" fmla="*/ 45407 h 45407"/>
                    <a:gd name="connsiteX2" fmla="*/ 0 w 50845"/>
                    <a:gd name="connsiteY2" fmla="*/ 22704 h 45407"/>
                    <a:gd name="connsiteX3" fmla="*/ 25423 w 50845"/>
                    <a:gd name="connsiteY3" fmla="*/ 0 h 45407"/>
                    <a:gd name="connsiteX4" fmla="*/ 50845 w 50845"/>
                    <a:gd name="connsiteY4" fmla="*/ 22704 h 45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845" h="45407">
                      <a:moveTo>
                        <a:pt x="50845" y="22704"/>
                      </a:moveTo>
                      <a:cubicBezTo>
                        <a:pt x="50845" y="35242"/>
                        <a:pt x="39463" y="45407"/>
                        <a:pt x="25423" y="45407"/>
                      </a:cubicBezTo>
                      <a:cubicBezTo>
                        <a:pt x="11382" y="45407"/>
                        <a:pt x="0" y="35242"/>
                        <a:pt x="0" y="22704"/>
                      </a:cubicBezTo>
                      <a:cubicBezTo>
                        <a:pt x="0" y="10165"/>
                        <a:pt x="11382" y="0"/>
                        <a:pt x="25423" y="0"/>
                      </a:cubicBezTo>
                      <a:cubicBezTo>
                        <a:pt x="39463" y="0"/>
                        <a:pt x="50845" y="10165"/>
                        <a:pt x="50845" y="22704"/>
                      </a:cubicBezTo>
                      <a:close/>
                    </a:path>
                  </a:pathLst>
                </a:custGeom>
                <a:solidFill>
                  <a:srgbClr val="FFE88A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8" name="组合 617">
                <a:extLst>
                  <a:ext uri="{FF2B5EF4-FFF2-40B4-BE49-F238E27FC236}">
                    <a16:creationId xmlns:a16="http://schemas.microsoft.com/office/drawing/2014/main" id="{1D6C67CC-89EF-EB76-8689-65D3A41B8F0E}"/>
                  </a:ext>
                </a:extLst>
              </p:cNvPr>
              <p:cNvGrpSpPr/>
              <p:nvPr/>
            </p:nvGrpSpPr>
            <p:grpSpPr>
              <a:xfrm>
                <a:off x="3955150" y="1509768"/>
                <a:ext cx="505345" cy="464052"/>
                <a:chOff x="3955150" y="1509768"/>
                <a:chExt cx="505345" cy="464052"/>
              </a:xfrm>
            </p:grpSpPr>
            <p:sp>
              <p:nvSpPr>
                <p:cNvPr id="792" name="任意多边形 791">
                  <a:extLst>
                    <a:ext uri="{FF2B5EF4-FFF2-40B4-BE49-F238E27FC236}">
                      <a16:creationId xmlns:a16="http://schemas.microsoft.com/office/drawing/2014/main" id="{AE8C4BE0-763D-276E-60C4-E96A9CF582CC}"/>
                    </a:ext>
                  </a:extLst>
                </p:cNvPr>
                <p:cNvSpPr/>
                <p:nvPr/>
              </p:nvSpPr>
              <p:spPr>
                <a:xfrm>
                  <a:off x="3955150" y="1589595"/>
                  <a:ext cx="504006" cy="347313"/>
                </a:xfrm>
                <a:custGeom>
                  <a:avLst/>
                  <a:gdLst>
                    <a:gd name="connsiteX0" fmla="*/ 504006 w 504006"/>
                    <a:gd name="connsiteY0" fmla="*/ 168917 h 347313"/>
                    <a:gd name="connsiteX1" fmla="*/ 488031 w 504006"/>
                    <a:gd name="connsiteY1" fmla="*/ 241022 h 347313"/>
                    <a:gd name="connsiteX2" fmla="*/ 113754 w 504006"/>
                    <a:gd name="connsiteY2" fmla="*/ 347313 h 347313"/>
                    <a:gd name="connsiteX3" fmla="*/ 0 w 504006"/>
                    <a:gd name="connsiteY3" fmla="*/ 95092 h 347313"/>
                    <a:gd name="connsiteX4" fmla="*/ 14015 w 504006"/>
                    <a:gd name="connsiteY4" fmla="*/ 0 h 347313"/>
                    <a:gd name="connsiteX5" fmla="*/ 121862 w 504006"/>
                    <a:gd name="connsiteY5" fmla="*/ 228363 h 347313"/>
                    <a:gd name="connsiteX6" fmla="*/ 504006 w 504006"/>
                    <a:gd name="connsiteY6" fmla="*/ 168917 h 3473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04006" h="347313">
                      <a:moveTo>
                        <a:pt x="504006" y="168917"/>
                      </a:moveTo>
                      <a:cubicBezTo>
                        <a:pt x="498681" y="192952"/>
                        <a:pt x="493356" y="216987"/>
                        <a:pt x="488031" y="241022"/>
                      </a:cubicBezTo>
                      <a:cubicBezTo>
                        <a:pt x="363272" y="276450"/>
                        <a:pt x="238513" y="311886"/>
                        <a:pt x="113754" y="347313"/>
                      </a:cubicBezTo>
                      <a:cubicBezTo>
                        <a:pt x="75833" y="263242"/>
                        <a:pt x="37912" y="179163"/>
                        <a:pt x="0" y="95092"/>
                      </a:cubicBezTo>
                      <a:cubicBezTo>
                        <a:pt x="4671" y="63392"/>
                        <a:pt x="9343" y="31700"/>
                        <a:pt x="14015" y="0"/>
                      </a:cubicBezTo>
                      <a:lnTo>
                        <a:pt x="121862" y="228363"/>
                      </a:lnTo>
                      <a:cubicBezTo>
                        <a:pt x="249236" y="208548"/>
                        <a:pt x="376625" y="188732"/>
                        <a:pt x="504006" y="168917"/>
                      </a:cubicBezTo>
                      <a:close/>
                    </a:path>
                  </a:pathLst>
                </a:custGeom>
                <a:solidFill>
                  <a:srgbClr val="FFF099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3" name="任意多边形 792">
                  <a:extLst>
                    <a:ext uri="{FF2B5EF4-FFF2-40B4-BE49-F238E27FC236}">
                      <a16:creationId xmlns:a16="http://schemas.microsoft.com/office/drawing/2014/main" id="{1EF0E7D2-7FAB-8534-84C9-17A0BB52F282}"/>
                    </a:ext>
                  </a:extLst>
                </p:cNvPr>
                <p:cNvSpPr/>
                <p:nvPr/>
              </p:nvSpPr>
              <p:spPr>
                <a:xfrm>
                  <a:off x="3969156" y="1509768"/>
                  <a:ext cx="491339" cy="362433"/>
                </a:xfrm>
                <a:custGeom>
                  <a:avLst/>
                  <a:gdLst>
                    <a:gd name="connsiteX0" fmla="*/ 441889 w 491339"/>
                    <a:gd name="connsiteY0" fmla="*/ 0 h 362433"/>
                    <a:gd name="connsiteX1" fmla="*/ 491339 w 491339"/>
                    <a:gd name="connsiteY1" fmla="*/ 257804 h 362433"/>
                    <a:gd name="connsiteX2" fmla="*/ 121701 w 491339"/>
                    <a:gd name="connsiteY2" fmla="*/ 362433 h 362433"/>
                    <a:gd name="connsiteX3" fmla="*/ 0 w 491339"/>
                    <a:gd name="connsiteY3" fmla="*/ 79827 h 362433"/>
                    <a:gd name="connsiteX4" fmla="*/ 441889 w 491339"/>
                    <a:gd name="connsiteY4" fmla="*/ 0 h 362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1339" h="362433">
                      <a:moveTo>
                        <a:pt x="441889" y="0"/>
                      </a:moveTo>
                      <a:cubicBezTo>
                        <a:pt x="458372" y="85935"/>
                        <a:pt x="474856" y="171870"/>
                        <a:pt x="491339" y="257804"/>
                      </a:cubicBezTo>
                      <a:cubicBezTo>
                        <a:pt x="368129" y="292683"/>
                        <a:pt x="244911" y="327562"/>
                        <a:pt x="121701" y="362433"/>
                      </a:cubicBezTo>
                      <a:lnTo>
                        <a:pt x="0" y="79827"/>
                      </a:lnTo>
                      <a:lnTo>
                        <a:pt x="44188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4" name="任意多边形 793">
                  <a:extLst>
                    <a:ext uri="{FF2B5EF4-FFF2-40B4-BE49-F238E27FC236}">
                      <a16:creationId xmlns:a16="http://schemas.microsoft.com/office/drawing/2014/main" id="{90C0A674-C110-35FC-C415-B2D0211E9D76}"/>
                    </a:ext>
                  </a:extLst>
                </p:cNvPr>
                <p:cNvSpPr/>
                <p:nvPr/>
              </p:nvSpPr>
              <p:spPr>
                <a:xfrm>
                  <a:off x="4101322" y="1853862"/>
                  <a:ext cx="114197" cy="119958"/>
                </a:xfrm>
                <a:custGeom>
                  <a:avLst/>
                  <a:gdLst>
                    <a:gd name="connsiteX0" fmla="*/ 114198 w 114197"/>
                    <a:gd name="connsiteY0" fmla="*/ 118587 h 119958"/>
                    <a:gd name="connsiteX1" fmla="*/ 71130 w 114197"/>
                    <a:gd name="connsiteY1" fmla="*/ 119959 h 119958"/>
                    <a:gd name="connsiteX2" fmla="*/ 0 w 114197"/>
                    <a:gd name="connsiteY2" fmla="*/ 48264 h 119958"/>
                    <a:gd name="connsiteX3" fmla="*/ 31506 w 114197"/>
                    <a:gd name="connsiteY3" fmla="*/ 0 h 1199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197" h="119958">
                      <a:moveTo>
                        <a:pt x="114198" y="118587"/>
                      </a:moveTo>
                      <a:cubicBezTo>
                        <a:pt x="99844" y="119047"/>
                        <a:pt x="85483" y="119499"/>
                        <a:pt x="71130" y="119959"/>
                      </a:cubicBezTo>
                      <a:cubicBezTo>
                        <a:pt x="47417" y="96060"/>
                        <a:pt x="23713" y="72162"/>
                        <a:pt x="0" y="48264"/>
                      </a:cubicBezTo>
                      <a:cubicBezTo>
                        <a:pt x="10505" y="32176"/>
                        <a:pt x="21002" y="16088"/>
                        <a:pt x="31506" y="0"/>
                      </a:cubicBezTo>
                    </a:path>
                  </a:pathLst>
                </a:custGeom>
                <a:solidFill>
                  <a:srgbClr val="FFF099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5" name="任意多边形 794">
                  <a:extLst>
                    <a:ext uri="{FF2B5EF4-FFF2-40B4-BE49-F238E27FC236}">
                      <a16:creationId xmlns:a16="http://schemas.microsoft.com/office/drawing/2014/main" id="{807972D4-952C-BFA0-7C70-DEE1139A8CE4}"/>
                    </a:ext>
                  </a:extLst>
                </p:cNvPr>
                <p:cNvSpPr/>
                <p:nvPr/>
              </p:nvSpPr>
              <p:spPr>
                <a:xfrm>
                  <a:off x="4090761" y="1806260"/>
                  <a:ext cx="171732" cy="162825"/>
                </a:xfrm>
                <a:custGeom>
                  <a:avLst/>
                  <a:gdLst>
                    <a:gd name="connsiteX0" fmla="*/ 171732 w 171732"/>
                    <a:gd name="connsiteY0" fmla="*/ 0 h 162825"/>
                    <a:gd name="connsiteX1" fmla="*/ 124565 w 171732"/>
                    <a:gd name="connsiteY1" fmla="*/ 162825 h 162825"/>
                    <a:gd name="connsiteX2" fmla="*/ 0 w 171732"/>
                    <a:gd name="connsiteY2" fmla="*/ 21171 h 162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1732" h="162825">
                      <a:moveTo>
                        <a:pt x="171732" y="0"/>
                      </a:moveTo>
                      <a:cubicBezTo>
                        <a:pt x="156007" y="54275"/>
                        <a:pt x="140282" y="108550"/>
                        <a:pt x="124565" y="162825"/>
                      </a:cubicBezTo>
                      <a:cubicBezTo>
                        <a:pt x="83046" y="115610"/>
                        <a:pt x="41519" y="68386"/>
                        <a:pt x="0" y="21171"/>
                      </a:cubicBezTo>
                    </a:path>
                  </a:pathLst>
                </a:custGeom>
                <a:solidFill>
                  <a:srgbClr val="FFFFFF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6" name="任意多边形 795">
                  <a:extLst>
                    <a:ext uri="{FF2B5EF4-FFF2-40B4-BE49-F238E27FC236}">
                      <a16:creationId xmlns:a16="http://schemas.microsoft.com/office/drawing/2014/main" id="{2844FEC4-B95F-557C-13AA-7E1FB115E070}"/>
                    </a:ext>
                  </a:extLst>
                </p:cNvPr>
                <p:cNvSpPr/>
                <p:nvPr/>
              </p:nvSpPr>
              <p:spPr>
                <a:xfrm rot="-5064992">
                  <a:off x="4319641" y="1628092"/>
                  <a:ext cx="57125" cy="59626"/>
                </a:xfrm>
                <a:custGeom>
                  <a:avLst/>
                  <a:gdLst>
                    <a:gd name="connsiteX0" fmla="*/ 57126 w 57125"/>
                    <a:gd name="connsiteY0" fmla="*/ 29814 h 59626"/>
                    <a:gd name="connsiteX1" fmla="*/ 28563 w 57125"/>
                    <a:gd name="connsiteY1" fmla="*/ 59627 h 59626"/>
                    <a:gd name="connsiteX2" fmla="*/ 0 w 57125"/>
                    <a:gd name="connsiteY2" fmla="*/ 29814 h 59626"/>
                    <a:gd name="connsiteX3" fmla="*/ 28563 w 57125"/>
                    <a:gd name="connsiteY3" fmla="*/ 0 h 59626"/>
                    <a:gd name="connsiteX4" fmla="*/ 57126 w 57125"/>
                    <a:gd name="connsiteY4" fmla="*/ 29814 h 59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125" h="59626">
                      <a:moveTo>
                        <a:pt x="57126" y="29814"/>
                      </a:moveTo>
                      <a:cubicBezTo>
                        <a:pt x="57126" y="46279"/>
                        <a:pt x="44338" y="59627"/>
                        <a:pt x="28563" y="59627"/>
                      </a:cubicBezTo>
                      <a:cubicBezTo>
                        <a:pt x="12788" y="59627"/>
                        <a:pt x="0" y="46279"/>
                        <a:pt x="0" y="29814"/>
                      </a:cubicBezTo>
                      <a:cubicBezTo>
                        <a:pt x="0" y="13348"/>
                        <a:pt x="12788" y="0"/>
                        <a:pt x="28563" y="0"/>
                      </a:cubicBezTo>
                      <a:cubicBezTo>
                        <a:pt x="44338" y="0"/>
                        <a:pt x="57126" y="13348"/>
                        <a:pt x="57126" y="29814"/>
                      </a:cubicBezTo>
                      <a:close/>
                    </a:path>
                  </a:pathLst>
                </a:custGeom>
                <a:solidFill>
                  <a:srgbClr val="FFF099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7" name="任意多边形 796">
                  <a:extLst>
                    <a:ext uri="{FF2B5EF4-FFF2-40B4-BE49-F238E27FC236}">
                      <a16:creationId xmlns:a16="http://schemas.microsoft.com/office/drawing/2014/main" id="{2D739CF7-5C04-6F73-C76D-916168319162}"/>
                    </a:ext>
                  </a:extLst>
                </p:cNvPr>
                <p:cNvSpPr/>
                <p:nvPr/>
              </p:nvSpPr>
              <p:spPr>
                <a:xfrm rot="-5064992">
                  <a:off x="4207341" y="1644462"/>
                  <a:ext cx="57125" cy="59626"/>
                </a:xfrm>
                <a:custGeom>
                  <a:avLst/>
                  <a:gdLst>
                    <a:gd name="connsiteX0" fmla="*/ 57126 w 57125"/>
                    <a:gd name="connsiteY0" fmla="*/ 29814 h 59626"/>
                    <a:gd name="connsiteX1" fmla="*/ 28563 w 57125"/>
                    <a:gd name="connsiteY1" fmla="*/ 59627 h 59626"/>
                    <a:gd name="connsiteX2" fmla="*/ 0 w 57125"/>
                    <a:gd name="connsiteY2" fmla="*/ 29814 h 59626"/>
                    <a:gd name="connsiteX3" fmla="*/ 28563 w 57125"/>
                    <a:gd name="connsiteY3" fmla="*/ 0 h 59626"/>
                    <a:gd name="connsiteX4" fmla="*/ 57126 w 57125"/>
                    <a:gd name="connsiteY4" fmla="*/ 29814 h 596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125" h="59626">
                      <a:moveTo>
                        <a:pt x="57126" y="29814"/>
                      </a:moveTo>
                      <a:cubicBezTo>
                        <a:pt x="57126" y="46279"/>
                        <a:pt x="44338" y="59627"/>
                        <a:pt x="28563" y="59627"/>
                      </a:cubicBezTo>
                      <a:cubicBezTo>
                        <a:pt x="12788" y="59627"/>
                        <a:pt x="0" y="46279"/>
                        <a:pt x="0" y="29814"/>
                      </a:cubicBezTo>
                      <a:cubicBezTo>
                        <a:pt x="0" y="13348"/>
                        <a:pt x="12788" y="0"/>
                        <a:pt x="28563" y="0"/>
                      </a:cubicBezTo>
                      <a:cubicBezTo>
                        <a:pt x="44338" y="0"/>
                        <a:pt x="57126" y="13348"/>
                        <a:pt x="57126" y="29814"/>
                      </a:cubicBezTo>
                      <a:close/>
                    </a:path>
                  </a:pathLst>
                </a:custGeom>
                <a:solidFill>
                  <a:srgbClr val="FFF099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798" name="任意多边形 797">
                  <a:extLst>
                    <a:ext uri="{FF2B5EF4-FFF2-40B4-BE49-F238E27FC236}">
                      <a16:creationId xmlns:a16="http://schemas.microsoft.com/office/drawing/2014/main" id="{95BB7E4D-9FB8-C472-5646-7FC2EB29022C}"/>
                    </a:ext>
                  </a:extLst>
                </p:cNvPr>
                <p:cNvSpPr/>
                <p:nvPr/>
              </p:nvSpPr>
              <p:spPr>
                <a:xfrm rot="-3729684">
                  <a:off x="4100367" y="1662270"/>
                  <a:ext cx="55156" cy="61756"/>
                </a:xfrm>
                <a:custGeom>
                  <a:avLst/>
                  <a:gdLst>
                    <a:gd name="connsiteX0" fmla="*/ 55157 w 55156"/>
                    <a:gd name="connsiteY0" fmla="*/ 30878 h 61756"/>
                    <a:gd name="connsiteX1" fmla="*/ 27578 w 55156"/>
                    <a:gd name="connsiteY1" fmla="*/ 61757 h 61756"/>
                    <a:gd name="connsiteX2" fmla="*/ 0 w 55156"/>
                    <a:gd name="connsiteY2" fmla="*/ 30878 h 61756"/>
                    <a:gd name="connsiteX3" fmla="*/ 27578 w 55156"/>
                    <a:gd name="connsiteY3" fmla="*/ 0 h 61756"/>
                    <a:gd name="connsiteX4" fmla="*/ 55157 w 55156"/>
                    <a:gd name="connsiteY4" fmla="*/ 30878 h 61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156" h="61756">
                      <a:moveTo>
                        <a:pt x="55157" y="30878"/>
                      </a:moveTo>
                      <a:cubicBezTo>
                        <a:pt x="55157" y="47932"/>
                        <a:pt x="42809" y="61757"/>
                        <a:pt x="27578" y="61757"/>
                      </a:cubicBezTo>
                      <a:cubicBezTo>
                        <a:pt x="12347" y="61757"/>
                        <a:pt x="0" y="47932"/>
                        <a:pt x="0" y="30878"/>
                      </a:cubicBezTo>
                      <a:cubicBezTo>
                        <a:pt x="0" y="13825"/>
                        <a:pt x="12347" y="0"/>
                        <a:pt x="27578" y="0"/>
                      </a:cubicBezTo>
                      <a:cubicBezTo>
                        <a:pt x="42809" y="0"/>
                        <a:pt x="55157" y="13825"/>
                        <a:pt x="55157" y="30878"/>
                      </a:cubicBezTo>
                      <a:close/>
                    </a:path>
                  </a:pathLst>
                </a:custGeom>
                <a:solidFill>
                  <a:srgbClr val="FFF099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19" name="组合 618">
                <a:extLst>
                  <a:ext uri="{FF2B5EF4-FFF2-40B4-BE49-F238E27FC236}">
                    <a16:creationId xmlns:a16="http://schemas.microsoft.com/office/drawing/2014/main" id="{13502A2F-31DF-9C51-A768-24051D0D4DA1}"/>
                  </a:ext>
                </a:extLst>
              </p:cNvPr>
              <p:cNvGrpSpPr/>
              <p:nvPr/>
            </p:nvGrpSpPr>
            <p:grpSpPr>
              <a:xfrm>
                <a:off x="3264043" y="2112615"/>
                <a:ext cx="1465309" cy="3925588"/>
                <a:chOff x="3264043" y="2112615"/>
                <a:chExt cx="1465309" cy="3925588"/>
              </a:xfrm>
            </p:grpSpPr>
            <p:grpSp>
              <p:nvGrpSpPr>
                <p:cNvPr id="738" name="组合 737">
                  <a:extLst>
                    <a:ext uri="{FF2B5EF4-FFF2-40B4-BE49-F238E27FC236}">
                      <a16:creationId xmlns:a16="http://schemas.microsoft.com/office/drawing/2014/main" id="{7FAC9E32-9E38-7CEA-41D4-28FE46E4F43A}"/>
                    </a:ext>
                  </a:extLst>
                </p:cNvPr>
                <p:cNvGrpSpPr/>
                <p:nvPr/>
              </p:nvGrpSpPr>
              <p:grpSpPr>
                <a:xfrm>
                  <a:off x="3378166" y="3757385"/>
                  <a:ext cx="1082950" cy="2280818"/>
                  <a:chOff x="3378166" y="3757385"/>
                  <a:chExt cx="1082950" cy="2280818"/>
                </a:xfrm>
              </p:grpSpPr>
              <p:sp>
                <p:nvSpPr>
                  <p:cNvPr id="765" name="任意多边形 764">
                    <a:extLst>
                      <a:ext uri="{FF2B5EF4-FFF2-40B4-BE49-F238E27FC236}">
                        <a16:creationId xmlns:a16="http://schemas.microsoft.com/office/drawing/2014/main" id="{B6A2AF08-6C99-7072-316F-619EBFFBA60A}"/>
                      </a:ext>
                    </a:extLst>
                  </p:cNvPr>
                  <p:cNvSpPr/>
                  <p:nvPr/>
                </p:nvSpPr>
                <p:spPr>
                  <a:xfrm>
                    <a:off x="3378166" y="4169443"/>
                    <a:ext cx="696042" cy="1293397"/>
                  </a:xfrm>
                  <a:custGeom>
                    <a:avLst/>
                    <a:gdLst>
                      <a:gd name="connsiteX0" fmla="*/ 366266 w 696042"/>
                      <a:gd name="connsiteY0" fmla="*/ 17842 h 1293397"/>
                      <a:gd name="connsiteX1" fmla="*/ 203134 w 696042"/>
                      <a:gd name="connsiteY1" fmla="*/ 26426 h 1293397"/>
                      <a:gd name="connsiteX2" fmla="*/ 0 w 696042"/>
                      <a:gd name="connsiteY2" fmla="*/ 458738 h 1293397"/>
                      <a:gd name="connsiteX3" fmla="*/ 7754 w 696042"/>
                      <a:gd name="connsiteY3" fmla="*/ 496385 h 1293397"/>
                      <a:gd name="connsiteX4" fmla="*/ 564131 w 696042"/>
                      <a:gd name="connsiteY4" fmla="*/ 1246812 h 1293397"/>
                      <a:gd name="connsiteX5" fmla="*/ 688237 w 696042"/>
                      <a:gd name="connsiteY5" fmla="*/ 1284232 h 1293397"/>
                      <a:gd name="connsiteX6" fmla="*/ 679652 w 696042"/>
                      <a:gd name="connsiteY6" fmla="*/ 1202670 h 1293397"/>
                      <a:gd name="connsiteX7" fmla="*/ 568117 w 696042"/>
                      <a:gd name="connsiteY7" fmla="*/ 919088 h 1293397"/>
                      <a:gd name="connsiteX8" fmla="*/ 370566 w 696042"/>
                      <a:gd name="connsiteY8" fmla="*/ 532982 h 1293397"/>
                      <a:gd name="connsiteX9" fmla="*/ 396320 w 696042"/>
                      <a:gd name="connsiteY9" fmla="*/ 185258 h 1293397"/>
                      <a:gd name="connsiteX10" fmla="*/ 366266 w 696042"/>
                      <a:gd name="connsiteY10" fmla="*/ 17842 h 1293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696042" h="1293397">
                        <a:moveTo>
                          <a:pt x="366266" y="17842"/>
                        </a:moveTo>
                        <a:cubicBezTo>
                          <a:pt x="312668" y="-24702"/>
                          <a:pt x="213566" y="21561"/>
                          <a:pt x="203134" y="26426"/>
                        </a:cubicBezTo>
                        <a:cubicBezTo>
                          <a:pt x="18452" y="112635"/>
                          <a:pt x="1896" y="414323"/>
                          <a:pt x="0" y="458738"/>
                        </a:cubicBezTo>
                        <a:cubicBezTo>
                          <a:pt x="1888" y="471881"/>
                          <a:pt x="4405" y="484492"/>
                          <a:pt x="7754" y="496385"/>
                        </a:cubicBezTo>
                        <a:cubicBezTo>
                          <a:pt x="74365" y="733373"/>
                          <a:pt x="564131" y="1246812"/>
                          <a:pt x="564131" y="1246812"/>
                        </a:cubicBezTo>
                        <a:cubicBezTo>
                          <a:pt x="616381" y="1294406"/>
                          <a:pt x="670462" y="1302853"/>
                          <a:pt x="688237" y="1284232"/>
                        </a:cubicBezTo>
                        <a:cubicBezTo>
                          <a:pt x="702332" y="1269467"/>
                          <a:pt x="696055" y="1235104"/>
                          <a:pt x="679652" y="1202670"/>
                        </a:cubicBezTo>
                        <a:cubicBezTo>
                          <a:pt x="648460" y="1112830"/>
                          <a:pt x="611661" y="1017859"/>
                          <a:pt x="568117" y="919088"/>
                        </a:cubicBezTo>
                        <a:cubicBezTo>
                          <a:pt x="504628" y="775078"/>
                          <a:pt x="437072" y="646349"/>
                          <a:pt x="370566" y="532982"/>
                        </a:cubicBezTo>
                        <a:cubicBezTo>
                          <a:pt x="372817" y="371787"/>
                          <a:pt x="391745" y="269385"/>
                          <a:pt x="396320" y="185258"/>
                        </a:cubicBezTo>
                        <a:cubicBezTo>
                          <a:pt x="400434" y="109545"/>
                          <a:pt x="404807" y="48428"/>
                          <a:pt x="366266" y="17842"/>
                        </a:cubicBez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6" name="任意多边形 765">
                    <a:extLst>
                      <a:ext uri="{FF2B5EF4-FFF2-40B4-BE49-F238E27FC236}">
                        <a16:creationId xmlns:a16="http://schemas.microsoft.com/office/drawing/2014/main" id="{ACA94E40-DC0E-D6F5-B191-2D7A2A9A26BE}"/>
                      </a:ext>
                    </a:extLst>
                  </p:cNvPr>
                  <p:cNvSpPr/>
                  <p:nvPr/>
                </p:nvSpPr>
                <p:spPr>
                  <a:xfrm>
                    <a:off x="3388937" y="4169435"/>
                    <a:ext cx="388161" cy="410280"/>
                  </a:xfrm>
                  <a:custGeom>
                    <a:avLst/>
                    <a:gdLst>
                      <a:gd name="connsiteX0" fmla="*/ 364991 w 388161"/>
                      <a:gd name="connsiteY0" fmla="*/ 410281 h 410280"/>
                      <a:gd name="connsiteX1" fmla="*/ 385541 w 388161"/>
                      <a:gd name="connsiteY1" fmla="*/ 185266 h 410280"/>
                      <a:gd name="connsiteX2" fmla="*/ 355495 w 388161"/>
                      <a:gd name="connsiteY2" fmla="*/ 17841 h 410280"/>
                      <a:gd name="connsiteX3" fmla="*/ 192363 w 388161"/>
                      <a:gd name="connsiteY3" fmla="*/ 26426 h 410280"/>
                      <a:gd name="connsiteX4" fmla="*/ 0 w 388161"/>
                      <a:gd name="connsiteY4" fmla="*/ 356215 h 410280"/>
                      <a:gd name="connsiteX5" fmla="*/ 364991 w 388161"/>
                      <a:gd name="connsiteY5" fmla="*/ 410281 h 410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88161" h="410280">
                        <a:moveTo>
                          <a:pt x="364991" y="410281"/>
                        </a:moveTo>
                        <a:cubicBezTo>
                          <a:pt x="371583" y="315842"/>
                          <a:pt x="382249" y="245737"/>
                          <a:pt x="385541" y="185266"/>
                        </a:cubicBezTo>
                        <a:cubicBezTo>
                          <a:pt x="389663" y="109553"/>
                          <a:pt x="394036" y="48437"/>
                          <a:pt x="355495" y="17841"/>
                        </a:cubicBezTo>
                        <a:cubicBezTo>
                          <a:pt x="301897" y="-24702"/>
                          <a:pt x="202795" y="21561"/>
                          <a:pt x="192363" y="26426"/>
                        </a:cubicBezTo>
                        <a:cubicBezTo>
                          <a:pt x="65328" y="85728"/>
                          <a:pt x="17879" y="246882"/>
                          <a:pt x="0" y="356215"/>
                        </a:cubicBezTo>
                        <a:cubicBezTo>
                          <a:pt x="122379" y="369657"/>
                          <a:pt x="243136" y="397476"/>
                          <a:pt x="364991" y="410281"/>
                        </a:cubicBez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7" name="组合 766">
                    <a:extLst>
                      <a:ext uri="{FF2B5EF4-FFF2-40B4-BE49-F238E27FC236}">
                        <a16:creationId xmlns:a16="http://schemas.microsoft.com/office/drawing/2014/main" id="{12333D60-1EAB-AB4E-27AB-E6882E188CD1}"/>
                      </a:ext>
                    </a:extLst>
                  </p:cNvPr>
                  <p:cNvGrpSpPr/>
                  <p:nvPr/>
                </p:nvGrpSpPr>
                <p:grpSpPr>
                  <a:xfrm>
                    <a:off x="3884117" y="5250226"/>
                    <a:ext cx="326666" cy="557014"/>
                    <a:chOff x="3884117" y="5250226"/>
                    <a:chExt cx="326666" cy="557014"/>
                  </a:xfrm>
                </p:grpSpPr>
                <p:sp>
                  <p:nvSpPr>
                    <p:cNvPr id="786" name="任意多边形 785">
                      <a:extLst>
                        <a:ext uri="{FF2B5EF4-FFF2-40B4-BE49-F238E27FC236}">
                          <a16:creationId xmlns:a16="http://schemas.microsoft.com/office/drawing/2014/main" id="{9900A31D-2F77-8E3E-7E93-E7488312EC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03993" y="5481591"/>
                      <a:ext cx="206791" cy="325650"/>
                    </a:xfrm>
                    <a:custGeom>
                      <a:avLst/>
                      <a:gdLst>
                        <a:gd name="connsiteX0" fmla="*/ 45056 w 206791"/>
                        <a:gd name="connsiteY0" fmla="*/ 34855 h 325650"/>
                        <a:gd name="connsiteX1" fmla="*/ 648 w 206791"/>
                        <a:gd name="connsiteY1" fmla="*/ 286253 h 325650"/>
                        <a:gd name="connsiteX2" fmla="*/ 23876 w 206791"/>
                        <a:gd name="connsiteY2" fmla="*/ 325650 h 325650"/>
                        <a:gd name="connsiteX3" fmla="*/ 89528 w 206791"/>
                        <a:gd name="connsiteY3" fmla="*/ 280299 h 325650"/>
                        <a:gd name="connsiteX4" fmla="*/ 206791 w 206791"/>
                        <a:gd name="connsiteY4" fmla="*/ 81054 h 325650"/>
                        <a:gd name="connsiteX5" fmla="*/ 126811 w 206791"/>
                        <a:gd name="connsiteY5" fmla="*/ 0 h 3256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06791" h="325650">
                          <a:moveTo>
                            <a:pt x="45056" y="34855"/>
                          </a:moveTo>
                          <a:cubicBezTo>
                            <a:pt x="32719" y="66377"/>
                            <a:pt x="-5411" y="208701"/>
                            <a:pt x="648" y="286253"/>
                          </a:cubicBezTo>
                          <a:cubicBezTo>
                            <a:pt x="2334" y="307860"/>
                            <a:pt x="12807" y="321092"/>
                            <a:pt x="23876" y="325650"/>
                          </a:cubicBezTo>
                          <a:cubicBezTo>
                            <a:pt x="42336" y="321527"/>
                            <a:pt x="68018" y="303543"/>
                            <a:pt x="89528" y="280299"/>
                          </a:cubicBezTo>
                          <a:cubicBezTo>
                            <a:pt x="137574" y="228380"/>
                            <a:pt x="186717" y="133650"/>
                            <a:pt x="206791" y="81054"/>
                          </a:cubicBezTo>
                          <a:cubicBezTo>
                            <a:pt x="176600" y="40438"/>
                            <a:pt x="126811" y="0"/>
                            <a:pt x="126811" y="0"/>
                          </a:cubicBezTo>
                        </a:path>
                      </a:pathLst>
                    </a:custGeom>
                    <a:gradFill>
                      <a:gsLst>
                        <a:gs pos="0">
                          <a:srgbClr val="5CB3FF"/>
                        </a:gs>
                        <a:gs pos="35960">
                          <a:srgbClr val="4F9CF1"/>
                        </a:gs>
                        <a:gs pos="100000">
                          <a:srgbClr val="3B76DB"/>
                        </a:gs>
                      </a:gsLst>
                      <a:lin ang="1028596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7" name="任意多边形 786">
                      <a:extLst>
                        <a:ext uri="{FF2B5EF4-FFF2-40B4-BE49-F238E27FC236}">
                          <a16:creationId xmlns:a16="http://schemas.microsoft.com/office/drawing/2014/main" id="{55446927-63C0-412B-87D3-70ACF467DD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10377" y="5545427"/>
                      <a:ext cx="187304" cy="244209"/>
                    </a:xfrm>
                    <a:custGeom>
                      <a:avLst/>
                      <a:gdLst>
                        <a:gd name="connsiteX0" fmla="*/ 187304 w 187304"/>
                        <a:gd name="connsiteY0" fmla="*/ 0 h 244209"/>
                        <a:gd name="connsiteX1" fmla="*/ 68628 w 187304"/>
                        <a:gd name="connsiteY1" fmla="*/ 195324 h 244209"/>
                        <a:gd name="connsiteX2" fmla="*/ 0 w 187304"/>
                        <a:gd name="connsiteY2" fmla="*/ 244209 h 2442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187304" h="244209">
                          <a:moveTo>
                            <a:pt x="187304" y="0"/>
                          </a:moveTo>
                          <a:cubicBezTo>
                            <a:pt x="179034" y="18678"/>
                            <a:pt x="133400" y="121395"/>
                            <a:pt x="68628" y="195324"/>
                          </a:cubicBezTo>
                          <a:cubicBezTo>
                            <a:pt x="39720" y="228315"/>
                            <a:pt x="0" y="244209"/>
                            <a:pt x="0" y="244209"/>
                          </a:cubicBezTo>
                        </a:path>
                      </a:pathLst>
                    </a:custGeom>
                    <a:noFill/>
                    <a:ln w="12868" cap="flat">
                      <a:gradFill>
                        <a:gsLst>
                          <a:gs pos="0">
                            <a:srgbClr val="CFE2FC"/>
                          </a:gs>
                          <a:gs pos="50000">
                            <a:srgbClr val="E7F0FD"/>
                          </a:gs>
                          <a:gs pos="100000">
                            <a:srgbClr val="FFFFFF"/>
                          </a:gs>
                        </a:gsLst>
                        <a:lin ang="18961260" scaled="1"/>
                      </a:gra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8" name="任意多边形 787">
                      <a:extLst>
                        <a:ext uri="{FF2B5EF4-FFF2-40B4-BE49-F238E27FC236}">
                          <a16:creationId xmlns:a16="http://schemas.microsoft.com/office/drawing/2014/main" id="{EF139027-CBE1-A20B-97AE-815F3EAB4D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33274" y="5570898"/>
                      <a:ext cx="54404" cy="3146"/>
                    </a:xfrm>
                    <a:custGeom>
                      <a:avLst/>
                      <a:gdLst>
                        <a:gd name="connsiteX0" fmla="*/ 0 w 54404"/>
                        <a:gd name="connsiteY0" fmla="*/ 0 h 3146"/>
                        <a:gd name="connsiteX1" fmla="*/ 54404 w 54404"/>
                        <a:gd name="connsiteY1" fmla="*/ 3146 h 31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54404" h="3146">
                          <a:moveTo>
                            <a:pt x="0" y="0"/>
                          </a:moveTo>
                          <a:cubicBezTo>
                            <a:pt x="16750" y="1775"/>
                            <a:pt x="54404" y="3146"/>
                            <a:pt x="54404" y="3146"/>
                          </a:cubicBezTo>
                        </a:path>
                      </a:pathLst>
                    </a:custGeom>
                    <a:noFill/>
                    <a:ln w="12868" cap="flat">
                      <a:gradFill>
                        <a:gsLst>
                          <a:gs pos="0">
                            <a:srgbClr val="CFE2FC"/>
                          </a:gs>
                          <a:gs pos="50000">
                            <a:srgbClr val="E7F0FD"/>
                          </a:gs>
                          <a:gs pos="100000">
                            <a:srgbClr val="FFFFFF"/>
                          </a:gs>
                        </a:gsLst>
                        <a:lin ang="18961260" scaled="1"/>
                      </a:gra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9" name="任意多边形 788">
                      <a:extLst>
                        <a:ext uri="{FF2B5EF4-FFF2-40B4-BE49-F238E27FC236}">
                          <a16:creationId xmlns:a16="http://schemas.microsoft.com/office/drawing/2014/main" id="{8377A898-B03D-625C-A27B-ADDC768C9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28998" y="5600073"/>
                      <a:ext cx="48425" cy="2912"/>
                    </a:xfrm>
                    <a:custGeom>
                      <a:avLst/>
                      <a:gdLst>
                        <a:gd name="connsiteX0" fmla="*/ 0 w 48425"/>
                        <a:gd name="connsiteY0" fmla="*/ 0 h 2912"/>
                        <a:gd name="connsiteX1" fmla="*/ 48426 w 48425"/>
                        <a:gd name="connsiteY1" fmla="*/ 2913 h 29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8425" h="2912">
                          <a:moveTo>
                            <a:pt x="0" y="0"/>
                          </a:moveTo>
                          <a:cubicBezTo>
                            <a:pt x="16750" y="1775"/>
                            <a:pt x="48426" y="2913"/>
                            <a:pt x="48426" y="2913"/>
                          </a:cubicBezTo>
                        </a:path>
                      </a:pathLst>
                    </a:custGeom>
                    <a:noFill/>
                    <a:ln w="12868" cap="flat">
                      <a:gradFill>
                        <a:gsLst>
                          <a:gs pos="0">
                            <a:srgbClr val="CFE2FC"/>
                          </a:gs>
                          <a:gs pos="50000">
                            <a:srgbClr val="E7F0FD"/>
                          </a:gs>
                          <a:gs pos="100000">
                            <a:srgbClr val="FFFFFF"/>
                          </a:gs>
                        </a:gsLst>
                        <a:lin ang="18961260" scaled="1"/>
                      </a:gra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90" name="任意多边形 789">
                      <a:extLst>
                        <a:ext uri="{FF2B5EF4-FFF2-40B4-BE49-F238E27FC236}">
                          <a16:creationId xmlns:a16="http://schemas.microsoft.com/office/drawing/2014/main" id="{2173FD57-9450-FFEB-A531-1F0E3FFBE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24722" y="5629239"/>
                      <a:ext cx="43786" cy="2719"/>
                    </a:xfrm>
                    <a:custGeom>
                      <a:avLst/>
                      <a:gdLst>
                        <a:gd name="connsiteX0" fmla="*/ 0 w 43786"/>
                        <a:gd name="connsiteY0" fmla="*/ 0 h 2719"/>
                        <a:gd name="connsiteX1" fmla="*/ 43786 w 43786"/>
                        <a:gd name="connsiteY1" fmla="*/ 2719 h 27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3786" h="2719">
                          <a:moveTo>
                            <a:pt x="0" y="0"/>
                          </a:moveTo>
                          <a:cubicBezTo>
                            <a:pt x="16750" y="1775"/>
                            <a:pt x="43786" y="2719"/>
                            <a:pt x="43786" y="2719"/>
                          </a:cubicBezTo>
                        </a:path>
                      </a:pathLst>
                    </a:custGeom>
                    <a:noFill/>
                    <a:ln w="12868" cap="flat">
                      <a:gradFill>
                        <a:gsLst>
                          <a:gs pos="0">
                            <a:srgbClr val="CFE2FC"/>
                          </a:gs>
                          <a:gs pos="50000">
                            <a:srgbClr val="E7F0FD"/>
                          </a:gs>
                          <a:gs pos="100000">
                            <a:srgbClr val="FFFFFF"/>
                          </a:gs>
                        </a:gsLst>
                        <a:lin ang="18961260" scaled="1"/>
                      </a:gra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91" name="任意多边形 790">
                      <a:extLst>
                        <a:ext uri="{FF2B5EF4-FFF2-40B4-BE49-F238E27FC236}">
                          <a16:creationId xmlns:a16="http://schemas.microsoft.com/office/drawing/2014/main" id="{311A0F24-C85C-1730-FC76-9309CC7C45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4117" y="5250226"/>
                      <a:ext cx="246686" cy="287320"/>
                    </a:xfrm>
                    <a:custGeom>
                      <a:avLst/>
                      <a:gdLst>
                        <a:gd name="connsiteX0" fmla="*/ 11417 w 246686"/>
                        <a:gd name="connsiteY0" fmla="*/ 103983 h 287320"/>
                        <a:gd name="connsiteX1" fmla="*/ 0 w 246686"/>
                        <a:gd name="connsiteY1" fmla="*/ 116691 h 287320"/>
                        <a:gd name="connsiteX2" fmla="*/ 160574 w 246686"/>
                        <a:gd name="connsiteY2" fmla="*/ 279217 h 287320"/>
                        <a:gd name="connsiteX3" fmla="*/ 188297 w 246686"/>
                        <a:gd name="connsiteY3" fmla="*/ 286390 h 287320"/>
                        <a:gd name="connsiteX4" fmla="*/ 246686 w 246686"/>
                        <a:gd name="connsiteY4" fmla="*/ 231364 h 287320"/>
                        <a:gd name="connsiteX5" fmla="*/ 129777 w 246686"/>
                        <a:gd name="connsiteY5" fmla="*/ 0 h 287320"/>
                        <a:gd name="connsiteX6" fmla="*/ 11417 w 246686"/>
                        <a:gd name="connsiteY6" fmla="*/ 103983 h 2873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46686" h="287320">
                          <a:moveTo>
                            <a:pt x="11417" y="103983"/>
                          </a:moveTo>
                          <a:lnTo>
                            <a:pt x="0" y="116691"/>
                          </a:lnTo>
                          <a:lnTo>
                            <a:pt x="160574" y="279217"/>
                          </a:lnTo>
                          <a:cubicBezTo>
                            <a:pt x="161171" y="283050"/>
                            <a:pt x="170095" y="289795"/>
                            <a:pt x="188297" y="286390"/>
                          </a:cubicBezTo>
                          <a:cubicBezTo>
                            <a:pt x="218625" y="280718"/>
                            <a:pt x="239998" y="242079"/>
                            <a:pt x="246686" y="231364"/>
                          </a:cubicBezTo>
                          <a:cubicBezTo>
                            <a:pt x="207717" y="154240"/>
                            <a:pt x="168747" y="77124"/>
                            <a:pt x="129777" y="0"/>
                          </a:cubicBezTo>
                          <a:cubicBezTo>
                            <a:pt x="96246" y="40002"/>
                            <a:pt x="56308" y="74373"/>
                            <a:pt x="11417" y="10398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CFE2FC"/>
                        </a:gs>
                        <a:gs pos="50000">
                          <a:srgbClr val="E7F0FD"/>
                        </a:gs>
                        <a:gs pos="100000">
                          <a:srgbClr val="FFFFFF"/>
                        </a:gs>
                      </a:gsLst>
                      <a:lin ang="13718646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68" name="任意多边形 767">
                    <a:extLst>
                      <a:ext uri="{FF2B5EF4-FFF2-40B4-BE49-F238E27FC236}">
                        <a16:creationId xmlns:a16="http://schemas.microsoft.com/office/drawing/2014/main" id="{89E86575-3D34-AF4B-54C8-195B10B11261}"/>
                      </a:ext>
                    </a:extLst>
                  </p:cNvPr>
                  <p:cNvSpPr/>
                  <p:nvPr/>
                </p:nvSpPr>
                <p:spPr>
                  <a:xfrm>
                    <a:off x="3761680" y="4104196"/>
                    <a:ext cx="516825" cy="1722983"/>
                  </a:xfrm>
                  <a:custGeom>
                    <a:avLst/>
                    <a:gdLst>
                      <a:gd name="connsiteX0" fmla="*/ 480724 w 516825"/>
                      <a:gd name="connsiteY0" fmla="*/ 70204 h 1722983"/>
                      <a:gd name="connsiteX1" fmla="*/ 334769 w 516825"/>
                      <a:gd name="connsiteY1" fmla="*/ 1519 h 1722983"/>
                      <a:gd name="connsiteX2" fmla="*/ 205984 w 516825"/>
                      <a:gd name="connsiteY2" fmla="*/ 134596 h 1722983"/>
                      <a:gd name="connsiteX3" fmla="*/ 31468 w 516825"/>
                      <a:gd name="connsiteY3" fmla="*/ 570588 h 1722983"/>
                      <a:gd name="connsiteX4" fmla="*/ 8683 w 516825"/>
                      <a:gd name="connsiteY4" fmla="*/ 720245 h 1722983"/>
                      <a:gd name="connsiteX5" fmla="*/ 17090 w 516825"/>
                      <a:gd name="connsiteY5" fmla="*/ 1675726 h 1722983"/>
                      <a:gd name="connsiteX6" fmla="*/ 81483 w 516825"/>
                      <a:gd name="connsiteY6" fmla="*/ 1722949 h 1722983"/>
                      <a:gd name="connsiteX7" fmla="*/ 141584 w 516825"/>
                      <a:gd name="connsiteY7" fmla="*/ 1675726 h 1722983"/>
                      <a:gd name="connsiteX8" fmla="*/ 244615 w 516825"/>
                      <a:gd name="connsiteY8" fmla="*/ 1293663 h 1722983"/>
                      <a:gd name="connsiteX9" fmla="*/ 304747 w 516825"/>
                      <a:gd name="connsiteY9" fmla="*/ 752712 h 1722983"/>
                      <a:gd name="connsiteX10" fmla="*/ 351939 w 516825"/>
                      <a:gd name="connsiteY10" fmla="*/ 636852 h 1722983"/>
                      <a:gd name="connsiteX11" fmla="*/ 476455 w 516825"/>
                      <a:gd name="connsiteY11" fmla="*/ 378491 h 1722983"/>
                      <a:gd name="connsiteX12" fmla="*/ 480724 w 516825"/>
                      <a:gd name="connsiteY12" fmla="*/ 70204 h 17229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516825" h="1722983">
                        <a:moveTo>
                          <a:pt x="480724" y="70204"/>
                        </a:moveTo>
                        <a:cubicBezTo>
                          <a:pt x="449379" y="28459"/>
                          <a:pt x="390730" y="-7970"/>
                          <a:pt x="334769" y="1519"/>
                        </a:cubicBezTo>
                        <a:cubicBezTo>
                          <a:pt x="300552" y="7320"/>
                          <a:pt x="269053" y="30000"/>
                          <a:pt x="205984" y="134596"/>
                        </a:cubicBezTo>
                        <a:cubicBezTo>
                          <a:pt x="78982" y="345226"/>
                          <a:pt x="39633" y="530416"/>
                          <a:pt x="31468" y="570588"/>
                        </a:cubicBezTo>
                        <a:cubicBezTo>
                          <a:pt x="17373" y="639934"/>
                          <a:pt x="10394" y="694153"/>
                          <a:pt x="8683" y="720245"/>
                        </a:cubicBezTo>
                        <a:cubicBezTo>
                          <a:pt x="-11366" y="1027258"/>
                          <a:pt x="8409" y="1494376"/>
                          <a:pt x="17090" y="1675726"/>
                        </a:cubicBezTo>
                        <a:cubicBezTo>
                          <a:pt x="25449" y="1704457"/>
                          <a:pt x="52195" y="1723909"/>
                          <a:pt x="81483" y="1722949"/>
                        </a:cubicBezTo>
                        <a:cubicBezTo>
                          <a:pt x="109262" y="1722038"/>
                          <a:pt x="133701" y="1702932"/>
                          <a:pt x="141584" y="1675726"/>
                        </a:cubicBezTo>
                        <a:cubicBezTo>
                          <a:pt x="179682" y="1563634"/>
                          <a:pt x="215924" y="1435825"/>
                          <a:pt x="244615" y="1293663"/>
                        </a:cubicBezTo>
                        <a:cubicBezTo>
                          <a:pt x="285367" y="1091683"/>
                          <a:pt x="301221" y="908469"/>
                          <a:pt x="304747" y="752712"/>
                        </a:cubicBezTo>
                        <a:cubicBezTo>
                          <a:pt x="315058" y="725449"/>
                          <a:pt x="330888" y="685052"/>
                          <a:pt x="351939" y="636852"/>
                        </a:cubicBezTo>
                        <a:cubicBezTo>
                          <a:pt x="420470" y="479909"/>
                          <a:pt x="447047" y="462981"/>
                          <a:pt x="476455" y="378491"/>
                        </a:cubicBezTo>
                        <a:cubicBezTo>
                          <a:pt x="501144" y="307555"/>
                          <a:pt x="551127" y="163965"/>
                          <a:pt x="480724" y="70204"/>
                        </a:cubicBez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9" name="任意多边形 768">
                    <a:extLst>
                      <a:ext uri="{FF2B5EF4-FFF2-40B4-BE49-F238E27FC236}">
                        <a16:creationId xmlns:a16="http://schemas.microsoft.com/office/drawing/2014/main" id="{F36A3E53-F02F-CCA1-8C75-1E373F55F4F4}"/>
                      </a:ext>
                    </a:extLst>
                  </p:cNvPr>
                  <p:cNvSpPr/>
                  <p:nvPr/>
                </p:nvSpPr>
                <p:spPr>
                  <a:xfrm>
                    <a:off x="3820556" y="4104196"/>
                    <a:ext cx="457949" cy="506745"/>
                  </a:xfrm>
                  <a:custGeom>
                    <a:avLst/>
                    <a:gdLst>
                      <a:gd name="connsiteX0" fmla="*/ 355890 w 457949"/>
                      <a:gd name="connsiteY0" fmla="*/ 506461 h 506745"/>
                      <a:gd name="connsiteX1" fmla="*/ 417579 w 457949"/>
                      <a:gd name="connsiteY1" fmla="*/ 378499 h 506745"/>
                      <a:gd name="connsiteX2" fmla="*/ 421848 w 457949"/>
                      <a:gd name="connsiteY2" fmla="*/ 70204 h 506745"/>
                      <a:gd name="connsiteX3" fmla="*/ 275893 w 457949"/>
                      <a:gd name="connsiteY3" fmla="*/ 1519 h 506745"/>
                      <a:gd name="connsiteX4" fmla="*/ 147108 w 457949"/>
                      <a:gd name="connsiteY4" fmla="*/ 134596 h 506745"/>
                      <a:gd name="connsiteX5" fmla="*/ 0 w 457949"/>
                      <a:gd name="connsiteY5" fmla="*/ 463740 h 506745"/>
                      <a:gd name="connsiteX6" fmla="*/ 355890 w 457949"/>
                      <a:gd name="connsiteY6" fmla="*/ 506461 h 5067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57949" h="506745">
                        <a:moveTo>
                          <a:pt x="355890" y="506461"/>
                        </a:moveTo>
                        <a:cubicBezTo>
                          <a:pt x="382354" y="457108"/>
                          <a:pt x="399450" y="430579"/>
                          <a:pt x="417579" y="378499"/>
                        </a:cubicBezTo>
                        <a:cubicBezTo>
                          <a:pt x="442268" y="307555"/>
                          <a:pt x="492251" y="163965"/>
                          <a:pt x="421848" y="70204"/>
                        </a:cubicBezTo>
                        <a:cubicBezTo>
                          <a:pt x="390503" y="28459"/>
                          <a:pt x="331854" y="-7970"/>
                          <a:pt x="275893" y="1519"/>
                        </a:cubicBezTo>
                        <a:cubicBezTo>
                          <a:pt x="241676" y="7320"/>
                          <a:pt x="210177" y="30000"/>
                          <a:pt x="147108" y="134596"/>
                        </a:cubicBezTo>
                        <a:cubicBezTo>
                          <a:pt x="69822" y="262768"/>
                          <a:pt x="25084" y="381363"/>
                          <a:pt x="0" y="463740"/>
                        </a:cubicBezTo>
                        <a:cubicBezTo>
                          <a:pt x="115997" y="497691"/>
                          <a:pt x="235762" y="508728"/>
                          <a:pt x="355890" y="506461"/>
                        </a:cubicBez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0" name="任意多边形 769">
                    <a:extLst>
                      <a:ext uri="{FF2B5EF4-FFF2-40B4-BE49-F238E27FC236}">
                        <a16:creationId xmlns:a16="http://schemas.microsoft.com/office/drawing/2014/main" id="{856FD6AD-22D5-428B-02A9-FEBE196CAC67}"/>
                      </a:ext>
                    </a:extLst>
                  </p:cNvPr>
                  <p:cNvSpPr/>
                  <p:nvPr/>
                </p:nvSpPr>
                <p:spPr>
                  <a:xfrm>
                    <a:off x="3380627" y="3757385"/>
                    <a:ext cx="782199" cy="833223"/>
                  </a:xfrm>
                  <a:custGeom>
                    <a:avLst/>
                    <a:gdLst>
                      <a:gd name="connsiteX0" fmla="*/ 257820 w 782199"/>
                      <a:gd name="connsiteY0" fmla="*/ 0 h 833223"/>
                      <a:gd name="connsiteX1" fmla="*/ 0 w 782199"/>
                      <a:gd name="connsiteY1" fmla="*/ 722398 h 833223"/>
                      <a:gd name="connsiteX2" fmla="*/ 314508 w 782199"/>
                      <a:gd name="connsiteY2" fmla="*/ 807631 h 833223"/>
                      <a:gd name="connsiteX3" fmla="*/ 401153 w 782199"/>
                      <a:gd name="connsiteY3" fmla="*/ 833223 h 833223"/>
                      <a:gd name="connsiteX4" fmla="*/ 782199 w 782199"/>
                      <a:gd name="connsiteY4" fmla="*/ 25956 h 833223"/>
                      <a:gd name="connsiteX5" fmla="*/ 257820 w 782199"/>
                      <a:gd name="connsiteY5" fmla="*/ 0 h 833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82199" h="833223">
                        <a:moveTo>
                          <a:pt x="257820" y="0"/>
                        </a:moveTo>
                        <a:cubicBezTo>
                          <a:pt x="196752" y="121750"/>
                          <a:pt x="34056" y="464279"/>
                          <a:pt x="0" y="722398"/>
                        </a:cubicBezTo>
                        <a:cubicBezTo>
                          <a:pt x="106840" y="740470"/>
                          <a:pt x="210863" y="778028"/>
                          <a:pt x="314508" y="807631"/>
                        </a:cubicBezTo>
                        <a:cubicBezTo>
                          <a:pt x="343473" y="815900"/>
                          <a:pt x="372325" y="824517"/>
                          <a:pt x="401153" y="833223"/>
                        </a:cubicBezTo>
                        <a:cubicBezTo>
                          <a:pt x="510526" y="650001"/>
                          <a:pt x="772679" y="247711"/>
                          <a:pt x="782199" y="25956"/>
                        </a:cubicBezTo>
                        <a:cubicBezTo>
                          <a:pt x="608200" y="29215"/>
                          <a:pt x="428334" y="33491"/>
                          <a:pt x="25782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CFE2FC"/>
                      </a:gs>
                      <a:gs pos="50000">
                        <a:srgbClr val="E7F0FD"/>
                      </a:gs>
                      <a:gs pos="100000">
                        <a:srgbClr val="FFFFFF"/>
                      </a:gs>
                    </a:gsLst>
                    <a:lin ang="6757186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1" name="任意多边形 770">
                    <a:extLst>
                      <a:ext uri="{FF2B5EF4-FFF2-40B4-BE49-F238E27FC236}">
                        <a16:creationId xmlns:a16="http://schemas.microsoft.com/office/drawing/2014/main" id="{38BAB30E-A06F-F087-B639-1A2CB2D19EE7}"/>
                      </a:ext>
                    </a:extLst>
                  </p:cNvPr>
                  <p:cNvSpPr/>
                  <p:nvPr/>
                </p:nvSpPr>
                <p:spPr>
                  <a:xfrm>
                    <a:off x="3854440" y="3783550"/>
                    <a:ext cx="297494" cy="613871"/>
                  </a:xfrm>
                  <a:custGeom>
                    <a:avLst/>
                    <a:gdLst>
                      <a:gd name="connsiteX0" fmla="*/ 30589 w 297494"/>
                      <a:gd name="connsiteY0" fmla="*/ 145 h 613871"/>
                      <a:gd name="connsiteX1" fmla="*/ 8522 w 297494"/>
                      <a:gd name="connsiteY1" fmla="*/ 490670 h 613871"/>
                      <a:gd name="connsiteX2" fmla="*/ 11314 w 297494"/>
                      <a:gd name="connsiteY2" fmla="*/ 526807 h 613871"/>
                      <a:gd name="connsiteX3" fmla="*/ 42611 w 297494"/>
                      <a:gd name="connsiteY3" fmla="*/ 613872 h 613871"/>
                      <a:gd name="connsiteX4" fmla="*/ 297494 w 297494"/>
                      <a:gd name="connsiteY4" fmla="*/ 0 h 613871"/>
                      <a:gd name="connsiteX5" fmla="*/ 30589 w 297494"/>
                      <a:gd name="connsiteY5" fmla="*/ 145 h 6138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97494" h="613871">
                        <a:moveTo>
                          <a:pt x="30589" y="145"/>
                        </a:moveTo>
                        <a:cubicBezTo>
                          <a:pt x="-8477" y="159089"/>
                          <a:pt x="-3120" y="328200"/>
                          <a:pt x="8522" y="490670"/>
                        </a:cubicBezTo>
                        <a:cubicBezTo>
                          <a:pt x="9361" y="502328"/>
                          <a:pt x="10297" y="514471"/>
                          <a:pt x="11314" y="526807"/>
                        </a:cubicBezTo>
                        <a:cubicBezTo>
                          <a:pt x="20641" y="556273"/>
                          <a:pt x="31025" y="585334"/>
                          <a:pt x="42611" y="613872"/>
                        </a:cubicBezTo>
                        <a:cubicBezTo>
                          <a:pt x="156308" y="415748"/>
                          <a:pt x="290685" y="160647"/>
                          <a:pt x="297494" y="0"/>
                        </a:cubicBezTo>
                        <a:cubicBezTo>
                          <a:pt x="209284" y="1662"/>
                          <a:pt x="119670" y="3364"/>
                          <a:pt x="30589" y="145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CFE2FC"/>
                      </a:gs>
                      <a:gs pos="50000">
                        <a:srgbClr val="E7F0FD"/>
                      </a:gs>
                      <a:gs pos="100000">
                        <a:srgbClr val="FFFFFF"/>
                      </a:gs>
                    </a:gsLst>
                    <a:lin ang="10268103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2" name="任意多边形 771">
                    <a:extLst>
                      <a:ext uri="{FF2B5EF4-FFF2-40B4-BE49-F238E27FC236}">
                        <a16:creationId xmlns:a16="http://schemas.microsoft.com/office/drawing/2014/main" id="{FAADEAB5-DB36-9DD4-6536-2C90B8527C2D}"/>
                      </a:ext>
                    </a:extLst>
                  </p:cNvPr>
                  <p:cNvSpPr/>
                  <p:nvPr/>
                </p:nvSpPr>
                <p:spPr>
                  <a:xfrm>
                    <a:off x="3819781" y="3759289"/>
                    <a:ext cx="640990" cy="835917"/>
                  </a:xfrm>
                  <a:custGeom>
                    <a:avLst/>
                    <a:gdLst>
                      <a:gd name="connsiteX0" fmla="*/ 391100 w 640990"/>
                      <a:gd name="connsiteY0" fmla="*/ 23204 h 835917"/>
                      <a:gd name="connsiteX1" fmla="*/ 157129 w 640990"/>
                      <a:gd name="connsiteY1" fmla="*/ 26173 h 835917"/>
                      <a:gd name="connsiteX2" fmla="*/ 92083 w 640990"/>
                      <a:gd name="connsiteY2" fmla="*/ 320672 h 835917"/>
                      <a:gd name="connsiteX3" fmla="*/ 0 w 640990"/>
                      <a:gd name="connsiteY3" fmla="*/ 782433 h 835917"/>
                      <a:gd name="connsiteX4" fmla="*/ 281670 w 640990"/>
                      <a:gd name="connsiteY4" fmla="*/ 821976 h 835917"/>
                      <a:gd name="connsiteX5" fmla="*/ 405623 w 640990"/>
                      <a:gd name="connsiteY5" fmla="*/ 835918 h 835917"/>
                      <a:gd name="connsiteX6" fmla="*/ 634276 w 640990"/>
                      <a:gd name="connsiteY6" fmla="*/ 0 h 835917"/>
                      <a:gd name="connsiteX7" fmla="*/ 391100 w 640990"/>
                      <a:gd name="connsiteY7" fmla="*/ 23204 h 8359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40990" h="835917">
                        <a:moveTo>
                          <a:pt x="391100" y="23204"/>
                        </a:moveTo>
                        <a:cubicBezTo>
                          <a:pt x="314113" y="24414"/>
                          <a:pt x="235665" y="26520"/>
                          <a:pt x="157129" y="26173"/>
                        </a:cubicBezTo>
                        <a:cubicBezTo>
                          <a:pt x="134957" y="122944"/>
                          <a:pt x="113238" y="221061"/>
                          <a:pt x="92083" y="320672"/>
                        </a:cubicBezTo>
                        <a:cubicBezTo>
                          <a:pt x="58826" y="477252"/>
                          <a:pt x="28198" y="631226"/>
                          <a:pt x="0" y="782433"/>
                        </a:cubicBezTo>
                        <a:cubicBezTo>
                          <a:pt x="94511" y="790090"/>
                          <a:pt x="189636" y="810801"/>
                          <a:pt x="281670" y="821976"/>
                        </a:cubicBezTo>
                        <a:cubicBezTo>
                          <a:pt x="322963" y="826986"/>
                          <a:pt x="364281" y="831746"/>
                          <a:pt x="405623" y="835918"/>
                        </a:cubicBezTo>
                        <a:cubicBezTo>
                          <a:pt x="529922" y="635381"/>
                          <a:pt x="673972" y="365547"/>
                          <a:pt x="634276" y="0"/>
                        </a:cubicBezTo>
                        <a:cubicBezTo>
                          <a:pt x="554239" y="12328"/>
                          <a:pt x="473662" y="21913"/>
                          <a:pt x="391100" y="2320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CFE2FC"/>
                      </a:gs>
                      <a:gs pos="50000">
                        <a:srgbClr val="E7F0FD"/>
                      </a:gs>
                      <a:gs pos="100000">
                        <a:srgbClr val="FFFFFF"/>
                      </a:gs>
                    </a:gsLst>
                    <a:lin ang="6746529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3" name="任意多边形 772">
                    <a:extLst>
                      <a:ext uri="{FF2B5EF4-FFF2-40B4-BE49-F238E27FC236}">
                        <a16:creationId xmlns:a16="http://schemas.microsoft.com/office/drawing/2014/main" id="{51E6BBB8-942F-3F6E-225F-F84BA8726E41}"/>
                      </a:ext>
                    </a:extLst>
                  </p:cNvPr>
                  <p:cNvSpPr/>
                  <p:nvPr/>
                </p:nvSpPr>
                <p:spPr>
                  <a:xfrm>
                    <a:off x="4157066" y="3862425"/>
                    <a:ext cx="235952" cy="743883"/>
                  </a:xfrm>
                  <a:custGeom>
                    <a:avLst/>
                    <a:gdLst>
                      <a:gd name="connsiteX0" fmla="*/ 0 w 235952"/>
                      <a:gd name="connsiteY0" fmla="*/ 743883 h 743883"/>
                      <a:gd name="connsiteX1" fmla="*/ 230509 w 235952"/>
                      <a:gd name="connsiteY1" fmla="*/ 0 h 74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35952" h="743883">
                        <a:moveTo>
                          <a:pt x="0" y="743883"/>
                        </a:moveTo>
                        <a:cubicBezTo>
                          <a:pt x="123976" y="530914"/>
                          <a:pt x="265638" y="260467"/>
                          <a:pt x="230509" y="0"/>
                        </a:cubicBezTo>
                      </a:path>
                    </a:pathLst>
                  </a:custGeom>
                  <a:noFill/>
                  <a:ln w="9247" cap="flat">
                    <a:solidFill>
                      <a:srgbClr val="9EB0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4" name="任意多边形 773">
                    <a:extLst>
                      <a:ext uri="{FF2B5EF4-FFF2-40B4-BE49-F238E27FC236}">
                        <a16:creationId xmlns:a16="http://schemas.microsoft.com/office/drawing/2014/main" id="{0EA66649-DBA6-9D87-CA72-11C485F84E01}"/>
                      </a:ext>
                    </a:extLst>
                  </p:cNvPr>
                  <p:cNvSpPr/>
                  <p:nvPr/>
                </p:nvSpPr>
                <p:spPr>
                  <a:xfrm>
                    <a:off x="3588642" y="3843650"/>
                    <a:ext cx="872474" cy="73873"/>
                  </a:xfrm>
                  <a:custGeom>
                    <a:avLst/>
                    <a:gdLst>
                      <a:gd name="connsiteX0" fmla="*/ 0 w 872474"/>
                      <a:gd name="connsiteY0" fmla="*/ 16766 h 73873"/>
                      <a:gd name="connsiteX1" fmla="*/ 872475 w 872474"/>
                      <a:gd name="connsiteY1" fmla="*/ 0 h 738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872474" h="73873">
                        <a:moveTo>
                          <a:pt x="0" y="16766"/>
                        </a:moveTo>
                        <a:cubicBezTo>
                          <a:pt x="79739" y="39930"/>
                          <a:pt x="303987" y="141864"/>
                          <a:pt x="872475" y="0"/>
                        </a:cubicBezTo>
                      </a:path>
                    </a:pathLst>
                  </a:custGeom>
                  <a:noFill/>
                  <a:ln w="9247" cap="flat">
                    <a:solidFill>
                      <a:srgbClr val="9EB0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5" name="任意多边形 774">
                    <a:extLst>
                      <a:ext uri="{FF2B5EF4-FFF2-40B4-BE49-F238E27FC236}">
                        <a16:creationId xmlns:a16="http://schemas.microsoft.com/office/drawing/2014/main" id="{B064ABE9-7EDF-D46D-C468-C14D3DE57D96}"/>
                      </a:ext>
                    </a:extLst>
                  </p:cNvPr>
                  <p:cNvSpPr/>
                  <p:nvPr/>
                </p:nvSpPr>
                <p:spPr>
                  <a:xfrm>
                    <a:off x="4237603" y="3892842"/>
                    <a:ext cx="155426" cy="69311"/>
                  </a:xfrm>
                  <a:custGeom>
                    <a:avLst/>
                    <a:gdLst>
                      <a:gd name="connsiteX0" fmla="*/ 0 w 155426"/>
                      <a:gd name="connsiteY0" fmla="*/ 0 h 69311"/>
                      <a:gd name="connsiteX1" fmla="*/ 27965 w 155426"/>
                      <a:gd name="connsiteY1" fmla="*/ 57922 h 69311"/>
                      <a:gd name="connsiteX2" fmla="*/ 155426 w 155426"/>
                      <a:gd name="connsiteY2" fmla="*/ 63852 h 693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55426" h="69311">
                        <a:moveTo>
                          <a:pt x="0" y="0"/>
                        </a:moveTo>
                        <a:cubicBezTo>
                          <a:pt x="0" y="0"/>
                          <a:pt x="5422" y="46191"/>
                          <a:pt x="27965" y="57922"/>
                        </a:cubicBezTo>
                        <a:cubicBezTo>
                          <a:pt x="69346" y="79448"/>
                          <a:pt x="155426" y="63852"/>
                          <a:pt x="155426" y="63852"/>
                        </a:cubicBezTo>
                      </a:path>
                    </a:pathLst>
                  </a:custGeom>
                  <a:noFill/>
                  <a:ln w="9247" cap="flat">
                    <a:solidFill>
                      <a:srgbClr val="9EB0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6" name="任意多边形 775">
                    <a:extLst>
                      <a:ext uri="{FF2B5EF4-FFF2-40B4-BE49-F238E27FC236}">
                        <a16:creationId xmlns:a16="http://schemas.microsoft.com/office/drawing/2014/main" id="{F631AD7D-6063-B772-F317-F8F012727047}"/>
                      </a:ext>
                    </a:extLst>
                  </p:cNvPr>
                  <p:cNvSpPr/>
                  <p:nvPr/>
                </p:nvSpPr>
                <p:spPr>
                  <a:xfrm>
                    <a:off x="3869340" y="3916765"/>
                    <a:ext cx="46582" cy="200858"/>
                  </a:xfrm>
                  <a:custGeom>
                    <a:avLst/>
                    <a:gdLst>
                      <a:gd name="connsiteX0" fmla="*/ 38224 w 46582"/>
                      <a:gd name="connsiteY0" fmla="*/ 0 h 200858"/>
                      <a:gd name="connsiteX1" fmla="*/ 3288 w 46582"/>
                      <a:gd name="connsiteY1" fmla="*/ 174831 h 200858"/>
                      <a:gd name="connsiteX2" fmla="*/ 46583 w 46582"/>
                      <a:gd name="connsiteY2" fmla="*/ 200859 h 2008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46582" h="200858">
                        <a:moveTo>
                          <a:pt x="38224" y="0"/>
                        </a:moveTo>
                        <a:cubicBezTo>
                          <a:pt x="38224" y="0"/>
                          <a:pt x="-13292" y="158259"/>
                          <a:pt x="3288" y="174831"/>
                        </a:cubicBezTo>
                        <a:cubicBezTo>
                          <a:pt x="19869" y="191411"/>
                          <a:pt x="46583" y="200859"/>
                          <a:pt x="46583" y="200859"/>
                        </a:cubicBezTo>
                      </a:path>
                    </a:pathLst>
                  </a:custGeom>
                  <a:noFill/>
                  <a:ln w="9247" cap="flat">
                    <a:solidFill>
                      <a:srgbClr val="9EB0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7" name="任意多边形 776">
                    <a:extLst>
                      <a:ext uri="{FF2B5EF4-FFF2-40B4-BE49-F238E27FC236}">
                        <a16:creationId xmlns:a16="http://schemas.microsoft.com/office/drawing/2014/main" id="{92F03F0F-B739-5D02-E7DE-D8C957CDADF2}"/>
                      </a:ext>
                    </a:extLst>
                  </p:cNvPr>
                  <p:cNvSpPr/>
                  <p:nvPr/>
                </p:nvSpPr>
                <p:spPr>
                  <a:xfrm>
                    <a:off x="3562582" y="3897135"/>
                    <a:ext cx="161542" cy="56843"/>
                  </a:xfrm>
                  <a:custGeom>
                    <a:avLst/>
                    <a:gdLst>
                      <a:gd name="connsiteX0" fmla="*/ 0 w 161542"/>
                      <a:gd name="connsiteY0" fmla="*/ 20364 h 56843"/>
                      <a:gd name="connsiteX1" fmla="*/ 121919 w 161542"/>
                      <a:gd name="connsiteY1" fmla="*/ 54235 h 56843"/>
                      <a:gd name="connsiteX2" fmla="*/ 161542 w 161542"/>
                      <a:gd name="connsiteY2" fmla="*/ 0 h 568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61542" h="56843">
                        <a:moveTo>
                          <a:pt x="0" y="20364"/>
                        </a:moveTo>
                        <a:cubicBezTo>
                          <a:pt x="0" y="20364"/>
                          <a:pt x="89759" y="68386"/>
                          <a:pt x="121919" y="54235"/>
                        </a:cubicBezTo>
                        <a:cubicBezTo>
                          <a:pt x="154079" y="40083"/>
                          <a:pt x="161542" y="0"/>
                          <a:pt x="161542" y="0"/>
                        </a:cubicBezTo>
                      </a:path>
                    </a:pathLst>
                  </a:custGeom>
                  <a:noFill/>
                  <a:ln w="9247" cap="flat">
                    <a:solidFill>
                      <a:srgbClr val="9EB0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8" name="任意多边形 777">
                    <a:extLst>
                      <a:ext uri="{FF2B5EF4-FFF2-40B4-BE49-F238E27FC236}">
                        <a16:creationId xmlns:a16="http://schemas.microsoft.com/office/drawing/2014/main" id="{64061F15-E67B-8DE9-FE1F-3EC0E51275C8}"/>
                      </a:ext>
                    </a:extLst>
                  </p:cNvPr>
                  <p:cNvSpPr/>
                  <p:nvPr/>
                </p:nvSpPr>
                <p:spPr>
                  <a:xfrm>
                    <a:off x="4051259" y="3814597"/>
                    <a:ext cx="24745" cy="98633"/>
                  </a:xfrm>
                  <a:custGeom>
                    <a:avLst/>
                    <a:gdLst>
                      <a:gd name="connsiteX0" fmla="*/ 0 w 24745"/>
                      <a:gd name="connsiteY0" fmla="*/ 98626 h 98633"/>
                      <a:gd name="connsiteX1" fmla="*/ 24745 w 24745"/>
                      <a:gd name="connsiteY1" fmla="*/ 86556 h 98633"/>
                      <a:gd name="connsiteX2" fmla="*/ 24745 w 24745"/>
                      <a:gd name="connsiteY2" fmla="*/ 0 h 986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4745" h="98633">
                        <a:moveTo>
                          <a:pt x="0" y="98626"/>
                        </a:moveTo>
                        <a:cubicBezTo>
                          <a:pt x="0" y="98626"/>
                          <a:pt x="24745" y="99360"/>
                          <a:pt x="24745" y="86556"/>
                        </a:cubicBezTo>
                        <a:cubicBezTo>
                          <a:pt x="24745" y="73752"/>
                          <a:pt x="24745" y="0"/>
                          <a:pt x="24745" y="0"/>
                        </a:cubicBezTo>
                      </a:path>
                    </a:pathLst>
                  </a:custGeom>
                  <a:noFill/>
                  <a:ln w="9247" cap="flat">
                    <a:solidFill>
                      <a:srgbClr val="9EB0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79" name="组合 778">
                    <a:extLst>
                      <a:ext uri="{FF2B5EF4-FFF2-40B4-BE49-F238E27FC236}">
                        <a16:creationId xmlns:a16="http://schemas.microsoft.com/office/drawing/2014/main" id="{C4CD65E5-2F42-06A3-18B4-319D9043F9C4}"/>
                      </a:ext>
                    </a:extLst>
                  </p:cNvPr>
                  <p:cNvGrpSpPr/>
                  <p:nvPr/>
                </p:nvGrpSpPr>
                <p:grpSpPr>
                  <a:xfrm>
                    <a:off x="3569743" y="5620017"/>
                    <a:ext cx="389336" cy="418186"/>
                    <a:chOff x="3569743" y="5620017"/>
                    <a:chExt cx="389336" cy="418186"/>
                  </a:xfrm>
                </p:grpSpPr>
                <p:sp>
                  <p:nvSpPr>
                    <p:cNvPr id="780" name="任意多边形 779">
                      <a:extLst>
                        <a:ext uri="{FF2B5EF4-FFF2-40B4-BE49-F238E27FC236}">
                          <a16:creationId xmlns:a16="http://schemas.microsoft.com/office/drawing/2014/main" id="{5C3EB756-C9B5-02BD-2B06-5686D708C3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9743" y="5830341"/>
                      <a:ext cx="306488" cy="207862"/>
                    </a:xfrm>
                    <a:custGeom>
                      <a:avLst/>
                      <a:gdLst>
                        <a:gd name="connsiteX0" fmla="*/ 219605 w 306488"/>
                        <a:gd name="connsiteY0" fmla="*/ 0 h 207862"/>
                        <a:gd name="connsiteX1" fmla="*/ 13082 w 306488"/>
                        <a:gd name="connsiteY1" fmla="*/ 150077 h 207862"/>
                        <a:gd name="connsiteX2" fmla="*/ 2440 w 306488"/>
                        <a:gd name="connsiteY2" fmla="*/ 194549 h 207862"/>
                        <a:gd name="connsiteX3" fmla="*/ 81178 w 306488"/>
                        <a:gd name="connsiteY3" fmla="*/ 207499 h 207862"/>
                        <a:gd name="connsiteX4" fmla="*/ 303910 w 306488"/>
                        <a:gd name="connsiteY4" fmla="*/ 145543 h 207862"/>
                        <a:gd name="connsiteX5" fmla="*/ 302635 w 306488"/>
                        <a:gd name="connsiteY5" fmla="*/ 31684 h 2078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306488" h="207862">
                          <a:moveTo>
                            <a:pt x="219605" y="0"/>
                          </a:moveTo>
                          <a:cubicBezTo>
                            <a:pt x="188841" y="14119"/>
                            <a:pt x="62573" y="90058"/>
                            <a:pt x="13082" y="150077"/>
                          </a:cubicBezTo>
                          <a:cubicBezTo>
                            <a:pt x="-706" y="166802"/>
                            <a:pt x="-2360" y="183584"/>
                            <a:pt x="2440" y="194549"/>
                          </a:cubicBezTo>
                          <a:cubicBezTo>
                            <a:pt x="18585" y="204401"/>
                            <a:pt x="49559" y="209290"/>
                            <a:pt x="81178" y="207499"/>
                          </a:cubicBezTo>
                          <a:cubicBezTo>
                            <a:pt x="151799" y="203497"/>
                            <a:pt x="252951" y="169457"/>
                            <a:pt x="303910" y="145543"/>
                          </a:cubicBezTo>
                          <a:cubicBezTo>
                            <a:pt x="310381" y="95350"/>
                            <a:pt x="302635" y="31684"/>
                            <a:pt x="302635" y="31684"/>
                          </a:cubicBezTo>
                        </a:path>
                      </a:pathLst>
                    </a:custGeom>
                    <a:gradFill>
                      <a:gsLst>
                        <a:gs pos="0">
                          <a:srgbClr val="5CB3FF"/>
                        </a:gs>
                        <a:gs pos="35960">
                          <a:srgbClr val="4F9CF1"/>
                        </a:gs>
                        <a:gs pos="100000">
                          <a:srgbClr val="3B76DB"/>
                        </a:gs>
                      </a:gsLst>
                      <a:lin ang="3666823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1" name="任意多边形 780">
                      <a:extLst>
                        <a:ext uri="{FF2B5EF4-FFF2-40B4-BE49-F238E27FC236}">
                          <a16:creationId xmlns:a16="http://schemas.microsoft.com/office/drawing/2014/main" id="{A6F45C72-6AB4-ADD8-ED8E-F828FD2F5B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71812" y="5954405"/>
                      <a:ext cx="304358" cy="58690"/>
                    </a:xfrm>
                    <a:custGeom>
                      <a:avLst/>
                      <a:gdLst>
                        <a:gd name="connsiteX0" fmla="*/ 304358 w 304358"/>
                        <a:gd name="connsiteY0" fmla="*/ 0 h 58690"/>
                        <a:gd name="connsiteX1" fmla="*/ 83329 w 304358"/>
                        <a:gd name="connsiteY1" fmla="*/ 58148 h 58690"/>
                        <a:gd name="connsiteX2" fmla="*/ 0 w 304358"/>
                        <a:gd name="connsiteY2" fmla="*/ 45666 h 586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304358" h="58690">
                          <a:moveTo>
                            <a:pt x="304358" y="0"/>
                          </a:moveTo>
                          <a:cubicBezTo>
                            <a:pt x="285438" y="7697"/>
                            <a:pt x="181277" y="49926"/>
                            <a:pt x="83329" y="58148"/>
                          </a:cubicBezTo>
                          <a:cubicBezTo>
                            <a:pt x="39615" y="61819"/>
                            <a:pt x="0" y="45666"/>
                            <a:pt x="0" y="45666"/>
                          </a:cubicBezTo>
                        </a:path>
                      </a:pathLst>
                    </a:custGeom>
                    <a:noFill/>
                    <a:ln w="12868" cap="flat">
                      <a:gradFill>
                        <a:gsLst>
                          <a:gs pos="0">
                            <a:srgbClr val="CFE2FC"/>
                          </a:gs>
                          <a:gs pos="50000">
                            <a:srgbClr val="E7F0FD"/>
                          </a:gs>
                          <a:gs pos="100000">
                            <a:srgbClr val="FFFFFF"/>
                          </a:gs>
                        </a:gsLst>
                        <a:lin ang="0" scaled="1"/>
                      </a:gra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2" name="任意多边形 781">
                      <a:extLst>
                        <a:ext uri="{FF2B5EF4-FFF2-40B4-BE49-F238E27FC236}">
                          <a16:creationId xmlns:a16="http://schemas.microsoft.com/office/drawing/2014/main" id="{43CD4387-0778-A1E4-2811-F64C531F47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40180" y="5858571"/>
                      <a:ext cx="36968" cy="40050"/>
                    </a:xfrm>
                    <a:custGeom>
                      <a:avLst/>
                      <a:gdLst>
                        <a:gd name="connsiteX0" fmla="*/ 0 w 36968"/>
                        <a:gd name="connsiteY0" fmla="*/ 0 h 40050"/>
                        <a:gd name="connsiteX1" fmla="*/ 36969 w 36968"/>
                        <a:gd name="connsiteY1" fmla="*/ 40051 h 400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6968" h="40050">
                          <a:moveTo>
                            <a:pt x="0" y="0"/>
                          </a:moveTo>
                          <a:cubicBezTo>
                            <a:pt x="10820" y="12909"/>
                            <a:pt x="36969" y="40051"/>
                            <a:pt x="36969" y="40051"/>
                          </a:cubicBezTo>
                        </a:path>
                      </a:pathLst>
                    </a:custGeom>
                    <a:noFill/>
                    <a:ln w="12868" cap="flat">
                      <a:gradFill>
                        <a:gsLst>
                          <a:gs pos="0">
                            <a:srgbClr val="CFE2FC"/>
                          </a:gs>
                          <a:gs pos="50000">
                            <a:srgbClr val="E7F0FD"/>
                          </a:gs>
                          <a:gs pos="100000">
                            <a:srgbClr val="FFFFFF"/>
                          </a:gs>
                        </a:gsLst>
                        <a:lin ang="0" scaled="1"/>
                      </a:gra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3" name="任意多边形 782">
                      <a:extLst>
                        <a:ext uri="{FF2B5EF4-FFF2-40B4-BE49-F238E27FC236}">
                          <a16:creationId xmlns:a16="http://schemas.microsoft.com/office/drawing/2014/main" id="{56A8A981-9F95-25CE-9263-DD82135568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16846" y="5876595"/>
                      <a:ext cx="32821" cy="35718"/>
                    </a:xfrm>
                    <a:custGeom>
                      <a:avLst/>
                      <a:gdLst>
                        <a:gd name="connsiteX0" fmla="*/ 0 w 32821"/>
                        <a:gd name="connsiteY0" fmla="*/ 0 h 35718"/>
                        <a:gd name="connsiteX1" fmla="*/ 32822 w 32821"/>
                        <a:gd name="connsiteY1" fmla="*/ 35718 h 357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2821" h="35718">
                          <a:moveTo>
                            <a:pt x="0" y="0"/>
                          </a:moveTo>
                          <a:cubicBezTo>
                            <a:pt x="10820" y="12909"/>
                            <a:pt x="32822" y="35718"/>
                            <a:pt x="32822" y="35718"/>
                          </a:cubicBezTo>
                        </a:path>
                      </a:pathLst>
                    </a:custGeom>
                    <a:noFill/>
                    <a:ln w="12868" cap="flat">
                      <a:gradFill>
                        <a:gsLst>
                          <a:gs pos="0">
                            <a:srgbClr val="CFE2FC"/>
                          </a:gs>
                          <a:gs pos="50000">
                            <a:srgbClr val="E7F0FD"/>
                          </a:gs>
                          <a:gs pos="100000">
                            <a:srgbClr val="FFFFFF"/>
                          </a:gs>
                        </a:gsLst>
                        <a:lin ang="0" scaled="1"/>
                      </a:gra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4" name="任意多边形 783">
                      <a:extLst>
                        <a:ext uri="{FF2B5EF4-FFF2-40B4-BE49-F238E27FC236}">
                          <a16:creationId xmlns:a16="http://schemas.microsoft.com/office/drawing/2014/main" id="{268325AE-2340-48E1-4D16-0C1BDEECA4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3505" y="5894620"/>
                      <a:ext cx="29626" cy="32361"/>
                    </a:xfrm>
                    <a:custGeom>
                      <a:avLst/>
                      <a:gdLst>
                        <a:gd name="connsiteX0" fmla="*/ 0 w 29626"/>
                        <a:gd name="connsiteY0" fmla="*/ 0 h 32361"/>
                        <a:gd name="connsiteX1" fmla="*/ 29627 w 29626"/>
                        <a:gd name="connsiteY1" fmla="*/ 32362 h 323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9626" h="32361">
                          <a:moveTo>
                            <a:pt x="0" y="0"/>
                          </a:moveTo>
                          <a:cubicBezTo>
                            <a:pt x="10820" y="12909"/>
                            <a:pt x="29627" y="32362"/>
                            <a:pt x="29627" y="32362"/>
                          </a:cubicBezTo>
                        </a:path>
                      </a:pathLst>
                    </a:custGeom>
                    <a:noFill/>
                    <a:ln w="12868" cap="flat">
                      <a:gradFill>
                        <a:gsLst>
                          <a:gs pos="0">
                            <a:srgbClr val="CFE2FC"/>
                          </a:gs>
                          <a:gs pos="50000">
                            <a:srgbClr val="E7F0FD"/>
                          </a:gs>
                          <a:gs pos="100000">
                            <a:srgbClr val="FFFFFF"/>
                          </a:gs>
                        </a:gsLst>
                        <a:lin ang="0" scaled="1"/>
                      </a:gra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85" name="任意多边形 784">
                      <a:extLst>
                        <a:ext uri="{FF2B5EF4-FFF2-40B4-BE49-F238E27FC236}">
                          <a16:creationId xmlns:a16="http://schemas.microsoft.com/office/drawing/2014/main" id="{956628C5-6C47-AB3F-BD80-986419CCC0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9121" y="5620017"/>
                      <a:ext cx="189958" cy="249626"/>
                    </a:xfrm>
                    <a:custGeom>
                      <a:avLst/>
                      <a:gdLst>
                        <a:gd name="connsiteX0" fmla="*/ 18557 w 189958"/>
                        <a:gd name="connsiteY0" fmla="*/ 0 h 249626"/>
                        <a:gd name="connsiteX1" fmla="*/ 0 w 189958"/>
                        <a:gd name="connsiteY1" fmla="*/ 1154 h 249626"/>
                        <a:gd name="connsiteX2" fmla="*/ 2937 w 189958"/>
                        <a:gd name="connsiteY2" fmla="*/ 218287 h 249626"/>
                        <a:gd name="connsiteX3" fmla="*/ 19243 w 189958"/>
                        <a:gd name="connsiteY3" fmla="*/ 241483 h 249626"/>
                        <a:gd name="connsiteX4" fmla="*/ 106614 w 189958"/>
                        <a:gd name="connsiteY4" fmla="*/ 242386 h 249626"/>
                        <a:gd name="connsiteX5" fmla="*/ 189959 w 189958"/>
                        <a:gd name="connsiteY5" fmla="*/ 6995 h 249626"/>
                        <a:gd name="connsiteX6" fmla="*/ 18557 w 189958"/>
                        <a:gd name="connsiteY6" fmla="*/ 0 h 2496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89958" h="249626">
                          <a:moveTo>
                            <a:pt x="18557" y="0"/>
                          </a:moveTo>
                          <a:lnTo>
                            <a:pt x="0" y="1154"/>
                          </a:lnTo>
                          <a:lnTo>
                            <a:pt x="2937" y="218287"/>
                          </a:lnTo>
                          <a:cubicBezTo>
                            <a:pt x="500" y="221304"/>
                            <a:pt x="2404" y="231801"/>
                            <a:pt x="19243" y="241483"/>
                          </a:cubicBezTo>
                          <a:cubicBezTo>
                            <a:pt x="47304" y="257619"/>
                            <a:pt x="93269" y="245291"/>
                            <a:pt x="106614" y="242386"/>
                          </a:cubicBezTo>
                          <a:cubicBezTo>
                            <a:pt x="134392" y="163922"/>
                            <a:pt x="162179" y="85459"/>
                            <a:pt x="189959" y="6995"/>
                          </a:cubicBezTo>
                          <a:cubicBezTo>
                            <a:pt x="133424" y="12223"/>
                            <a:pt x="76124" y="9384"/>
                            <a:pt x="18557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CFE2FC"/>
                        </a:gs>
                        <a:gs pos="50000">
                          <a:srgbClr val="E7F0FD"/>
                        </a:gs>
                        <a:gs pos="100000">
                          <a:srgbClr val="FFFFFF"/>
                        </a:gs>
                      </a:gsLst>
                      <a:lin ang="16356099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39" name="组合 738">
                  <a:extLst>
                    <a:ext uri="{FF2B5EF4-FFF2-40B4-BE49-F238E27FC236}">
                      <a16:creationId xmlns:a16="http://schemas.microsoft.com/office/drawing/2014/main" id="{7E339259-7DA1-DBB6-667B-CBE1D237ACB0}"/>
                    </a:ext>
                  </a:extLst>
                </p:cNvPr>
                <p:cNvGrpSpPr/>
                <p:nvPr/>
              </p:nvGrpSpPr>
              <p:grpSpPr>
                <a:xfrm>
                  <a:off x="3264043" y="2537831"/>
                  <a:ext cx="1465309" cy="1547603"/>
                  <a:chOff x="3264043" y="2537831"/>
                  <a:chExt cx="1465309" cy="1547603"/>
                </a:xfrm>
              </p:grpSpPr>
              <p:sp>
                <p:nvSpPr>
                  <p:cNvPr id="748" name="任意多边形 747">
                    <a:extLst>
                      <a:ext uri="{FF2B5EF4-FFF2-40B4-BE49-F238E27FC236}">
                        <a16:creationId xmlns:a16="http://schemas.microsoft.com/office/drawing/2014/main" id="{5E5A799E-BEAA-7D8B-DD91-7953D05E37B9}"/>
                      </a:ext>
                    </a:extLst>
                  </p:cNvPr>
                  <p:cNvSpPr/>
                  <p:nvPr/>
                </p:nvSpPr>
                <p:spPr>
                  <a:xfrm>
                    <a:off x="3374882" y="2542898"/>
                    <a:ext cx="533584" cy="755541"/>
                  </a:xfrm>
                  <a:custGeom>
                    <a:avLst/>
                    <a:gdLst>
                      <a:gd name="connsiteX0" fmla="*/ 533585 w 533584"/>
                      <a:gd name="connsiteY0" fmla="*/ 0 h 755541"/>
                      <a:gd name="connsiteX1" fmla="*/ 143018 w 533584"/>
                      <a:gd name="connsiteY1" fmla="*/ 254052 h 755541"/>
                      <a:gd name="connsiteX2" fmla="*/ 0 w 533584"/>
                      <a:gd name="connsiteY2" fmla="*/ 676554 h 755541"/>
                      <a:gd name="connsiteX3" fmla="*/ 376238 w 533584"/>
                      <a:gd name="connsiteY3" fmla="*/ 755542 h 755541"/>
                      <a:gd name="connsiteX4" fmla="*/ 343828 w 533584"/>
                      <a:gd name="connsiteY4" fmla="*/ 312354 h 7555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33584" h="755541">
                        <a:moveTo>
                          <a:pt x="533585" y="0"/>
                        </a:moveTo>
                        <a:cubicBezTo>
                          <a:pt x="533585" y="0"/>
                          <a:pt x="224047" y="54485"/>
                          <a:pt x="143018" y="254052"/>
                        </a:cubicBezTo>
                        <a:cubicBezTo>
                          <a:pt x="42326" y="502062"/>
                          <a:pt x="0" y="676554"/>
                          <a:pt x="0" y="676554"/>
                        </a:cubicBezTo>
                        <a:lnTo>
                          <a:pt x="376238" y="755542"/>
                        </a:lnTo>
                        <a:lnTo>
                          <a:pt x="343828" y="312354"/>
                        </a:lnTo>
                      </a:path>
                    </a:pathLst>
                  </a:custGeom>
                  <a:gradFill>
                    <a:gsLst>
                      <a:gs pos="0">
                        <a:srgbClr val="63A4FF"/>
                      </a:gs>
                      <a:gs pos="50000">
                        <a:srgbClr val="70C5FF"/>
                      </a:gs>
                      <a:gs pos="100000">
                        <a:srgbClr val="7DE7FF"/>
                      </a:gs>
                    </a:gsLst>
                    <a:lin ang="1080000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9" name="任意多边形 748">
                    <a:extLst>
                      <a:ext uri="{FF2B5EF4-FFF2-40B4-BE49-F238E27FC236}">
                        <a16:creationId xmlns:a16="http://schemas.microsoft.com/office/drawing/2014/main" id="{3E7EBF9E-CFF3-D1FF-0C77-EC8356E05DCB}"/>
                      </a:ext>
                    </a:extLst>
                  </p:cNvPr>
                  <p:cNvSpPr/>
                  <p:nvPr/>
                </p:nvSpPr>
                <p:spPr>
                  <a:xfrm>
                    <a:off x="3596525" y="2563447"/>
                    <a:ext cx="877565" cy="1300989"/>
                  </a:xfrm>
                  <a:custGeom>
                    <a:avLst/>
                    <a:gdLst>
                      <a:gd name="connsiteX0" fmla="*/ 732588 w 877565"/>
                      <a:gd name="connsiteY0" fmla="*/ 196486 h 1300989"/>
                      <a:gd name="connsiteX1" fmla="*/ 877566 w 877565"/>
                      <a:gd name="connsiteY1" fmla="*/ 1227614 h 1300989"/>
                      <a:gd name="connsiteX2" fmla="*/ 0 w 877565"/>
                      <a:gd name="connsiteY2" fmla="*/ 1256039 h 1300989"/>
                      <a:gd name="connsiteX3" fmla="*/ 88226 w 877565"/>
                      <a:gd name="connsiteY3" fmla="*/ 244080 h 1300989"/>
                      <a:gd name="connsiteX4" fmla="*/ 372220 w 877565"/>
                      <a:gd name="connsiteY4" fmla="*/ 0 h 1300989"/>
                      <a:gd name="connsiteX5" fmla="*/ 732588 w 877565"/>
                      <a:gd name="connsiteY5" fmla="*/ 196486 h 13009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877565" h="1300989">
                        <a:moveTo>
                          <a:pt x="732588" y="196486"/>
                        </a:moveTo>
                        <a:cubicBezTo>
                          <a:pt x="732588" y="196486"/>
                          <a:pt x="848407" y="1058318"/>
                          <a:pt x="877566" y="1227614"/>
                        </a:cubicBezTo>
                        <a:cubicBezTo>
                          <a:pt x="394980" y="1374069"/>
                          <a:pt x="0" y="1256039"/>
                          <a:pt x="0" y="1256039"/>
                        </a:cubicBezTo>
                        <a:lnTo>
                          <a:pt x="88226" y="244080"/>
                        </a:lnTo>
                        <a:cubicBezTo>
                          <a:pt x="88226" y="244080"/>
                          <a:pt x="201908" y="0"/>
                          <a:pt x="372220" y="0"/>
                        </a:cubicBezTo>
                        <a:cubicBezTo>
                          <a:pt x="542524" y="0"/>
                          <a:pt x="732588" y="196486"/>
                          <a:pt x="732588" y="196486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63A4FF"/>
                      </a:gs>
                      <a:gs pos="50000">
                        <a:srgbClr val="70C5FF"/>
                      </a:gs>
                      <a:gs pos="100000">
                        <a:srgbClr val="7DE7FF"/>
                      </a:gs>
                    </a:gsLst>
                    <a:lin ang="1080000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0" name="任意多边形 749">
                    <a:extLst>
                      <a:ext uri="{FF2B5EF4-FFF2-40B4-BE49-F238E27FC236}">
                        <a16:creationId xmlns:a16="http://schemas.microsoft.com/office/drawing/2014/main" id="{B3CA529D-DCAF-D2CF-FD42-D84B37ECB6A7}"/>
                      </a:ext>
                    </a:extLst>
                  </p:cNvPr>
                  <p:cNvSpPr/>
                  <p:nvPr/>
                </p:nvSpPr>
                <p:spPr>
                  <a:xfrm>
                    <a:off x="3596533" y="2576021"/>
                    <a:ext cx="229460" cy="1271018"/>
                  </a:xfrm>
                  <a:custGeom>
                    <a:avLst/>
                    <a:gdLst>
                      <a:gd name="connsiteX0" fmla="*/ 156854 w 229460"/>
                      <a:gd name="connsiteY0" fmla="*/ 969738 h 1286738"/>
                      <a:gd name="connsiteX1" fmla="*/ 185198 w 229460"/>
                      <a:gd name="connsiteY1" fmla="*/ 441623 h 1286738"/>
                      <a:gd name="connsiteX2" fmla="*/ 229460 w 229460"/>
                      <a:gd name="connsiteY2" fmla="*/ 0 h 1286738"/>
                      <a:gd name="connsiteX3" fmla="*/ 160775 w 229460"/>
                      <a:gd name="connsiteY3" fmla="*/ 25754 h 1286738"/>
                      <a:gd name="connsiteX4" fmla="*/ 139314 w 229460"/>
                      <a:gd name="connsiteY4" fmla="*/ 42923 h 1286738"/>
                      <a:gd name="connsiteX5" fmla="*/ 57752 w 229460"/>
                      <a:gd name="connsiteY5" fmla="*/ 613872 h 1286738"/>
                      <a:gd name="connsiteX6" fmla="*/ 0 w 229460"/>
                      <a:gd name="connsiteY6" fmla="*/ 1259193 h 1286738"/>
                      <a:gd name="connsiteX7" fmla="*/ 35807 w 229460"/>
                      <a:gd name="connsiteY7" fmla="*/ 1268222 h 1286738"/>
                      <a:gd name="connsiteX8" fmla="*/ 136119 w 229460"/>
                      <a:gd name="connsiteY8" fmla="*/ 1286738 h 1286738"/>
                      <a:gd name="connsiteX9" fmla="*/ 156854 w 229460"/>
                      <a:gd name="connsiteY9" fmla="*/ 969738 h 12867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29460" h="1286738">
                        <a:moveTo>
                          <a:pt x="156854" y="969738"/>
                        </a:moveTo>
                        <a:cubicBezTo>
                          <a:pt x="175516" y="707197"/>
                          <a:pt x="172918" y="613969"/>
                          <a:pt x="185198" y="441623"/>
                        </a:cubicBezTo>
                        <a:cubicBezTo>
                          <a:pt x="192686" y="336542"/>
                          <a:pt x="205675" y="184835"/>
                          <a:pt x="229460" y="0"/>
                        </a:cubicBezTo>
                        <a:cubicBezTo>
                          <a:pt x="212154" y="2437"/>
                          <a:pt x="186489" y="8625"/>
                          <a:pt x="160775" y="25754"/>
                        </a:cubicBezTo>
                        <a:cubicBezTo>
                          <a:pt x="152377" y="31345"/>
                          <a:pt x="145268" y="37251"/>
                          <a:pt x="139314" y="42923"/>
                        </a:cubicBezTo>
                        <a:cubicBezTo>
                          <a:pt x="108752" y="224571"/>
                          <a:pt x="81142" y="415046"/>
                          <a:pt x="57752" y="613872"/>
                        </a:cubicBezTo>
                        <a:cubicBezTo>
                          <a:pt x="31353" y="838306"/>
                          <a:pt x="12627" y="1053776"/>
                          <a:pt x="0" y="1259193"/>
                        </a:cubicBezTo>
                        <a:cubicBezTo>
                          <a:pt x="11626" y="1262340"/>
                          <a:pt x="23543" y="1265430"/>
                          <a:pt x="35807" y="1268222"/>
                        </a:cubicBezTo>
                        <a:cubicBezTo>
                          <a:pt x="59084" y="1273531"/>
                          <a:pt x="93115" y="1280413"/>
                          <a:pt x="136119" y="1286738"/>
                        </a:cubicBezTo>
                        <a:cubicBezTo>
                          <a:pt x="142025" y="1180988"/>
                          <a:pt x="149351" y="1075302"/>
                          <a:pt x="156854" y="96973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63A4FF"/>
                      </a:gs>
                      <a:gs pos="50000">
                        <a:srgbClr val="70C5FF"/>
                      </a:gs>
                      <a:gs pos="100000">
                        <a:srgbClr val="7DE7FF"/>
                      </a:gs>
                    </a:gsLst>
                    <a:lin ang="1080000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1" name="任意多边形 750">
                    <a:extLst>
                      <a:ext uri="{FF2B5EF4-FFF2-40B4-BE49-F238E27FC236}">
                        <a16:creationId xmlns:a16="http://schemas.microsoft.com/office/drawing/2014/main" id="{7B0DDB6F-AE93-4064-E6BA-2685ABC725DC}"/>
                      </a:ext>
                    </a:extLst>
                  </p:cNvPr>
                  <p:cNvSpPr/>
                  <p:nvPr/>
                </p:nvSpPr>
                <p:spPr>
                  <a:xfrm>
                    <a:off x="4219280" y="2666519"/>
                    <a:ext cx="127042" cy="1177760"/>
                  </a:xfrm>
                  <a:custGeom>
                    <a:avLst/>
                    <a:gdLst>
                      <a:gd name="connsiteX0" fmla="*/ 19501 w 127042"/>
                      <a:gd name="connsiteY0" fmla="*/ 1177761 h 1177760"/>
                      <a:gd name="connsiteX1" fmla="*/ 127042 w 127042"/>
                      <a:gd name="connsiteY1" fmla="*/ 1157695 h 1177760"/>
                      <a:gd name="connsiteX2" fmla="*/ 56252 w 127042"/>
                      <a:gd name="connsiteY2" fmla="*/ 44303 h 1177760"/>
                      <a:gd name="connsiteX3" fmla="*/ 0 w 127042"/>
                      <a:gd name="connsiteY3" fmla="*/ 0 h 1177760"/>
                      <a:gd name="connsiteX4" fmla="*/ 21824 w 127042"/>
                      <a:gd name="connsiteY4" fmla="*/ 247453 h 1177760"/>
                      <a:gd name="connsiteX5" fmla="*/ 28755 w 127042"/>
                      <a:gd name="connsiteY5" fmla="*/ 895792 h 1177760"/>
                      <a:gd name="connsiteX6" fmla="*/ 19501 w 127042"/>
                      <a:gd name="connsiteY6" fmla="*/ 1177761 h 11777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7042" h="1177760">
                        <a:moveTo>
                          <a:pt x="19501" y="1177761"/>
                        </a:moveTo>
                        <a:cubicBezTo>
                          <a:pt x="54517" y="1172403"/>
                          <a:pt x="90461" y="1165699"/>
                          <a:pt x="127042" y="1157695"/>
                        </a:cubicBezTo>
                        <a:cubicBezTo>
                          <a:pt x="99643" y="787056"/>
                          <a:pt x="85580" y="414578"/>
                          <a:pt x="56252" y="44303"/>
                        </a:cubicBezTo>
                        <a:cubicBezTo>
                          <a:pt x="40212" y="30708"/>
                          <a:pt x="21227" y="15443"/>
                          <a:pt x="0" y="0"/>
                        </a:cubicBezTo>
                        <a:cubicBezTo>
                          <a:pt x="9883" y="82231"/>
                          <a:pt x="16846" y="164753"/>
                          <a:pt x="21824" y="247453"/>
                        </a:cubicBezTo>
                        <a:cubicBezTo>
                          <a:pt x="34855" y="463738"/>
                          <a:pt x="34952" y="679265"/>
                          <a:pt x="28755" y="895792"/>
                        </a:cubicBezTo>
                        <a:cubicBezTo>
                          <a:pt x="26076" y="989755"/>
                          <a:pt x="22712" y="1083758"/>
                          <a:pt x="19501" y="117776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63A4FF"/>
                      </a:gs>
                      <a:gs pos="50000">
                        <a:srgbClr val="70C5FF"/>
                      </a:gs>
                      <a:gs pos="100000">
                        <a:srgbClr val="7DE7FF"/>
                      </a:gs>
                    </a:gsLst>
                    <a:lin ang="1080000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2" name="任意多边形 751">
                    <a:extLst>
                      <a:ext uri="{FF2B5EF4-FFF2-40B4-BE49-F238E27FC236}">
                        <a16:creationId xmlns:a16="http://schemas.microsoft.com/office/drawing/2014/main" id="{DEF296C1-E14A-A2C4-01EF-B3E985888C5F}"/>
                      </a:ext>
                    </a:extLst>
                  </p:cNvPr>
                  <p:cNvSpPr/>
                  <p:nvPr/>
                </p:nvSpPr>
                <p:spPr>
                  <a:xfrm>
                    <a:off x="4042392" y="2684245"/>
                    <a:ext cx="113952" cy="1178825"/>
                  </a:xfrm>
                  <a:custGeom>
                    <a:avLst/>
                    <a:gdLst>
                      <a:gd name="connsiteX0" fmla="*/ 82780 w 113952"/>
                      <a:gd name="connsiteY0" fmla="*/ 878082 h 1178825"/>
                      <a:gd name="connsiteX1" fmla="*/ 101281 w 113952"/>
                      <a:gd name="connsiteY1" fmla="*/ 26303 h 1178825"/>
                      <a:gd name="connsiteX2" fmla="*/ 96988 w 113952"/>
                      <a:gd name="connsiteY2" fmla="*/ 26303 h 1178825"/>
                      <a:gd name="connsiteX3" fmla="*/ 55760 w 113952"/>
                      <a:gd name="connsiteY3" fmla="*/ 0 h 1178825"/>
                      <a:gd name="connsiteX4" fmla="*/ 0 w 113952"/>
                      <a:gd name="connsiteY4" fmla="*/ 1178826 h 1178825"/>
                      <a:gd name="connsiteX5" fmla="*/ 73034 w 113952"/>
                      <a:gd name="connsiteY5" fmla="*/ 1174324 h 1178825"/>
                      <a:gd name="connsiteX6" fmla="*/ 82780 w 113952"/>
                      <a:gd name="connsiteY6" fmla="*/ 878082 h 1178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13952" h="1178825">
                        <a:moveTo>
                          <a:pt x="82780" y="878082"/>
                        </a:moveTo>
                        <a:cubicBezTo>
                          <a:pt x="96851" y="565454"/>
                          <a:pt x="133013" y="30329"/>
                          <a:pt x="101281" y="26303"/>
                        </a:cubicBezTo>
                        <a:cubicBezTo>
                          <a:pt x="100474" y="26198"/>
                          <a:pt x="99699" y="26448"/>
                          <a:pt x="96988" y="26303"/>
                        </a:cubicBezTo>
                        <a:cubicBezTo>
                          <a:pt x="80126" y="25399"/>
                          <a:pt x="66345" y="13498"/>
                          <a:pt x="55760" y="0"/>
                        </a:cubicBezTo>
                        <a:cubicBezTo>
                          <a:pt x="25012" y="392245"/>
                          <a:pt x="9109" y="785419"/>
                          <a:pt x="0" y="1178826"/>
                        </a:cubicBezTo>
                        <a:cubicBezTo>
                          <a:pt x="23624" y="1177922"/>
                          <a:pt x="48127" y="1176317"/>
                          <a:pt x="73034" y="1174324"/>
                        </a:cubicBezTo>
                        <a:cubicBezTo>
                          <a:pt x="74325" y="1111642"/>
                          <a:pt x="76963" y="1007247"/>
                          <a:pt x="82780" y="87808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63A4FF"/>
                      </a:gs>
                      <a:gs pos="50000">
                        <a:srgbClr val="70C5FF"/>
                      </a:gs>
                      <a:gs pos="100000">
                        <a:srgbClr val="7DE7FF"/>
                      </a:gs>
                    </a:gsLst>
                    <a:lin ang="1080000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3" name="任意多边形 752">
                    <a:extLst>
                      <a:ext uri="{FF2B5EF4-FFF2-40B4-BE49-F238E27FC236}">
                        <a16:creationId xmlns:a16="http://schemas.microsoft.com/office/drawing/2014/main" id="{6CF7FE36-F3BC-D131-3618-7534AE82D2CE}"/>
                      </a:ext>
                    </a:extLst>
                  </p:cNvPr>
                  <p:cNvSpPr/>
                  <p:nvPr/>
                </p:nvSpPr>
                <p:spPr>
                  <a:xfrm>
                    <a:off x="3817409" y="2556000"/>
                    <a:ext cx="167496" cy="1300989"/>
                  </a:xfrm>
                  <a:custGeom>
                    <a:avLst/>
                    <a:gdLst>
                      <a:gd name="connsiteX0" fmla="*/ 167497 w 167496"/>
                      <a:gd name="connsiteY0" fmla="*/ 8028 h 1313613"/>
                      <a:gd name="connsiteX1" fmla="*/ 151336 w 167496"/>
                      <a:gd name="connsiteY1" fmla="*/ 7447 h 1313613"/>
                      <a:gd name="connsiteX2" fmla="*/ 90146 w 167496"/>
                      <a:gd name="connsiteY2" fmla="*/ 0 h 1313613"/>
                      <a:gd name="connsiteX3" fmla="*/ 30046 w 167496"/>
                      <a:gd name="connsiteY3" fmla="*/ 536610 h 1313613"/>
                      <a:gd name="connsiteX4" fmla="*/ 12877 w 167496"/>
                      <a:gd name="connsiteY4" fmla="*/ 1047459 h 1313613"/>
                      <a:gd name="connsiteX5" fmla="*/ 0 w 167496"/>
                      <a:gd name="connsiteY5" fmla="*/ 1313614 h 1313613"/>
                      <a:gd name="connsiteX6" fmla="*/ 69008 w 167496"/>
                      <a:gd name="connsiteY6" fmla="*/ 1306134 h 1313613"/>
                      <a:gd name="connsiteX7" fmla="*/ 102096 w 167496"/>
                      <a:gd name="connsiteY7" fmla="*/ 1307506 h 1313613"/>
                      <a:gd name="connsiteX8" fmla="*/ 167497 w 167496"/>
                      <a:gd name="connsiteY8" fmla="*/ 8028 h 13136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67496" h="1313613">
                        <a:moveTo>
                          <a:pt x="167497" y="8028"/>
                        </a:moveTo>
                        <a:cubicBezTo>
                          <a:pt x="162212" y="7931"/>
                          <a:pt x="156822" y="7745"/>
                          <a:pt x="151336" y="7447"/>
                        </a:cubicBezTo>
                        <a:cubicBezTo>
                          <a:pt x="129358" y="6269"/>
                          <a:pt x="108905" y="3574"/>
                          <a:pt x="90146" y="0"/>
                        </a:cubicBezTo>
                        <a:cubicBezTo>
                          <a:pt x="51717" y="225370"/>
                          <a:pt x="36646" y="409035"/>
                          <a:pt x="30046" y="536610"/>
                        </a:cubicBezTo>
                        <a:cubicBezTo>
                          <a:pt x="22890" y="674859"/>
                          <a:pt x="24294" y="774309"/>
                          <a:pt x="12877" y="1047459"/>
                        </a:cubicBezTo>
                        <a:cubicBezTo>
                          <a:pt x="8165" y="1160204"/>
                          <a:pt x="3357" y="1252682"/>
                          <a:pt x="0" y="1313614"/>
                        </a:cubicBezTo>
                        <a:cubicBezTo>
                          <a:pt x="19525" y="1309483"/>
                          <a:pt x="42778" y="1306312"/>
                          <a:pt x="69008" y="1306134"/>
                        </a:cubicBezTo>
                        <a:cubicBezTo>
                          <a:pt x="80763" y="1306054"/>
                          <a:pt x="91825" y="1306586"/>
                          <a:pt x="102096" y="1307506"/>
                        </a:cubicBezTo>
                        <a:cubicBezTo>
                          <a:pt x="112132" y="873766"/>
                          <a:pt x="130092" y="440276"/>
                          <a:pt x="167497" y="8028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63A4FF"/>
                      </a:gs>
                      <a:gs pos="50000">
                        <a:srgbClr val="70C5FF"/>
                      </a:gs>
                      <a:gs pos="100000">
                        <a:srgbClr val="7DE7FF"/>
                      </a:gs>
                    </a:gsLst>
                    <a:lin ang="1080000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4" name="任意多边形 753">
                    <a:extLst>
                      <a:ext uri="{FF2B5EF4-FFF2-40B4-BE49-F238E27FC236}">
                        <a16:creationId xmlns:a16="http://schemas.microsoft.com/office/drawing/2014/main" id="{67B828CD-83AB-5960-F2B0-837FEA6756D0}"/>
                      </a:ext>
                    </a:extLst>
                  </p:cNvPr>
                  <p:cNvSpPr/>
                  <p:nvPr/>
                </p:nvSpPr>
                <p:spPr>
                  <a:xfrm>
                    <a:off x="4295492" y="3067212"/>
                    <a:ext cx="433860" cy="862897"/>
                  </a:xfrm>
                  <a:custGeom>
                    <a:avLst/>
                    <a:gdLst>
                      <a:gd name="connsiteX0" fmla="*/ 296056 w 433860"/>
                      <a:gd name="connsiteY0" fmla="*/ 0 h 862897"/>
                      <a:gd name="connsiteX1" fmla="*/ 425366 w 433860"/>
                      <a:gd name="connsiteY1" fmla="*/ 353139 h 862897"/>
                      <a:gd name="connsiteX2" fmla="*/ 417289 w 433860"/>
                      <a:gd name="connsiteY2" fmla="*/ 862898 h 862897"/>
                      <a:gd name="connsiteX3" fmla="*/ 339947 w 433860"/>
                      <a:gd name="connsiteY3" fmla="*/ 841469 h 862897"/>
                      <a:gd name="connsiteX4" fmla="*/ 201198 w 433860"/>
                      <a:gd name="connsiteY4" fmla="*/ 382733 h 862897"/>
                      <a:gd name="connsiteX5" fmla="*/ 0 w 433860"/>
                      <a:gd name="connsiteY5" fmla="*/ 12877 h 8628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33860" h="862897">
                        <a:moveTo>
                          <a:pt x="296056" y="0"/>
                        </a:moveTo>
                        <a:cubicBezTo>
                          <a:pt x="296056" y="0"/>
                          <a:pt x="406389" y="239820"/>
                          <a:pt x="425366" y="353139"/>
                        </a:cubicBezTo>
                        <a:cubicBezTo>
                          <a:pt x="448400" y="490694"/>
                          <a:pt x="417289" y="862898"/>
                          <a:pt x="417289" y="862898"/>
                        </a:cubicBezTo>
                        <a:lnTo>
                          <a:pt x="339947" y="841469"/>
                        </a:lnTo>
                        <a:cubicBezTo>
                          <a:pt x="339947" y="841469"/>
                          <a:pt x="227581" y="502143"/>
                          <a:pt x="201198" y="382733"/>
                        </a:cubicBezTo>
                        <a:cubicBezTo>
                          <a:pt x="195130" y="355277"/>
                          <a:pt x="0" y="12877"/>
                          <a:pt x="0" y="12877"/>
                        </a:cubicBezTo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5" name="任意多边形 754">
                    <a:extLst>
                      <a:ext uri="{FF2B5EF4-FFF2-40B4-BE49-F238E27FC236}">
                        <a16:creationId xmlns:a16="http://schemas.microsoft.com/office/drawing/2014/main" id="{AD9FC365-C823-7624-8226-981089913B77}"/>
                      </a:ext>
                    </a:extLst>
                  </p:cNvPr>
                  <p:cNvSpPr/>
                  <p:nvPr/>
                </p:nvSpPr>
                <p:spPr>
                  <a:xfrm>
                    <a:off x="4546453" y="3881168"/>
                    <a:ext cx="171551" cy="204266"/>
                  </a:xfrm>
                  <a:custGeom>
                    <a:avLst/>
                    <a:gdLst>
                      <a:gd name="connsiteX0" fmla="*/ 89680 w 171551"/>
                      <a:gd name="connsiteY0" fmla="*/ 13434 h 204266"/>
                      <a:gd name="connsiteX1" fmla="*/ 18582 w 171551"/>
                      <a:gd name="connsiteY1" fmla="*/ 80360 h 204266"/>
                      <a:gd name="connsiteX2" fmla="*/ 5706 w 171551"/>
                      <a:gd name="connsiteY2" fmla="*/ 97553 h 204266"/>
                      <a:gd name="connsiteX3" fmla="*/ 7206 w 171551"/>
                      <a:gd name="connsiteY3" fmla="*/ 172459 h 204266"/>
                      <a:gd name="connsiteX4" fmla="*/ 23432 w 171551"/>
                      <a:gd name="connsiteY4" fmla="*/ 196833 h 204266"/>
                      <a:gd name="connsiteX5" fmla="*/ 34654 w 171551"/>
                      <a:gd name="connsiteY5" fmla="*/ 199011 h 204266"/>
                      <a:gd name="connsiteX6" fmla="*/ 40835 w 171551"/>
                      <a:gd name="connsiteY6" fmla="*/ 190273 h 204266"/>
                      <a:gd name="connsiteX7" fmla="*/ 55551 w 171551"/>
                      <a:gd name="connsiteY7" fmla="*/ 204070 h 204266"/>
                      <a:gd name="connsiteX8" fmla="*/ 66822 w 171551"/>
                      <a:gd name="connsiteY8" fmla="*/ 192250 h 204266"/>
                      <a:gd name="connsiteX9" fmla="*/ 90237 w 171551"/>
                      <a:gd name="connsiteY9" fmla="*/ 200641 h 204266"/>
                      <a:gd name="connsiteX10" fmla="*/ 103807 w 171551"/>
                      <a:gd name="connsiteY10" fmla="*/ 183641 h 204266"/>
                      <a:gd name="connsiteX11" fmla="*/ 139534 w 171551"/>
                      <a:gd name="connsiteY11" fmla="*/ 191024 h 204266"/>
                      <a:gd name="connsiteX12" fmla="*/ 143455 w 171551"/>
                      <a:gd name="connsiteY12" fmla="*/ 188321 h 204266"/>
                      <a:gd name="connsiteX13" fmla="*/ 139025 w 171551"/>
                      <a:gd name="connsiteY13" fmla="*/ 172805 h 204266"/>
                      <a:gd name="connsiteX14" fmla="*/ 128472 w 171551"/>
                      <a:gd name="connsiteY14" fmla="*/ 153853 h 204266"/>
                      <a:gd name="connsiteX15" fmla="*/ 126229 w 171551"/>
                      <a:gd name="connsiteY15" fmla="*/ 133812 h 204266"/>
                      <a:gd name="connsiteX16" fmla="*/ 154581 w 171551"/>
                      <a:gd name="connsiteY16" fmla="*/ 97827 h 204266"/>
                      <a:gd name="connsiteX17" fmla="*/ 153306 w 171551"/>
                      <a:gd name="connsiteY17" fmla="*/ 0 h 2042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71551" h="204266">
                        <a:moveTo>
                          <a:pt x="89680" y="13434"/>
                        </a:moveTo>
                        <a:cubicBezTo>
                          <a:pt x="64854" y="34500"/>
                          <a:pt x="41109" y="56849"/>
                          <a:pt x="18582" y="80360"/>
                        </a:cubicBezTo>
                        <a:cubicBezTo>
                          <a:pt x="13596" y="85556"/>
                          <a:pt x="8586" y="90953"/>
                          <a:pt x="5706" y="97553"/>
                        </a:cubicBezTo>
                        <a:cubicBezTo>
                          <a:pt x="-3928" y="119668"/>
                          <a:pt x="58" y="150311"/>
                          <a:pt x="7206" y="172459"/>
                        </a:cubicBezTo>
                        <a:cubicBezTo>
                          <a:pt x="10272" y="181955"/>
                          <a:pt x="14879" y="191685"/>
                          <a:pt x="23432" y="196833"/>
                        </a:cubicBezTo>
                        <a:cubicBezTo>
                          <a:pt x="26788" y="198850"/>
                          <a:pt x="30879" y="200060"/>
                          <a:pt x="34654" y="199011"/>
                        </a:cubicBezTo>
                        <a:cubicBezTo>
                          <a:pt x="38431" y="197962"/>
                          <a:pt x="41553" y="194130"/>
                          <a:pt x="40835" y="190273"/>
                        </a:cubicBezTo>
                        <a:cubicBezTo>
                          <a:pt x="44401" y="196203"/>
                          <a:pt x="48798" y="202561"/>
                          <a:pt x="55551" y="204070"/>
                        </a:cubicBezTo>
                        <a:cubicBezTo>
                          <a:pt x="62312" y="205571"/>
                          <a:pt x="70429" y="198156"/>
                          <a:pt x="66822" y="192250"/>
                        </a:cubicBezTo>
                        <a:cubicBezTo>
                          <a:pt x="74011" y="196671"/>
                          <a:pt x="81821" y="201246"/>
                          <a:pt x="90237" y="200641"/>
                        </a:cubicBezTo>
                        <a:cubicBezTo>
                          <a:pt x="98652" y="200036"/>
                          <a:pt x="106873" y="191500"/>
                          <a:pt x="103807" y="183641"/>
                        </a:cubicBezTo>
                        <a:cubicBezTo>
                          <a:pt x="112626" y="193162"/>
                          <a:pt x="127665" y="196268"/>
                          <a:pt x="139534" y="191024"/>
                        </a:cubicBezTo>
                        <a:cubicBezTo>
                          <a:pt x="141002" y="190370"/>
                          <a:pt x="142462" y="189579"/>
                          <a:pt x="143455" y="188321"/>
                        </a:cubicBezTo>
                        <a:cubicBezTo>
                          <a:pt x="147093" y="183746"/>
                          <a:pt x="142672" y="177380"/>
                          <a:pt x="139025" y="172805"/>
                        </a:cubicBezTo>
                        <a:cubicBezTo>
                          <a:pt x="134491" y="167125"/>
                          <a:pt x="130909" y="160695"/>
                          <a:pt x="128472" y="153853"/>
                        </a:cubicBezTo>
                        <a:cubicBezTo>
                          <a:pt x="126189" y="147447"/>
                          <a:pt x="124906" y="140492"/>
                          <a:pt x="126229" y="133812"/>
                        </a:cubicBezTo>
                        <a:cubicBezTo>
                          <a:pt x="129246" y="118587"/>
                          <a:pt x="144197" y="109357"/>
                          <a:pt x="154581" y="97827"/>
                        </a:cubicBezTo>
                        <a:cubicBezTo>
                          <a:pt x="181206" y="68265"/>
                          <a:pt x="173178" y="30361"/>
                          <a:pt x="153306" y="0"/>
                        </a:cubicBezTo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6" name="任意多边形 755">
                    <a:extLst>
                      <a:ext uri="{FF2B5EF4-FFF2-40B4-BE49-F238E27FC236}">
                        <a16:creationId xmlns:a16="http://schemas.microsoft.com/office/drawing/2014/main" id="{A8367E83-CEF8-3E80-2D17-6A36180DD288}"/>
                      </a:ext>
                    </a:extLst>
                  </p:cNvPr>
                  <p:cNvSpPr/>
                  <p:nvPr/>
                </p:nvSpPr>
                <p:spPr>
                  <a:xfrm>
                    <a:off x="4020615" y="2537831"/>
                    <a:ext cx="654559" cy="761677"/>
                  </a:xfrm>
                  <a:custGeom>
                    <a:avLst/>
                    <a:gdLst>
                      <a:gd name="connsiteX0" fmla="*/ 418895 w 654559"/>
                      <a:gd name="connsiteY0" fmla="*/ 178736 h 761677"/>
                      <a:gd name="connsiteX1" fmla="*/ 0 w 654559"/>
                      <a:gd name="connsiteY1" fmla="*/ 0 h 761677"/>
                      <a:gd name="connsiteX2" fmla="*/ 23446 w 654559"/>
                      <a:gd name="connsiteY2" fmla="*/ 53936 h 761677"/>
                      <a:gd name="connsiteX3" fmla="*/ 54880 w 654559"/>
                      <a:gd name="connsiteY3" fmla="*/ 73470 h 761677"/>
                      <a:gd name="connsiteX4" fmla="*/ 244750 w 654559"/>
                      <a:gd name="connsiteY4" fmla="*/ 690286 h 761677"/>
                      <a:gd name="connsiteX5" fmla="*/ 262000 w 654559"/>
                      <a:gd name="connsiteY5" fmla="*/ 760617 h 761677"/>
                      <a:gd name="connsiteX6" fmla="*/ 654560 w 654559"/>
                      <a:gd name="connsiteY6" fmla="*/ 687744 h 761677"/>
                      <a:gd name="connsiteX7" fmla="*/ 418895 w 654559"/>
                      <a:gd name="connsiteY7" fmla="*/ 178736 h 7616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54559" h="761677">
                        <a:moveTo>
                          <a:pt x="418895" y="178736"/>
                        </a:moveTo>
                        <a:cubicBezTo>
                          <a:pt x="295951" y="25617"/>
                          <a:pt x="0" y="0"/>
                          <a:pt x="0" y="0"/>
                        </a:cubicBezTo>
                        <a:lnTo>
                          <a:pt x="23446" y="53936"/>
                        </a:lnTo>
                        <a:cubicBezTo>
                          <a:pt x="34403" y="56026"/>
                          <a:pt x="45263" y="62150"/>
                          <a:pt x="54880" y="73470"/>
                        </a:cubicBezTo>
                        <a:cubicBezTo>
                          <a:pt x="206119" y="251471"/>
                          <a:pt x="208645" y="473315"/>
                          <a:pt x="244750" y="690286"/>
                        </a:cubicBezTo>
                        <a:lnTo>
                          <a:pt x="262000" y="760617"/>
                        </a:lnTo>
                        <a:cubicBezTo>
                          <a:pt x="439477" y="772017"/>
                          <a:pt x="654560" y="687744"/>
                          <a:pt x="654560" y="687744"/>
                        </a:cubicBezTo>
                        <a:cubicBezTo>
                          <a:pt x="654560" y="687744"/>
                          <a:pt x="565164" y="360900"/>
                          <a:pt x="418895" y="178736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63A4FF"/>
                      </a:gs>
                      <a:gs pos="50000">
                        <a:srgbClr val="70C5FF"/>
                      </a:gs>
                      <a:gs pos="100000">
                        <a:srgbClr val="7DE7FF"/>
                      </a:gs>
                    </a:gsLst>
                    <a:lin ang="1080000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7" name="组合 756">
                    <a:extLst>
                      <a:ext uri="{FF2B5EF4-FFF2-40B4-BE49-F238E27FC236}">
                        <a16:creationId xmlns:a16="http://schemas.microsoft.com/office/drawing/2014/main" id="{9B34FD37-648A-1BBF-EE14-2F18B0611311}"/>
                      </a:ext>
                    </a:extLst>
                  </p:cNvPr>
                  <p:cNvGrpSpPr/>
                  <p:nvPr/>
                </p:nvGrpSpPr>
                <p:grpSpPr>
                  <a:xfrm>
                    <a:off x="3264043" y="2585215"/>
                    <a:ext cx="544134" cy="473823"/>
                    <a:chOff x="3264043" y="2585215"/>
                    <a:chExt cx="544134" cy="473823"/>
                  </a:xfrm>
                </p:grpSpPr>
                <p:sp>
                  <p:nvSpPr>
                    <p:cNvPr id="761" name="任意多边形 760">
                      <a:extLst>
                        <a:ext uri="{FF2B5EF4-FFF2-40B4-BE49-F238E27FC236}">
                          <a16:creationId xmlns:a16="http://schemas.microsoft.com/office/drawing/2014/main" id="{BB6EB018-EEB0-26F6-7AB4-EF2BEFFB30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0843" y="2585215"/>
                      <a:ext cx="522579" cy="455161"/>
                    </a:xfrm>
                    <a:custGeom>
                      <a:avLst/>
                      <a:gdLst>
                        <a:gd name="connsiteX0" fmla="*/ 21566 w 522579"/>
                        <a:gd name="connsiteY0" fmla="*/ 45214 h 455161"/>
                        <a:gd name="connsiteX1" fmla="*/ 0 w 522579"/>
                        <a:gd name="connsiteY1" fmla="*/ 7108 h 455161"/>
                        <a:gd name="connsiteX2" fmla="*/ 13232 w 522579"/>
                        <a:gd name="connsiteY2" fmla="*/ 0 h 455161"/>
                        <a:gd name="connsiteX3" fmla="*/ 172176 w 522579"/>
                        <a:gd name="connsiteY3" fmla="*/ 138653 h 455161"/>
                        <a:gd name="connsiteX4" fmla="*/ 441220 w 522579"/>
                        <a:gd name="connsiteY4" fmla="*/ 111180 h 455161"/>
                        <a:gd name="connsiteX5" fmla="*/ 522580 w 522579"/>
                        <a:gd name="connsiteY5" fmla="*/ 443220 h 455161"/>
                        <a:gd name="connsiteX6" fmla="*/ 271060 w 522579"/>
                        <a:gd name="connsiteY6" fmla="*/ 455161 h 455161"/>
                        <a:gd name="connsiteX7" fmla="*/ 121169 w 522579"/>
                        <a:gd name="connsiteY7" fmla="*/ 344731 h 4551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522579" h="455161">
                          <a:moveTo>
                            <a:pt x="21566" y="45214"/>
                          </a:moveTo>
                          <a:lnTo>
                            <a:pt x="0" y="7108"/>
                          </a:lnTo>
                          <a:lnTo>
                            <a:pt x="13232" y="0"/>
                          </a:lnTo>
                          <a:lnTo>
                            <a:pt x="172176" y="138653"/>
                          </a:lnTo>
                          <a:lnTo>
                            <a:pt x="441220" y="111180"/>
                          </a:lnTo>
                          <a:lnTo>
                            <a:pt x="522580" y="443220"/>
                          </a:lnTo>
                          <a:lnTo>
                            <a:pt x="271060" y="455161"/>
                          </a:lnTo>
                          <a:lnTo>
                            <a:pt x="121169" y="34473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CFE2FC"/>
                        </a:gs>
                        <a:gs pos="50000">
                          <a:srgbClr val="E7F0FD"/>
                        </a:gs>
                        <a:gs pos="100000">
                          <a:srgbClr val="FFFFFF"/>
                        </a:gs>
                      </a:gsLst>
                      <a:lin ang="16576906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2" name="任意多边形 761">
                      <a:extLst>
                        <a:ext uri="{FF2B5EF4-FFF2-40B4-BE49-F238E27FC236}">
                          <a16:creationId xmlns:a16="http://schemas.microsoft.com/office/drawing/2014/main" id="{AECD99DA-B693-2916-D0E1-B70C464A04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68692" y="2711329"/>
                      <a:ext cx="339484" cy="347709"/>
                    </a:xfrm>
                    <a:custGeom>
                      <a:avLst/>
                      <a:gdLst>
                        <a:gd name="connsiteX0" fmla="*/ 0 w 339484"/>
                        <a:gd name="connsiteY0" fmla="*/ 24262 h 347709"/>
                        <a:gd name="connsiteX1" fmla="*/ 98263 w 339484"/>
                        <a:gd name="connsiteY1" fmla="*/ 347709 h 347709"/>
                        <a:gd name="connsiteX2" fmla="*/ 329006 w 339484"/>
                        <a:gd name="connsiteY2" fmla="*/ 329047 h 347709"/>
                        <a:gd name="connsiteX3" fmla="*/ 338608 w 339484"/>
                        <a:gd name="connsiteY3" fmla="*/ 312330 h 347709"/>
                        <a:gd name="connsiteX4" fmla="*/ 267260 w 339484"/>
                        <a:gd name="connsiteY4" fmla="*/ 6205 h 347709"/>
                        <a:gd name="connsiteX5" fmla="*/ 255432 w 339484"/>
                        <a:gd name="connsiteY5" fmla="*/ 242 h 347709"/>
                        <a:gd name="connsiteX6" fmla="*/ 0 w 339484"/>
                        <a:gd name="connsiteY6" fmla="*/ 24262 h 3477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339484" h="347709">
                          <a:moveTo>
                            <a:pt x="0" y="24262"/>
                          </a:moveTo>
                          <a:lnTo>
                            <a:pt x="98263" y="347709"/>
                          </a:lnTo>
                          <a:lnTo>
                            <a:pt x="329006" y="329047"/>
                          </a:lnTo>
                          <a:cubicBezTo>
                            <a:pt x="337107" y="327248"/>
                            <a:pt x="341464" y="319656"/>
                            <a:pt x="338608" y="312330"/>
                          </a:cubicBezTo>
                          <a:lnTo>
                            <a:pt x="267260" y="6205"/>
                          </a:lnTo>
                          <a:cubicBezTo>
                            <a:pt x="265534" y="1792"/>
                            <a:pt x="260321" y="-838"/>
                            <a:pt x="255432" y="242"/>
                          </a:cubicBezTo>
                          <a:lnTo>
                            <a:pt x="0" y="24262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9A143"/>
                        </a:gs>
                        <a:gs pos="50000">
                          <a:srgbClr val="FCC56A"/>
                        </a:gs>
                        <a:gs pos="100000">
                          <a:srgbClr val="FFE992"/>
                        </a:gs>
                      </a:gsLst>
                      <a:lin ang="17221677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3" name="任意多边形 762">
                      <a:extLst>
                        <a:ext uri="{FF2B5EF4-FFF2-40B4-BE49-F238E27FC236}">
                          <a16:creationId xmlns:a16="http://schemas.microsoft.com/office/drawing/2014/main" id="{6682F61E-4E43-384D-BBDD-3269E15E5F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14408" y="2728322"/>
                      <a:ext cx="152546" cy="330716"/>
                    </a:xfrm>
                    <a:custGeom>
                      <a:avLst/>
                      <a:gdLst>
                        <a:gd name="connsiteX0" fmla="*/ 54283 w 152546"/>
                        <a:gd name="connsiteY0" fmla="*/ 7269 h 330716"/>
                        <a:gd name="connsiteX1" fmla="*/ 0 w 152546"/>
                        <a:gd name="connsiteY1" fmla="*/ 0 h 330716"/>
                        <a:gd name="connsiteX2" fmla="*/ 106081 w 152546"/>
                        <a:gd name="connsiteY2" fmla="*/ 324496 h 330716"/>
                        <a:gd name="connsiteX3" fmla="*/ 152546 w 152546"/>
                        <a:gd name="connsiteY3" fmla="*/ 330717 h 3307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52546" h="330716">
                          <a:moveTo>
                            <a:pt x="54283" y="7269"/>
                          </a:moveTo>
                          <a:lnTo>
                            <a:pt x="0" y="0"/>
                          </a:lnTo>
                          <a:lnTo>
                            <a:pt x="106081" y="324496"/>
                          </a:lnTo>
                          <a:lnTo>
                            <a:pt x="152546" y="33071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9A143"/>
                        </a:gs>
                        <a:gs pos="50000">
                          <a:srgbClr val="FCC56A"/>
                        </a:gs>
                        <a:gs pos="100000">
                          <a:srgbClr val="FFE992"/>
                        </a:gs>
                      </a:gsLst>
                      <a:lin ang="9341747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4" name="任意多边形 763">
                      <a:extLst>
                        <a:ext uri="{FF2B5EF4-FFF2-40B4-BE49-F238E27FC236}">
                          <a16:creationId xmlns:a16="http://schemas.microsoft.com/office/drawing/2014/main" id="{A5E7C8B4-1A3E-259C-AD44-3A12AB3CAD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4043" y="2591307"/>
                      <a:ext cx="256439" cy="461511"/>
                    </a:xfrm>
                    <a:custGeom>
                      <a:avLst/>
                      <a:gdLst>
                        <a:gd name="connsiteX0" fmla="*/ 150366 w 256439"/>
                        <a:gd name="connsiteY0" fmla="*/ 137015 h 461511"/>
                        <a:gd name="connsiteX1" fmla="*/ 6800 w 256439"/>
                        <a:gd name="connsiteY1" fmla="*/ 1017 h 461511"/>
                        <a:gd name="connsiteX2" fmla="*/ 394 w 256439"/>
                        <a:gd name="connsiteY2" fmla="*/ 5059 h 461511"/>
                        <a:gd name="connsiteX3" fmla="*/ 125524 w 256439"/>
                        <a:gd name="connsiteY3" fmla="*/ 361675 h 461511"/>
                        <a:gd name="connsiteX4" fmla="*/ 133754 w 256439"/>
                        <a:gd name="connsiteY4" fmla="*/ 370139 h 461511"/>
                        <a:gd name="connsiteX5" fmla="*/ 256439 w 256439"/>
                        <a:gd name="connsiteY5" fmla="*/ 461511 h 461511"/>
                        <a:gd name="connsiteX6" fmla="*/ 150366 w 256439"/>
                        <a:gd name="connsiteY6" fmla="*/ 137015 h 46151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56439" h="461511">
                          <a:moveTo>
                            <a:pt x="150366" y="137015"/>
                          </a:moveTo>
                          <a:lnTo>
                            <a:pt x="6800" y="1017"/>
                          </a:lnTo>
                          <a:cubicBezTo>
                            <a:pt x="3395" y="-1654"/>
                            <a:pt x="-1414" y="1372"/>
                            <a:pt x="394" y="5059"/>
                          </a:cubicBezTo>
                          <a:lnTo>
                            <a:pt x="125524" y="361675"/>
                          </a:lnTo>
                          <a:cubicBezTo>
                            <a:pt x="127235" y="365161"/>
                            <a:pt x="130115" y="368130"/>
                            <a:pt x="133754" y="370139"/>
                          </a:cubicBezTo>
                          <a:lnTo>
                            <a:pt x="256439" y="461511"/>
                          </a:lnTo>
                          <a:lnTo>
                            <a:pt x="150366" y="13701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9A143"/>
                        </a:gs>
                        <a:gs pos="50000">
                          <a:srgbClr val="FCC56A"/>
                        </a:gs>
                        <a:gs pos="100000">
                          <a:srgbClr val="FFE992"/>
                        </a:gs>
                      </a:gsLst>
                      <a:lin ang="16200000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58" name="任意多边形 757">
                    <a:extLst>
                      <a:ext uri="{FF2B5EF4-FFF2-40B4-BE49-F238E27FC236}">
                        <a16:creationId xmlns:a16="http://schemas.microsoft.com/office/drawing/2014/main" id="{81A95443-4F53-0BFC-1548-91C581F9D471}"/>
                      </a:ext>
                    </a:extLst>
                  </p:cNvPr>
                  <p:cNvSpPr/>
                  <p:nvPr/>
                </p:nvSpPr>
                <p:spPr>
                  <a:xfrm>
                    <a:off x="3279750" y="2791835"/>
                    <a:ext cx="345562" cy="688021"/>
                  </a:xfrm>
                  <a:custGeom>
                    <a:avLst/>
                    <a:gdLst>
                      <a:gd name="connsiteX0" fmla="*/ 345562 w 345562"/>
                      <a:gd name="connsiteY0" fmla="*/ 480189 h 688021"/>
                      <a:gd name="connsiteX1" fmla="*/ 203077 w 345562"/>
                      <a:gd name="connsiteY1" fmla="*/ 687276 h 688021"/>
                      <a:gd name="connsiteX2" fmla="*/ 0 w 345562"/>
                      <a:gd name="connsiteY2" fmla="*/ 22712 h 688021"/>
                      <a:gd name="connsiteX3" fmla="*/ 95141 w 345562"/>
                      <a:gd name="connsiteY3" fmla="*/ 0 h 688021"/>
                      <a:gd name="connsiteX4" fmla="*/ 278467 w 345562"/>
                      <a:gd name="connsiteY4" fmla="*/ 466102 h 688021"/>
                      <a:gd name="connsiteX5" fmla="*/ 345562 w 345562"/>
                      <a:gd name="connsiteY5" fmla="*/ 480189 h 6880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45562" h="688021">
                        <a:moveTo>
                          <a:pt x="345562" y="480189"/>
                        </a:moveTo>
                        <a:cubicBezTo>
                          <a:pt x="321051" y="552674"/>
                          <a:pt x="278459" y="699742"/>
                          <a:pt x="203077" y="687276"/>
                        </a:cubicBezTo>
                        <a:cubicBezTo>
                          <a:pt x="79230" y="666791"/>
                          <a:pt x="28174" y="188667"/>
                          <a:pt x="0" y="22712"/>
                        </a:cubicBezTo>
                        <a:lnTo>
                          <a:pt x="95141" y="0"/>
                        </a:lnTo>
                        <a:lnTo>
                          <a:pt x="278467" y="466102"/>
                        </a:lnTo>
                        <a:lnTo>
                          <a:pt x="345562" y="480189"/>
                        </a:ln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9" name="任意多边形 758">
                    <a:extLst>
                      <a:ext uri="{FF2B5EF4-FFF2-40B4-BE49-F238E27FC236}">
                        <a16:creationId xmlns:a16="http://schemas.microsoft.com/office/drawing/2014/main" id="{4970DEA2-AC38-A726-B843-3AC2AEF599BF}"/>
                      </a:ext>
                    </a:extLst>
                  </p:cNvPr>
                  <p:cNvSpPr/>
                  <p:nvPr/>
                </p:nvSpPr>
                <p:spPr>
                  <a:xfrm>
                    <a:off x="3280289" y="2607597"/>
                    <a:ext cx="177340" cy="252084"/>
                  </a:xfrm>
                  <a:custGeom>
                    <a:avLst/>
                    <a:gdLst>
                      <a:gd name="connsiteX0" fmla="*/ 6617 w 177340"/>
                      <a:gd name="connsiteY0" fmla="*/ 252084 h 252084"/>
                      <a:gd name="connsiteX1" fmla="*/ 27683 w 177340"/>
                      <a:gd name="connsiteY1" fmla="*/ 29869 h 252084"/>
                      <a:gd name="connsiteX2" fmla="*/ 46062 w 177340"/>
                      <a:gd name="connsiteY2" fmla="*/ 4938 h 252084"/>
                      <a:gd name="connsiteX3" fmla="*/ 76730 w 177340"/>
                      <a:gd name="connsiteY3" fmla="*/ 8593 h 252084"/>
                      <a:gd name="connsiteX4" fmla="*/ 80094 w 177340"/>
                      <a:gd name="connsiteY4" fmla="*/ 20058 h 252084"/>
                      <a:gd name="connsiteX5" fmla="*/ 99603 w 177340"/>
                      <a:gd name="connsiteY5" fmla="*/ 26948 h 252084"/>
                      <a:gd name="connsiteX6" fmla="*/ 107083 w 177340"/>
                      <a:gd name="connsiteY6" fmla="*/ 45352 h 252084"/>
                      <a:gd name="connsiteX7" fmla="*/ 139138 w 177340"/>
                      <a:gd name="connsiteY7" fmla="*/ 63626 h 252084"/>
                      <a:gd name="connsiteX8" fmla="*/ 140929 w 177340"/>
                      <a:gd name="connsiteY8" fmla="*/ 66184 h 252084"/>
                      <a:gd name="connsiteX9" fmla="*/ 144245 w 177340"/>
                      <a:gd name="connsiteY9" fmla="*/ 67136 h 252084"/>
                      <a:gd name="connsiteX10" fmla="*/ 167732 w 177340"/>
                      <a:gd name="connsiteY10" fmla="*/ 73123 h 252084"/>
                      <a:gd name="connsiteX11" fmla="*/ 177341 w 177340"/>
                      <a:gd name="connsiteY11" fmla="*/ 92672 h 252084"/>
                      <a:gd name="connsiteX12" fmla="*/ 159357 w 177340"/>
                      <a:gd name="connsiteY12" fmla="*/ 116764 h 252084"/>
                      <a:gd name="connsiteX13" fmla="*/ 146786 w 177340"/>
                      <a:gd name="connsiteY13" fmla="*/ 106307 h 252084"/>
                      <a:gd name="connsiteX14" fmla="*/ 144100 w 177340"/>
                      <a:gd name="connsiteY14" fmla="*/ 108534 h 252084"/>
                      <a:gd name="connsiteX15" fmla="*/ 133191 w 177340"/>
                      <a:gd name="connsiteY15" fmla="*/ 145640 h 252084"/>
                      <a:gd name="connsiteX16" fmla="*/ 121170 w 177340"/>
                      <a:gd name="connsiteY16" fmla="*/ 173354 h 252084"/>
                      <a:gd name="connsiteX17" fmla="*/ 102000 w 177340"/>
                      <a:gd name="connsiteY17" fmla="*/ 190539 h 252084"/>
                      <a:gd name="connsiteX18" fmla="*/ 65362 w 177340"/>
                      <a:gd name="connsiteY18" fmla="*/ 217786 h 2520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177340" h="252084">
                        <a:moveTo>
                          <a:pt x="6617" y="252084"/>
                        </a:moveTo>
                        <a:cubicBezTo>
                          <a:pt x="-7841" y="160824"/>
                          <a:pt x="2381" y="86822"/>
                          <a:pt x="27683" y="29869"/>
                        </a:cubicBezTo>
                        <a:cubicBezTo>
                          <a:pt x="31879" y="20437"/>
                          <a:pt x="37026" y="10916"/>
                          <a:pt x="46062" y="4938"/>
                        </a:cubicBezTo>
                        <a:cubicBezTo>
                          <a:pt x="55430" y="-1259"/>
                          <a:pt x="70396" y="-3211"/>
                          <a:pt x="76730" y="8593"/>
                        </a:cubicBezTo>
                        <a:cubicBezTo>
                          <a:pt x="78666" y="12207"/>
                          <a:pt x="79392" y="16161"/>
                          <a:pt x="80094" y="20058"/>
                        </a:cubicBezTo>
                        <a:cubicBezTo>
                          <a:pt x="86985" y="18436"/>
                          <a:pt x="94859" y="21760"/>
                          <a:pt x="99603" y="26948"/>
                        </a:cubicBezTo>
                        <a:cubicBezTo>
                          <a:pt x="104356" y="32144"/>
                          <a:pt x="106405" y="38849"/>
                          <a:pt x="107083" y="45352"/>
                        </a:cubicBezTo>
                        <a:cubicBezTo>
                          <a:pt x="120056" y="43375"/>
                          <a:pt x="133603" y="52444"/>
                          <a:pt x="139138" y="63626"/>
                        </a:cubicBezTo>
                        <a:cubicBezTo>
                          <a:pt x="139598" y="64554"/>
                          <a:pt x="140049" y="65538"/>
                          <a:pt x="140929" y="66184"/>
                        </a:cubicBezTo>
                        <a:cubicBezTo>
                          <a:pt x="141857" y="66862"/>
                          <a:pt x="143083" y="67039"/>
                          <a:pt x="144245" y="67136"/>
                        </a:cubicBezTo>
                        <a:cubicBezTo>
                          <a:pt x="153443" y="67886"/>
                          <a:pt x="160252" y="67152"/>
                          <a:pt x="167732" y="73123"/>
                        </a:cubicBezTo>
                        <a:cubicBezTo>
                          <a:pt x="173759" y="77931"/>
                          <a:pt x="177341" y="84216"/>
                          <a:pt x="177341" y="92672"/>
                        </a:cubicBezTo>
                        <a:cubicBezTo>
                          <a:pt x="177341" y="100546"/>
                          <a:pt x="159357" y="116764"/>
                          <a:pt x="159357" y="116764"/>
                        </a:cubicBezTo>
                        <a:cubicBezTo>
                          <a:pt x="159357" y="116764"/>
                          <a:pt x="147617" y="106194"/>
                          <a:pt x="146786" y="106307"/>
                        </a:cubicBezTo>
                        <a:cubicBezTo>
                          <a:pt x="145512" y="106477"/>
                          <a:pt x="144729" y="107550"/>
                          <a:pt x="144100" y="108534"/>
                        </a:cubicBezTo>
                        <a:cubicBezTo>
                          <a:pt x="135588" y="121830"/>
                          <a:pt x="137524" y="130488"/>
                          <a:pt x="133191" y="145640"/>
                        </a:cubicBezTo>
                        <a:cubicBezTo>
                          <a:pt x="130424" y="155346"/>
                          <a:pt x="127390" y="165197"/>
                          <a:pt x="121170" y="173354"/>
                        </a:cubicBezTo>
                        <a:cubicBezTo>
                          <a:pt x="116046" y="180083"/>
                          <a:pt x="108979" y="185352"/>
                          <a:pt x="102000" y="190539"/>
                        </a:cubicBezTo>
                        <a:cubicBezTo>
                          <a:pt x="89784" y="199624"/>
                          <a:pt x="77569" y="208701"/>
                          <a:pt x="65362" y="217786"/>
                        </a:cubicBezTo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0" name="任意多边形 759">
                    <a:extLst>
                      <a:ext uri="{FF2B5EF4-FFF2-40B4-BE49-F238E27FC236}">
                        <a16:creationId xmlns:a16="http://schemas.microsoft.com/office/drawing/2014/main" id="{32D03829-687C-E041-B255-6541B00110B0}"/>
                      </a:ext>
                    </a:extLst>
                  </p:cNvPr>
                  <p:cNvSpPr/>
                  <p:nvPr/>
                </p:nvSpPr>
                <p:spPr>
                  <a:xfrm>
                    <a:off x="4098151" y="2555565"/>
                    <a:ext cx="61200" cy="181275"/>
                  </a:xfrm>
                  <a:custGeom>
                    <a:avLst/>
                    <a:gdLst>
                      <a:gd name="connsiteX0" fmla="*/ 0 w 61200"/>
                      <a:gd name="connsiteY0" fmla="*/ 135748 h 188352"/>
                      <a:gd name="connsiteX1" fmla="*/ 5809 w 61200"/>
                      <a:gd name="connsiteY1" fmla="*/ 0 h 188352"/>
                      <a:gd name="connsiteX2" fmla="*/ 60544 w 61200"/>
                      <a:gd name="connsiteY2" fmla="*/ 14490 h 188352"/>
                      <a:gd name="connsiteX3" fmla="*/ 54106 w 61200"/>
                      <a:gd name="connsiteY3" fmla="*/ 188353 h 188352"/>
                      <a:gd name="connsiteX4" fmla="*/ 0 w 61200"/>
                      <a:gd name="connsiteY4" fmla="*/ 135748 h 1883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200" h="188352">
                        <a:moveTo>
                          <a:pt x="0" y="135748"/>
                        </a:moveTo>
                        <a:lnTo>
                          <a:pt x="5809" y="0"/>
                        </a:lnTo>
                        <a:cubicBezTo>
                          <a:pt x="5809" y="0"/>
                          <a:pt x="57325" y="9658"/>
                          <a:pt x="60544" y="14490"/>
                        </a:cubicBezTo>
                        <a:cubicBezTo>
                          <a:pt x="63763" y="19323"/>
                          <a:pt x="54106" y="188353"/>
                          <a:pt x="54106" y="188353"/>
                        </a:cubicBezTo>
                        <a:lnTo>
                          <a:pt x="0" y="13574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63A4FF"/>
                      </a:gs>
                      <a:gs pos="50000">
                        <a:srgbClr val="70C5FF"/>
                      </a:gs>
                      <a:gs pos="100000">
                        <a:srgbClr val="7DE7FF"/>
                      </a:gs>
                    </a:gsLst>
                    <a:lin ang="1080000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40" name="组合 739">
                  <a:extLst>
                    <a:ext uri="{FF2B5EF4-FFF2-40B4-BE49-F238E27FC236}">
                      <a16:creationId xmlns:a16="http://schemas.microsoft.com/office/drawing/2014/main" id="{FF3DD395-6E45-48B4-8AB6-678191698C37}"/>
                    </a:ext>
                  </a:extLst>
                </p:cNvPr>
                <p:cNvGrpSpPr/>
                <p:nvPr/>
              </p:nvGrpSpPr>
              <p:grpSpPr>
                <a:xfrm>
                  <a:off x="3682900" y="2112615"/>
                  <a:ext cx="445275" cy="517154"/>
                  <a:chOff x="3682900" y="2112615"/>
                  <a:chExt cx="445275" cy="517154"/>
                </a:xfrm>
              </p:grpSpPr>
              <p:sp>
                <p:nvSpPr>
                  <p:cNvPr id="741" name="任意多边形 740">
                    <a:extLst>
                      <a:ext uri="{FF2B5EF4-FFF2-40B4-BE49-F238E27FC236}">
                        <a16:creationId xmlns:a16="http://schemas.microsoft.com/office/drawing/2014/main" id="{B81A14A2-9D3E-55C6-0995-E66B1FF6FBCD}"/>
                      </a:ext>
                    </a:extLst>
                  </p:cNvPr>
                  <p:cNvSpPr/>
                  <p:nvPr/>
                </p:nvSpPr>
                <p:spPr>
                  <a:xfrm>
                    <a:off x="3682900" y="2112615"/>
                    <a:ext cx="445275" cy="389198"/>
                  </a:xfrm>
                  <a:custGeom>
                    <a:avLst/>
                    <a:gdLst>
                      <a:gd name="connsiteX0" fmla="*/ 377693 w 445275"/>
                      <a:gd name="connsiteY0" fmla="*/ 82299 h 389198"/>
                      <a:gd name="connsiteX1" fmla="*/ 373288 w 445275"/>
                      <a:gd name="connsiteY1" fmla="*/ 75175 h 389198"/>
                      <a:gd name="connsiteX2" fmla="*/ 361436 w 445275"/>
                      <a:gd name="connsiteY2" fmla="*/ 59724 h 389198"/>
                      <a:gd name="connsiteX3" fmla="*/ 270007 w 445275"/>
                      <a:gd name="connsiteY3" fmla="*/ 2892 h 389198"/>
                      <a:gd name="connsiteX4" fmla="*/ 163070 w 445275"/>
                      <a:gd name="connsiteY4" fmla="*/ 9039 h 389198"/>
                      <a:gd name="connsiteX5" fmla="*/ 102744 w 445275"/>
                      <a:gd name="connsiteY5" fmla="*/ 34430 h 389198"/>
                      <a:gd name="connsiteX6" fmla="*/ 77724 w 445275"/>
                      <a:gd name="connsiteY6" fmla="*/ 59724 h 389198"/>
                      <a:gd name="connsiteX7" fmla="*/ 43918 w 445275"/>
                      <a:gd name="connsiteY7" fmla="*/ 76272 h 389198"/>
                      <a:gd name="connsiteX8" fmla="*/ 16833 w 445275"/>
                      <a:gd name="connsiteY8" fmla="*/ 83154 h 389198"/>
                      <a:gd name="connsiteX9" fmla="*/ 673 w 445275"/>
                      <a:gd name="connsiteY9" fmla="*/ 122237 h 389198"/>
                      <a:gd name="connsiteX10" fmla="*/ 24684 w 445275"/>
                      <a:gd name="connsiteY10" fmla="*/ 159464 h 389198"/>
                      <a:gd name="connsiteX11" fmla="*/ 76143 w 445275"/>
                      <a:gd name="connsiteY11" fmla="*/ 183806 h 389198"/>
                      <a:gd name="connsiteX12" fmla="*/ 100477 w 445275"/>
                      <a:gd name="connsiteY12" fmla="*/ 182160 h 389198"/>
                      <a:gd name="connsiteX13" fmla="*/ 107149 w 445275"/>
                      <a:gd name="connsiteY13" fmla="*/ 177980 h 389198"/>
                      <a:gd name="connsiteX14" fmla="*/ 112385 w 445275"/>
                      <a:gd name="connsiteY14" fmla="*/ 173737 h 389198"/>
                      <a:gd name="connsiteX15" fmla="*/ 152622 w 445275"/>
                      <a:gd name="connsiteY15" fmla="*/ 148160 h 389198"/>
                      <a:gd name="connsiteX16" fmla="*/ 180175 w 445275"/>
                      <a:gd name="connsiteY16" fmla="*/ 146627 h 389198"/>
                      <a:gd name="connsiteX17" fmla="*/ 187719 w 445275"/>
                      <a:gd name="connsiteY17" fmla="*/ 153921 h 389198"/>
                      <a:gd name="connsiteX18" fmla="*/ 226809 w 445275"/>
                      <a:gd name="connsiteY18" fmla="*/ 171130 h 389198"/>
                      <a:gd name="connsiteX19" fmla="*/ 245786 w 445275"/>
                      <a:gd name="connsiteY19" fmla="*/ 168419 h 389198"/>
                      <a:gd name="connsiteX20" fmla="*/ 260220 w 445275"/>
                      <a:gd name="connsiteY20" fmla="*/ 175762 h 389198"/>
                      <a:gd name="connsiteX21" fmla="*/ 274896 w 445275"/>
                      <a:gd name="connsiteY21" fmla="*/ 229407 h 389198"/>
                      <a:gd name="connsiteX22" fmla="*/ 273847 w 445275"/>
                      <a:gd name="connsiteY22" fmla="*/ 251926 h 389198"/>
                      <a:gd name="connsiteX23" fmla="*/ 275792 w 445275"/>
                      <a:gd name="connsiteY23" fmla="*/ 257041 h 389198"/>
                      <a:gd name="connsiteX24" fmla="*/ 250425 w 445275"/>
                      <a:gd name="connsiteY24" fmla="*/ 353779 h 389198"/>
                      <a:gd name="connsiteX25" fmla="*/ 334133 w 445275"/>
                      <a:gd name="connsiteY25" fmla="*/ 389199 h 389198"/>
                      <a:gd name="connsiteX26" fmla="*/ 445208 w 445275"/>
                      <a:gd name="connsiteY26" fmla="*/ 173486 h 389198"/>
                      <a:gd name="connsiteX27" fmla="*/ 377693 w 445275"/>
                      <a:gd name="connsiteY27" fmla="*/ 82299 h 3891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445275" h="389198">
                        <a:moveTo>
                          <a:pt x="377693" y="82299"/>
                        </a:moveTo>
                        <a:cubicBezTo>
                          <a:pt x="376201" y="79935"/>
                          <a:pt x="374910" y="77458"/>
                          <a:pt x="373288" y="75175"/>
                        </a:cubicBezTo>
                        <a:cubicBezTo>
                          <a:pt x="369528" y="69882"/>
                          <a:pt x="365583" y="64718"/>
                          <a:pt x="361436" y="59724"/>
                        </a:cubicBezTo>
                        <a:cubicBezTo>
                          <a:pt x="337618" y="31114"/>
                          <a:pt x="307056" y="9709"/>
                          <a:pt x="270007" y="2892"/>
                        </a:cubicBezTo>
                        <a:cubicBezTo>
                          <a:pt x="234547" y="-3636"/>
                          <a:pt x="197715" y="1964"/>
                          <a:pt x="163070" y="9039"/>
                        </a:cubicBezTo>
                        <a:cubicBezTo>
                          <a:pt x="141980" y="13348"/>
                          <a:pt x="120002" y="21352"/>
                          <a:pt x="102744" y="34430"/>
                        </a:cubicBezTo>
                        <a:cubicBezTo>
                          <a:pt x="93070" y="41764"/>
                          <a:pt x="87100" y="51938"/>
                          <a:pt x="77724" y="59724"/>
                        </a:cubicBezTo>
                        <a:cubicBezTo>
                          <a:pt x="67986" y="67817"/>
                          <a:pt x="56320" y="73634"/>
                          <a:pt x="43918" y="76272"/>
                        </a:cubicBezTo>
                        <a:cubicBezTo>
                          <a:pt x="34761" y="78225"/>
                          <a:pt x="25023" y="78612"/>
                          <a:pt x="16833" y="83154"/>
                        </a:cubicBezTo>
                        <a:cubicBezTo>
                          <a:pt x="3666" y="90456"/>
                          <a:pt x="-2078" y="107432"/>
                          <a:pt x="673" y="122237"/>
                        </a:cubicBezTo>
                        <a:cubicBezTo>
                          <a:pt x="3424" y="137042"/>
                          <a:pt x="13195" y="149717"/>
                          <a:pt x="24684" y="159464"/>
                        </a:cubicBezTo>
                        <a:cubicBezTo>
                          <a:pt x="39328" y="171889"/>
                          <a:pt x="57239" y="180482"/>
                          <a:pt x="76143" y="183806"/>
                        </a:cubicBezTo>
                        <a:cubicBezTo>
                          <a:pt x="84276" y="185234"/>
                          <a:pt x="92981" y="185629"/>
                          <a:pt x="100477" y="182160"/>
                        </a:cubicBezTo>
                        <a:cubicBezTo>
                          <a:pt x="102865" y="181054"/>
                          <a:pt x="105051" y="179586"/>
                          <a:pt x="107149" y="177980"/>
                        </a:cubicBezTo>
                        <a:cubicBezTo>
                          <a:pt x="108932" y="176617"/>
                          <a:pt x="110659" y="175157"/>
                          <a:pt x="112385" y="173737"/>
                        </a:cubicBezTo>
                        <a:cubicBezTo>
                          <a:pt x="124698" y="163627"/>
                          <a:pt x="138244" y="155018"/>
                          <a:pt x="152622" y="148160"/>
                        </a:cubicBezTo>
                        <a:cubicBezTo>
                          <a:pt x="161061" y="144126"/>
                          <a:pt x="171445" y="141899"/>
                          <a:pt x="180175" y="146627"/>
                        </a:cubicBezTo>
                        <a:cubicBezTo>
                          <a:pt x="183265" y="148305"/>
                          <a:pt x="185395" y="151274"/>
                          <a:pt x="187719" y="153921"/>
                        </a:cubicBezTo>
                        <a:cubicBezTo>
                          <a:pt x="197401" y="164982"/>
                          <a:pt x="212109" y="171461"/>
                          <a:pt x="226809" y="171130"/>
                        </a:cubicBezTo>
                        <a:cubicBezTo>
                          <a:pt x="233240" y="170985"/>
                          <a:pt x="239565" y="168766"/>
                          <a:pt x="245786" y="168419"/>
                        </a:cubicBezTo>
                        <a:cubicBezTo>
                          <a:pt x="251313" y="168113"/>
                          <a:pt x="256468" y="171994"/>
                          <a:pt x="260220" y="175762"/>
                        </a:cubicBezTo>
                        <a:cubicBezTo>
                          <a:pt x="273766" y="189365"/>
                          <a:pt x="277284" y="210358"/>
                          <a:pt x="274896" y="229407"/>
                        </a:cubicBezTo>
                        <a:cubicBezTo>
                          <a:pt x="273952" y="236903"/>
                          <a:pt x="272225" y="244543"/>
                          <a:pt x="273847" y="251926"/>
                        </a:cubicBezTo>
                        <a:cubicBezTo>
                          <a:pt x="274234" y="253685"/>
                          <a:pt x="274920" y="255411"/>
                          <a:pt x="275792" y="257041"/>
                        </a:cubicBezTo>
                        <a:lnTo>
                          <a:pt x="250425" y="353779"/>
                        </a:lnTo>
                        <a:lnTo>
                          <a:pt x="334133" y="389199"/>
                        </a:lnTo>
                        <a:cubicBezTo>
                          <a:pt x="334133" y="389199"/>
                          <a:pt x="448428" y="303877"/>
                          <a:pt x="445208" y="173486"/>
                        </a:cubicBezTo>
                        <a:cubicBezTo>
                          <a:pt x="443538" y="105802"/>
                          <a:pt x="409781" y="85865"/>
                          <a:pt x="377693" y="82299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32675"/>
                      </a:gs>
                      <a:gs pos="60100">
                        <a:srgbClr val="363BB5"/>
                      </a:gs>
                      <a:gs pos="100000">
                        <a:srgbClr val="4247DB"/>
                      </a:gs>
                    </a:gsLst>
                    <a:lin ang="13312214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2" name="任意多边形 741">
                    <a:extLst>
                      <a:ext uri="{FF2B5EF4-FFF2-40B4-BE49-F238E27FC236}">
                        <a16:creationId xmlns:a16="http://schemas.microsoft.com/office/drawing/2014/main" id="{4B5FAA7F-84DA-AB86-A7E9-A9AFC2DA9AF5}"/>
                      </a:ext>
                    </a:extLst>
                  </p:cNvPr>
                  <p:cNvSpPr/>
                  <p:nvPr/>
                </p:nvSpPr>
                <p:spPr>
                  <a:xfrm>
                    <a:off x="3872507" y="2405584"/>
                    <a:ext cx="174104" cy="224185"/>
                  </a:xfrm>
                  <a:custGeom>
                    <a:avLst/>
                    <a:gdLst>
                      <a:gd name="connsiteX0" fmla="*/ 133287 w 174104"/>
                      <a:gd name="connsiteY0" fmla="*/ 0 h 224185"/>
                      <a:gd name="connsiteX1" fmla="*/ 174105 w 174104"/>
                      <a:gd name="connsiteY1" fmla="*/ 144656 h 224185"/>
                      <a:gd name="connsiteX2" fmla="*/ 71710 w 174104"/>
                      <a:gd name="connsiteY2" fmla="*/ 223692 h 224185"/>
                      <a:gd name="connsiteX3" fmla="*/ 9900 w 174104"/>
                      <a:gd name="connsiteY3" fmla="*/ 171999 h 224185"/>
                      <a:gd name="connsiteX4" fmla="*/ 0 w 174104"/>
                      <a:gd name="connsiteY4" fmla="*/ 48853 h 2241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104" h="224185">
                        <a:moveTo>
                          <a:pt x="133287" y="0"/>
                        </a:moveTo>
                        <a:lnTo>
                          <a:pt x="174105" y="144656"/>
                        </a:lnTo>
                        <a:cubicBezTo>
                          <a:pt x="172934" y="202723"/>
                          <a:pt x="132682" y="228129"/>
                          <a:pt x="71710" y="223692"/>
                        </a:cubicBezTo>
                        <a:cubicBezTo>
                          <a:pt x="38558" y="221279"/>
                          <a:pt x="20405" y="195824"/>
                          <a:pt x="9900" y="171999"/>
                        </a:cubicBezTo>
                        <a:lnTo>
                          <a:pt x="0" y="48853"/>
                        </a:lnTo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3" name="任意多边形 742">
                    <a:extLst>
                      <a:ext uri="{FF2B5EF4-FFF2-40B4-BE49-F238E27FC236}">
                        <a16:creationId xmlns:a16="http://schemas.microsoft.com/office/drawing/2014/main" id="{41F90B42-A11F-C3B4-155A-EC4B5F63F596}"/>
                      </a:ext>
                    </a:extLst>
                  </p:cNvPr>
                  <p:cNvSpPr/>
                  <p:nvPr/>
                </p:nvSpPr>
                <p:spPr>
                  <a:xfrm>
                    <a:off x="3872499" y="2406214"/>
                    <a:ext cx="131576" cy="173684"/>
                  </a:xfrm>
                  <a:custGeom>
                    <a:avLst/>
                    <a:gdLst>
                      <a:gd name="connsiteX0" fmla="*/ 11013 w 131576"/>
                      <a:gd name="connsiteY0" fmla="*/ 173685 h 173684"/>
                      <a:gd name="connsiteX1" fmla="*/ 68402 w 131576"/>
                      <a:gd name="connsiteY1" fmla="*/ 114109 h 173684"/>
                      <a:gd name="connsiteX2" fmla="*/ 131577 w 131576"/>
                      <a:gd name="connsiteY2" fmla="*/ 0 h 173684"/>
                      <a:gd name="connsiteX3" fmla="*/ 0 w 131576"/>
                      <a:gd name="connsiteY3" fmla="*/ 48232 h 173684"/>
                      <a:gd name="connsiteX4" fmla="*/ 9900 w 131576"/>
                      <a:gd name="connsiteY4" fmla="*/ 171377 h 173684"/>
                      <a:gd name="connsiteX5" fmla="*/ 11013 w 131576"/>
                      <a:gd name="connsiteY5" fmla="*/ 173685 h 1736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1576" h="173684">
                        <a:moveTo>
                          <a:pt x="11013" y="173685"/>
                        </a:moveTo>
                        <a:cubicBezTo>
                          <a:pt x="33911" y="158000"/>
                          <a:pt x="54057" y="131940"/>
                          <a:pt x="68402" y="114109"/>
                        </a:cubicBezTo>
                        <a:cubicBezTo>
                          <a:pt x="96044" y="79762"/>
                          <a:pt x="117482" y="41446"/>
                          <a:pt x="131577" y="0"/>
                        </a:cubicBezTo>
                        <a:lnTo>
                          <a:pt x="0" y="48232"/>
                        </a:lnTo>
                        <a:lnTo>
                          <a:pt x="9900" y="171377"/>
                        </a:lnTo>
                        <a:cubicBezTo>
                          <a:pt x="10247" y="172144"/>
                          <a:pt x="10658" y="172910"/>
                          <a:pt x="11013" y="173685"/>
                        </a:cubicBez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4" name="任意多边形 743">
                    <a:extLst>
                      <a:ext uri="{FF2B5EF4-FFF2-40B4-BE49-F238E27FC236}">
                        <a16:creationId xmlns:a16="http://schemas.microsoft.com/office/drawing/2014/main" id="{E7E54E90-61AE-FF9F-43ED-BD0358CF4729}"/>
                      </a:ext>
                    </a:extLst>
                  </p:cNvPr>
                  <p:cNvSpPr/>
                  <p:nvPr/>
                </p:nvSpPr>
                <p:spPr>
                  <a:xfrm>
                    <a:off x="3772925" y="2218761"/>
                    <a:ext cx="246440" cy="295626"/>
                  </a:xfrm>
                  <a:custGeom>
                    <a:avLst/>
                    <a:gdLst>
                      <a:gd name="connsiteX0" fmla="*/ 217492 w 246440"/>
                      <a:gd name="connsiteY0" fmla="*/ 83558 h 295626"/>
                      <a:gd name="connsiteX1" fmla="*/ 151332 w 246440"/>
                      <a:gd name="connsiteY1" fmla="*/ 4473 h 295626"/>
                      <a:gd name="connsiteX2" fmla="*/ 63243 w 246440"/>
                      <a:gd name="connsiteY2" fmla="*/ 2819 h 295626"/>
                      <a:gd name="connsiteX3" fmla="*/ 9920 w 246440"/>
                      <a:gd name="connsiteY3" fmla="*/ 33995 h 295626"/>
                      <a:gd name="connsiteX4" fmla="*/ 3191 w 246440"/>
                      <a:gd name="connsiteY4" fmla="*/ 134057 h 295626"/>
                      <a:gd name="connsiteX5" fmla="*/ 45461 w 246440"/>
                      <a:gd name="connsiteY5" fmla="*/ 266925 h 295626"/>
                      <a:gd name="connsiteX6" fmla="*/ 196643 w 246440"/>
                      <a:gd name="connsiteY6" fmla="*/ 276332 h 295626"/>
                      <a:gd name="connsiteX7" fmla="*/ 246440 w 246440"/>
                      <a:gd name="connsiteY7" fmla="*/ 178578 h 295626"/>
                      <a:gd name="connsiteX8" fmla="*/ 217492 w 246440"/>
                      <a:gd name="connsiteY8" fmla="*/ 83558 h 295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46440" h="295626">
                        <a:moveTo>
                          <a:pt x="217492" y="83558"/>
                        </a:moveTo>
                        <a:cubicBezTo>
                          <a:pt x="197619" y="55376"/>
                          <a:pt x="176545" y="28226"/>
                          <a:pt x="151332" y="4473"/>
                        </a:cubicBezTo>
                        <a:cubicBezTo>
                          <a:pt x="121770" y="-545"/>
                          <a:pt x="91119" y="-1683"/>
                          <a:pt x="63243" y="2819"/>
                        </a:cubicBezTo>
                        <a:cubicBezTo>
                          <a:pt x="34948" y="7386"/>
                          <a:pt x="18803" y="18536"/>
                          <a:pt x="9920" y="33995"/>
                        </a:cubicBezTo>
                        <a:cubicBezTo>
                          <a:pt x="-4562" y="59192"/>
                          <a:pt x="246" y="95830"/>
                          <a:pt x="3191" y="134057"/>
                        </a:cubicBezTo>
                        <a:cubicBezTo>
                          <a:pt x="6919" y="182386"/>
                          <a:pt x="7258" y="233660"/>
                          <a:pt x="45461" y="266925"/>
                        </a:cubicBezTo>
                        <a:cubicBezTo>
                          <a:pt x="91950" y="307411"/>
                          <a:pt x="168332" y="299827"/>
                          <a:pt x="196643" y="276332"/>
                        </a:cubicBezTo>
                        <a:cubicBezTo>
                          <a:pt x="223099" y="254379"/>
                          <a:pt x="238332" y="210851"/>
                          <a:pt x="246440" y="178578"/>
                        </a:cubicBezTo>
                        <a:cubicBezTo>
                          <a:pt x="234241" y="147668"/>
                          <a:pt x="223777" y="116630"/>
                          <a:pt x="217492" y="83558"/>
                        </a:cubicBez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5" name="任意多边形 744">
                    <a:extLst>
                      <a:ext uri="{FF2B5EF4-FFF2-40B4-BE49-F238E27FC236}">
                        <a16:creationId xmlns:a16="http://schemas.microsoft.com/office/drawing/2014/main" id="{32CB7435-A0A1-4277-CD91-D3CF04957903}"/>
                      </a:ext>
                    </a:extLst>
                  </p:cNvPr>
                  <p:cNvSpPr/>
                  <p:nvPr/>
                </p:nvSpPr>
                <p:spPr>
                  <a:xfrm>
                    <a:off x="3690237" y="2175010"/>
                    <a:ext cx="387969" cy="242421"/>
                  </a:xfrm>
                  <a:custGeom>
                    <a:avLst/>
                    <a:gdLst>
                      <a:gd name="connsiteX0" fmla="*/ 0 w 387969"/>
                      <a:gd name="connsiteY0" fmla="*/ 70766 h 242421"/>
                      <a:gd name="connsiteX1" fmla="*/ 83708 w 387969"/>
                      <a:gd name="connsiteY1" fmla="*/ 143356 h 242421"/>
                      <a:gd name="connsiteX2" fmla="*/ 257570 w 387969"/>
                      <a:gd name="connsiteY2" fmla="*/ 137910 h 242421"/>
                      <a:gd name="connsiteX3" fmla="*/ 296209 w 387969"/>
                      <a:gd name="connsiteY3" fmla="*/ 241345 h 242421"/>
                      <a:gd name="connsiteX4" fmla="*/ 354163 w 387969"/>
                      <a:gd name="connsiteY4" fmla="*/ 159686 h 242421"/>
                      <a:gd name="connsiteX5" fmla="*/ 387969 w 387969"/>
                      <a:gd name="connsiteY5" fmla="*/ 99804 h 242421"/>
                      <a:gd name="connsiteX6" fmla="*/ 186739 w 387969"/>
                      <a:gd name="connsiteY6" fmla="*/ 0 h 242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87969" h="242421">
                        <a:moveTo>
                          <a:pt x="0" y="70766"/>
                        </a:moveTo>
                        <a:cubicBezTo>
                          <a:pt x="11271" y="78028"/>
                          <a:pt x="30587" y="132464"/>
                          <a:pt x="83708" y="143356"/>
                        </a:cubicBezTo>
                        <a:cubicBezTo>
                          <a:pt x="136829" y="154249"/>
                          <a:pt x="214107" y="97989"/>
                          <a:pt x="257570" y="137910"/>
                        </a:cubicBezTo>
                        <a:cubicBezTo>
                          <a:pt x="301034" y="177832"/>
                          <a:pt x="267228" y="252237"/>
                          <a:pt x="296209" y="241345"/>
                        </a:cubicBezTo>
                        <a:cubicBezTo>
                          <a:pt x="325190" y="230453"/>
                          <a:pt x="321963" y="139726"/>
                          <a:pt x="354163" y="159686"/>
                        </a:cubicBezTo>
                        <a:cubicBezTo>
                          <a:pt x="386364" y="179647"/>
                          <a:pt x="387969" y="99804"/>
                          <a:pt x="387969" y="99804"/>
                        </a:cubicBezTo>
                        <a:lnTo>
                          <a:pt x="186739" y="0"/>
                        </a:lnTo>
                      </a:path>
                    </a:pathLst>
                  </a:custGeom>
                  <a:gradFill>
                    <a:gsLst>
                      <a:gs pos="0">
                        <a:srgbClr val="232675"/>
                      </a:gs>
                      <a:gs pos="60100">
                        <a:srgbClr val="363BB5"/>
                      </a:gs>
                      <a:gs pos="100000">
                        <a:srgbClr val="4247DB"/>
                      </a:gs>
                    </a:gsLst>
                    <a:lin ang="13312267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6" name="任意多边形 745">
                    <a:extLst>
                      <a:ext uri="{FF2B5EF4-FFF2-40B4-BE49-F238E27FC236}">
                        <a16:creationId xmlns:a16="http://schemas.microsoft.com/office/drawing/2014/main" id="{B75269AE-1E8B-150B-9F16-E38075C8AA58}"/>
                      </a:ext>
                    </a:extLst>
                  </p:cNvPr>
                  <p:cNvSpPr/>
                  <p:nvPr/>
                </p:nvSpPr>
                <p:spPr>
                  <a:xfrm>
                    <a:off x="3982969" y="2346637"/>
                    <a:ext cx="71914" cy="99405"/>
                  </a:xfrm>
                  <a:custGeom>
                    <a:avLst/>
                    <a:gdLst>
                      <a:gd name="connsiteX0" fmla="*/ 8875 w 71914"/>
                      <a:gd name="connsiteY0" fmla="*/ 27037 h 99405"/>
                      <a:gd name="connsiteX1" fmla="*/ 22486 w 71914"/>
                      <a:gd name="connsiteY1" fmla="*/ 9182 h 99405"/>
                      <a:gd name="connsiteX2" fmla="*/ 43246 w 71914"/>
                      <a:gd name="connsiteY2" fmla="*/ 0 h 99405"/>
                      <a:gd name="connsiteX3" fmla="*/ 67200 w 71914"/>
                      <a:gd name="connsiteY3" fmla="*/ 16556 h 99405"/>
                      <a:gd name="connsiteX4" fmla="*/ 51935 w 71914"/>
                      <a:gd name="connsiteY4" fmla="*/ 82191 h 99405"/>
                      <a:gd name="connsiteX5" fmla="*/ 21026 w 71914"/>
                      <a:gd name="connsiteY5" fmla="*/ 98659 h 99405"/>
                      <a:gd name="connsiteX6" fmla="*/ 0 w 71914"/>
                      <a:gd name="connsiteY6" fmla="*/ 90429 h 994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1914" h="99405">
                        <a:moveTo>
                          <a:pt x="8875" y="27037"/>
                        </a:moveTo>
                        <a:cubicBezTo>
                          <a:pt x="12837" y="20752"/>
                          <a:pt x="16879" y="14378"/>
                          <a:pt x="22486" y="9182"/>
                        </a:cubicBezTo>
                        <a:cubicBezTo>
                          <a:pt x="28102" y="3986"/>
                          <a:pt x="35581" y="32"/>
                          <a:pt x="43246" y="0"/>
                        </a:cubicBezTo>
                        <a:cubicBezTo>
                          <a:pt x="54162" y="-48"/>
                          <a:pt x="62763" y="7762"/>
                          <a:pt x="67200" y="16556"/>
                        </a:cubicBezTo>
                        <a:cubicBezTo>
                          <a:pt x="77616" y="37179"/>
                          <a:pt x="70000" y="64288"/>
                          <a:pt x="51935" y="82191"/>
                        </a:cubicBezTo>
                        <a:cubicBezTo>
                          <a:pt x="43625" y="90437"/>
                          <a:pt x="32813" y="97190"/>
                          <a:pt x="21026" y="98659"/>
                        </a:cubicBezTo>
                        <a:cubicBezTo>
                          <a:pt x="8891" y="100176"/>
                          <a:pt x="5107" y="100232"/>
                          <a:pt x="0" y="90429"/>
                        </a:cubicBezTo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7" name="任意多边形 746">
                    <a:extLst>
                      <a:ext uri="{FF2B5EF4-FFF2-40B4-BE49-F238E27FC236}">
                        <a16:creationId xmlns:a16="http://schemas.microsoft.com/office/drawing/2014/main" id="{33A161E9-F205-42FE-C5AA-63B26778A268}"/>
                      </a:ext>
                    </a:extLst>
                  </p:cNvPr>
                  <p:cNvSpPr/>
                  <p:nvPr/>
                </p:nvSpPr>
                <p:spPr>
                  <a:xfrm>
                    <a:off x="4008981" y="2370795"/>
                    <a:ext cx="26271" cy="45689"/>
                  </a:xfrm>
                  <a:custGeom>
                    <a:avLst/>
                    <a:gdLst>
                      <a:gd name="connsiteX0" fmla="*/ 0 w 26271"/>
                      <a:gd name="connsiteY0" fmla="*/ 10270 h 45689"/>
                      <a:gd name="connsiteX1" fmla="*/ 25754 w 26271"/>
                      <a:gd name="connsiteY1" fmla="*/ 11884 h 45689"/>
                      <a:gd name="connsiteX2" fmla="*/ 1606 w 26271"/>
                      <a:gd name="connsiteY2" fmla="*/ 45690 h 456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6271" h="45689">
                        <a:moveTo>
                          <a:pt x="0" y="10270"/>
                        </a:moveTo>
                        <a:cubicBezTo>
                          <a:pt x="0" y="10270"/>
                          <a:pt x="30587" y="-13878"/>
                          <a:pt x="25754" y="11884"/>
                        </a:cubicBezTo>
                        <a:cubicBezTo>
                          <a:pt x="20921" y="37637"/>
                          <a:pt x="1606" y="45690"/>
                          <a:pt x="1606" y="45690"/>
                        </a:cubicBezTo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20" name="组合 619">
                <a:extLst>
                  <a:ext uri="{FF2B5EF4-FFF2-40B4-BE49-F238E27FC236}">
                    <a16:creationId xmlns:a16="http://schemas.microsoft.com/office/drawing/2014/main" id="{50B78303-7EC8-24D0-311C-0A80B03E4F6D}"/>
                  </a:ext>
                </a:extLst>
              </p:cNvPr>
              <p:cNvGrpSpPr/>
              <p:nvPr/>
            </p:nvGrpSpPr>
            <p:grpSpPr>
              <a:xfrm>
                <a:off x="6646758" y="4248911"/>
                <a:ext cx="2279148" cy="1931275"/>
                <a:chOff x="6646758" y="4248911"/>
                <a:chExt cx="2279148" cy="1931275"/>
              </a:xfrm>
            </p:grpSpPr>
            <p:grpSp>
              <p:nvGrpSpPr>
                <p:cNvPr id="681" name="组合 680">
                  <a:extLst>
                    <a:ext uri="{FF2B5EF4-FFF2-40B4-BE49-F238E27FC236}">
                      <a16:creationId xmlns:a16="http://schemas.microsoft.com/office/drawing/2014/main" id="{9277C0BB-3BA3-9351-F5BC-9873DB37B622}"/>
                    </a:ext>
                  </a:extLst>
                </p:cNvPr>
                <p:cNvGrpSpPr/>
                <p:nvPr/>
              </p:nvGrpSpPr>
              <p:grpSpPr>
                <a:xfrm>
                  <a:off x="8083174" y="4248911"/>
                  <a:ext cx="842732" cy="1636608"/>
                  <a:chOff x="8083174" y="4248911"/>
                  <a:chExt cx="842732" cy="1636608"/>
                </a:xfrm>
              </p:grpSpPr>
              <p:sp>
                <p:nvSpPr>
                  <p:cNvPr id="725" name="任意多边形 724">
                    <a:extLst>
                      <a:ext uri="{FF2B5EF4-FFF2-40B4-BE49-F238E27FC236}">
                        <a16:creationId xmlns:a16="http://schemas.microsoft.com/office/drawing/2014/main" id="{893D8E79-49D2-2B00-2D5F-E4652F9620F9}"/>
                      </a:ext>
                    </a:extLst>
                  </p:cNvPr>
                  <p:cNvSpPr/>
                  <p:nvPr/>
                </p:nvSpPr>
                <p:spPr>
                  <a:xfrm>
                    <a:off x="8086983" y="4784942"/>
                    <a:ext cx="254097" cy="452947"/>
                  </a:xfrm>
                  <a:custGeom>
                    <a:avLst/>
                    <a:gdLst>
                      <a:gd name="connsiteX0" fmla="*/ 215945 w 254097"/>
                      <a:gd name="connsiteY0" fmla="*/ 452948 h 452947"/>
                      <a:gd name="connsiteX1" fmla="*/ 234889 w 254097"/>
                      <a:gd name="connsiteY1" fmla="*/ 173948 h 452947"/>
                      <a:gd name="connsiteX2" fmla="*/ 44584 w 254097"/>
                      <a:gd name="connsiteY2" fmla="*/ 1086 h 452947"/>
                      <a:gd name="connsiteX3" fmla="*/ 34837 w 254097"/>
                      <a:gd name="connsiteY3" fmla="*/ 860 h 452947"/>
                      <a:gd name="connsiteX4" fmla="*/ 27205 w 254097"/>
                      <a:gd name="connsiteY4" fmla="*/ 10744 h 452947"/>
                      <a:gd name="connsiteX5" fmla="*/ 66271 w 254097"/>
                      <a:gd name="connsiteY5" fmla="*/ 329213 h 452947"/>
                      <a:gd name="connsiteX6" fmla="*/ 215945 w 254097"/>
                      <a:gd name="connsiteY6" fmla="*/ 452948 h 4529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54097" h="452947">
                        <a:moveTo>
                          <a:pt x="215945" y="452948"/>
                        </a:moveTo>
                        <a:cubicBezTo>
                          <a:pt x="259118" y="356653"/>
                          <a:pt x="265960" y="255881"/>
                          <a:pt x="234889" y="173948"/>
                        </a:cubicBezTo>
                        <a:cubicBezTo>
                          <a:pt x="203819" y="92015"/>
                          <a:pt x="135077" y="29575"/>
                          <a:pt x="44584" y="1086"/>
                        </a:cubicBezTo>
                        <a:cubicBezTo>
                          <a:pt x="41639" y="158"/>
                          <a:pt x="38242" y="-697"/>
                          <a:pt x="34837" y="860"/>
                        </a:cubicBezTo>
                        <a:cubicBezTo>
                          <a:pt x="30795" y="2708"/>
                          <a:pt x="28698" y="7008"/>
                          <a:pt x="27205" y="10744"/>
                        </a:cubicBezTo>
                        <a:cubicBezTo>
                          <a:pt x="-19994" y="128815"/>
                          <a:pt x="-5028" y="250879"/>
                          <a:pt x="66271" y="329213"/>
                        </a:cubicBezTo>
                        <a:cubicBezTo>
                          <a:pt x="97576" y="363608"/>
                          <a:pt x="175015" y="427678"/>
                          <a:pt x="215945" y="452948"/>
                        </a:cubicBezTo>
                      </a:path>
                    </a:pathLst>
                  </a:custGeom>
                  <a:gradFill>
                    <a:gsLst>
                      <a:gs pos="0">
                        <a:srgbClr val="2685C9"/>
                      </a:gs>
                      <a:gs pos="38700">
                        <a:srgbClr val="2CB1D6"/>
                      </a:gs>
                      <a:gs pos="100000">
                        <a:srgbClr val="36FFEE"/>
                      </a:gs>
                    </a:gsLst>
                    <a:lin ang="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6" name="任意多边形 725">
                    <a:extLst>
                      <a:ext uri="{FF2B5EF4-FFF2-40B4-BE49-F238E27FC236}">
                        <a16:creationId xmlns:a16="http://schemas.microsoft.com/office/drawing/2014/main" id="{BD6DE885-8EFB-CF6A-74EB-99358BA5B1B9}"/>
                      </a:ext>
                    </a:extLst>
                  </p:cNvPr>
                  <p:cNvSpPr/>
                  <p:nvPr/>
                </p:nvSpPr>
                <p:spPr>
                  <a:xfrm>
                    <a:off x="8487828" y="4815925"/>
                    <a:ext cx="438078" cy="241912"/>
                  </a:xfrm>
                  <a:custGeom>
                    <a:avLst/>
                    <a:gdLst>
                      <a:gd name="connsiteX0" fmla="*/ 0 w 438078"/>
                      <a:gd name="connsiteY0" fmla="*/ 226915 h 241912"/>
                      <a:gd name="connsiteX1" fmla="*/ 243491 w 438078"/>
                      <a:gd name="connsiteY1" fmla="*/ 213094 h 241912"/>
                      <a:gd name="connsiteX2" fmla="*/ 348177 w 438078"/>
                      <a:gd name="connsiteY2" fmla="*/ 147492 h 241912"/>
                      <a:gd name="connsiteX3" fmla="*/ 392431 w 438078"/>
                      <a:gd name="connsiteY3" fmla="*/ 102439 h 241912"/>
                      <a:gd name="connsiteX4" fmla="*/ 433902 w 438078"/>
                      <a:gd name="connsiteY4" fmla="*/ 51803 h 241912"/>
                      <a:gd name="connsiteX5" fmla="*/ 436596 w 438078"/>
                      <a:gd name="connsiteY5" fmla="*/ 39159 h 241912"/>
                      <a:gd name="connsiteX6" fmla="*/ 252383 w 438078"/>
                      <a:gd name="connsiteY6" fmla="*/ 3312 h 241912"/>
                      <a:gd name="connsiteX7" fmla="*/ 103911 w 438078"/>
                      <a:gd name="connsiteY7" fmla="*/ 77976 h 241912"/>
                      <a:gd name="connsiteX8" fmla="*/ 0 w 438078"/>
                      <a:gd name="connsiteY8" fmla="*/ 226915 h 2419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38078" h="241912">
                        <a:moveTo>
                          <a:pt x="0" y="226915"/>
                        </a:moveTo>
                        <a:cubicBezTo>
                          <a:pt x="79996" y="251193"/>
                          <a:pt x="166625" y="245577"/>
                          <a:pt x="243491" y="213094"/>
                        </a:cubicBezTo>
                        <a:cubicBezTo>
                          <a:pt x="281597" y="196990"/>
                          <a:pt x="316985" y="174650"/>
                          <a:pt x="348177" y="147492"/>
                        </a:cubicBezTo>
                        <a:cubicBezTo>
                          <a:pt x="364160" y="133582"/>
                          <a:pt x="378425" y="118285"/>
                          <a:pt x="392431" y="102439"/>
                        </a:cubicBezTo>
                        <a:cubicBezTo>
                          <a:pt x="405913" y="87182"/>
                          <a:pt x="425648" y="70690"/>
                          <a:pt x="433902" y="51803"/>
                        </a:cubicBezTo>
                        <a:cubicBezTo>
                          <a:pt x="435007" y="49269"/>
                          <a:pt x="440735" y="41644"/>
                          <a:pt x="436596" y="39159"/>
                        </a:cubicBezTo>
                        <a:cubicBezTo>
                          <a:pt x="381894" y="6225"/>
                          <a:pt x="315444" y="-6708"/>
                          <a:pt x="252383" y="3312"/>
                        </a:cubicBezTo>
                        <a:cubicBezTo>
                          <a:pt x="196800" y="12139"/>
                          <a:pt x="144211" y="38724"/>
                          <a:pt x="103911" y="77976"/>
                        </a:cubicBezTo>
                        <a:cubicBezTo>
                          <a:pt x="61585" y="119188"/>
                          <a:pt x="21082" y="171100"/>
                          <a:pt x="0" y="226915"/>
                        </a:cubicBezTo>
                      </a:path>
                    </a:pathLst>
                  </a:custGeom>
                  <a:gradFill>
                    <a:gsLst>
                      <a:gs pos="0">
                        <a:srgbClr val="2685C9"/>
                      </a:gs>
                      <a:gs pos="38700">
                        <a:srgbClr val="2CB1D6"/>
                      </a:gs>
                      <a:gs pos="100000">
                        <a:srgbClr val="36FFEE"/>
                      </a:gs>
                    </a:gsLst>
                    <a:lin ang="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 dirty="0"/>
                  </a:p>
                </p:txBody>
              </p:sp>
              <p:grpSp>
                <p:nvGrpSpPr>
                  <p:cNvPr id="727" name="组合 726">
                    <a:extLst>
                      <a:ext uri="{FF2B5EF4-FFF2-40B4-BE49-F238E27FC236}">
                        <a16:creationId xmlns:a16="http://schemas.microsoft.com/office/drawing/2014/main" id="{ACF65723-68EF-9CA6-C5B3-8E23DB870120}"/>
                      </a:ext>
                    </a:extLst>
                  </p:cNvPr>
                  <p:cNvGrpSpPr/>
                  <p:nvPr/>
                </p:nvGrpSpPr>
                <p:grpSpPr>
                  <a:xfrm>
                    <a:off x="8486857" y="4849324"/>
                    <a:ext cx="384505" cy="186538"/>
                    <a:chOff x="8486857" y="4849324"/>
                    <a:chExt cx="384505" cy="186538"/>
                  </a:xfrm>
                </p:grpSpPr>
                <p:sp>
                  <p:nvSpPr>
                    <p:cNvPr id="736" name="任意多边形 735">
                      <a:extLst>
                        <a:ext uri="{FF2B5EF4-FFF2-40B4-BE49-F238E27FC236}">
                          <a16:creationId xmlns:a16="http://schemas.microsoft.com/office/drawing/2014/main" id="{A23A91AD-3807-9912-BDC9-E6A86F9AF8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9466" y="4850211"/>
                      <a:ext cx="381022" cy="183108"/>
                    </a:xfrm>
                    <a:custGeom>
                      <a:avLst/>
                      <a:gdLst>
                        <a:gd name="connsiteX0" fmla="*/ 381022 w 381022"/>
                        <a:gd name="connsiteY0" fmla="*/ 0 h 183108"/>
                        <a:gd name="connsiteX1" fmla="*/ 0 w 381022"/>
                        <a:gd name="connsiteY1" fmla="*/ 183109 h 1831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81022" h="183108">
                          <a:moveTo>
                            <a:pt x="381022" y="0"/>
                          </a:moveTo>
                          <a:cubicBezTo>
                            <a:pt x="243443" y="30982"/>
                            <a:pt x="101006" y="84692"/>
                            <a:pt x="0" y="183109"/>
                          </a:cubicBezTo>
                        </a:path>
                      </a:pathLst>
                    </a:custGeom>
                    <a:gradFill>
                      <a:gsLst>
                        <a:gs pos="0">
                          <a:srgbClr val="2685C9"/>
                        </a:gs>
                        <a:gs pos="38700">
                          <a:srgbClr val="2CB1D6"/>
                        </a:gs>
                        <a:gs pos="100000">
                          <a:srgbClr val="36FFEE"/>
                        </a:gs>
                      </a:gsLst>
                      <a:lin ang="0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7" name="任意多边形 736">
                      <a:extLst>
                        <a:ext uri="{FF2B5EF4-FFF2-40B4-BE49-F238E27FC236}">
                          <a16:creationId xmlns:a16="http://schemas.microsoft.com/office/drawing/2014/main" id="{9B09BDC1-300F-3BB8-627B-2407A43620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86857" y="4849324"/>
                      <a:ext cx="384505" cy="186538"/>
                    </a:xfrm>
                    <a:custGeom>
                      <a:avLst/>
                      <a:gdLst>
                        <a:gd name="connsiteX0" fmla="*/ 383389 w 384505"/>
                        <a:gd name="connsiteY0" fmla="*/ 24 h 186538"/>
                        <a:gd name="connsiteX1" fmla="*/ 769 w 384505"/>
                        <a:gd name="connsiteY1" fmla="*/ 182164 h 186538"/>
                        <a:gd name="connsiteX2" fmla="*/ 4432 w 384505"/>
                        <a:gd name="connsiteY2" fmla="*/ 185827 h 186538"/>
                        <a:gd name="connsiteX3" fmla="*/ 383865 w 384505"/>
                        <a:gd name="connsiteY3" fmla="*/ 1750 h 186538"/>
                        <a:gd name="connsiteX4" fmla="*/ 383389 w 384505"/>
                        <a:gd name="connsiteY4" fmla="*/ 24 h 186538"/>
                        <a:gd name="connsiteX5" fmla="*/ 383389 w 384505"/>
                        <a:gd name="connsiteY5" fmla="*/ 24 h 1865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384505" h="186538">
                          <a:moveTo>
                            <a:pt x="383389" y="24"/>
                          </a:moveTo>
                          <a:cubicBezTo>
                            <a:pt x="246027" y="29513"/>
                            <a:pt x="101348" y="79431"/>
                            <a:pt x="769" y="182164"/>
                          </a:cubicBezTo>
                          <a:cubicBezTo>
                            <a:pt x="-1579" y="184560"/>
                            <a:pt x="1971" y="188054"/>
                            <a:pt x="4432" y="185827"/>
                          </a:cubicBezTo>
                          <a:cubicBezTo>
                            <a:pt x="111441" y="88984"/>
                            <a:pt x="244946" y="35185"/>
                            <a:pt x="383865" y="1750"/>
                          </a:cubicBezTo>
                          <a:cubicBezTo>
                            <a:pt x="384987" y="1476"/>
                            <a:pt x="384511" y="-218"/>
                            <a:pt x="383389" y="24"/>
                          </a:cubicBezTo>
                          <a:lnTo>
                            <a:pt x="383389" y="24"/>
                          </a:lnTo>
                          <a:close/>
                        </a:path>
                      </a:pathLst>
                    </a:custGeom>
                    <a:solidFill>
                      <a:srgbClr val="DDF0EC"/>
                    </a:soli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28" name="任意多边形 727">
                    <a:extLst>
                      <a:ext uri="{FF2B5EF4-FFF2-40B4-BE49-F238E27FC236}">
                        <a16:creationId xmlns:a16="http://schemas.microsoft.com/office/drawing/2014/main" id="{0B928D7D-3C66-4739-FC1F-BAD01657E87E}"/>
                      </a:ext>
                    </a:extLst>
                  </p:cNvPr>
                  <p:cNvSpPr/>
                  <p:nvPr/>
                </p:nvSpPr>
                <p:spPr>
                  <a:xfrm>
                    <a:off x="8156094" y="4903852"/>
                    <a:ext cx="332807" cy="230804"/>
                  </a:xfrm>
                  <a:custGeom>
                    <a:avLst/>
                    <a:gdLst>
                      <a:gd name="connsiteX0" fmla="*/ 332807 w 332807"/>
                      <a:gd name="connsiteY0" fmla="*/ 230805 h 230804"/>
                      <a:gd name="connsiteX1" fmla="*/ 212373 w 332807"/>
                      <a:gd name="connsiteY1" fmla="*/ 56160 h 230804"/>
                      <a:gd name="connsiteX2" fmla="*/ 7463 w 332807"/>
                      <a:gd name="connsiteY2" fmla="*/ 1223 h 230804"/>
                      <a:gd name="connsiteX3" fmla="*/ 1073 w 332807"/>
                      <a:gd name="connsiteY3" fmla="*/ 3652 h 230804"/>
                      <a:gd name="connsiteX4" fmla="*/ 848 w 332807"/>
                      <a:gd name="connsiteY4" fmla="*/ 11672 h 230804"/>
                      <a:gd name="connsiteX5" fmla="*/ 177453 w 332807"/>
                      <a:gd name="connsiteY5" fmla="*/ 195022 h 230804"/>
                      <a:gd name="connsiteX6" fmla="*/ 332807 w 332807"/>
                      <a:gd name="connsiteY6" fmla="*/ 230805 h 230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32807" h="230804">
                        <a:moveTo>
                          <a:pt x="332807" y="230805"/>
                        </a:moveTo>
                        <a:cubicBezTo>
                          <a:pt x="314864" y="160870"/>
                          <a:pt x="271368" y="97784"/>
                          <a:pt x="212373" y="56160"/>
                        </a:cubicBezTo>
                        <a:cubicBezTo>
                          <a:pt x="153378" y="14536"/>
                          <a:pt x="79368" y="-5312"/>
                          <a:pt x="7463" y="1223"/>
                        </a:cubicBezTo>
                        <a:cubicBezTo>
                          <a:pt x="5124" y="1433"/>
                          <a:pt x="2526" y="1812"/>
                          <a:pt x="1073" y="3652"/>
                        </a:cubicBezTo>
                        <a:cubicBezTo>
                          <a:pt x="-653" y="5838"/>
                          <a:pt x="33" y="9009"/>
                          <a:pt x="848" y="11672"/>
                        </a:cubicBezTo>
                        <a:cubicBezTo>
                          <a:pt x="26545" y="95912"/>
                          <a:pt x="94237" y="166187"/>
                          <a:pt x="177453" y="195022"/>
                        </a:cubicBezTo>
                        <a:cubicBezTo>
                          <a:pt x="213994" y="207689"/>
                          <a:pt x="294394" y="226230"/>
                          <a:pt x="332807" y="230805"/>
                        </a:cubicBezTo>
                      </a:path>
                    </a:pathLst>
                  </a:custGeom>
                  <a:gradFill>
                    <a:gsLst>
                      <a:gs pos="0">
                        <a:srgbClr val="2685C9"/>
                      </a:gs>
                      <a:gs pos="38700">
                        <a:srgbClr val="2CB1D6"/>
                      </a:gs>
                      <a:gs pos="100000">
                        <a:srgbClr val="36FFEE"/>
                      </a:gs>
                    </a:gsLst>
                    <a:lin ang="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9" name="任意多边形 728">
                    <a:extLst>
                      <a:ext uri="{FF2B5EF4-FFF2-40B4-BE49-F238E27FC236}">
                        <a16:creationId xmlns:a16="http://schemas.microsoft.com/office/drawing/2014/main" id="{3211EC60-DB77-3B75-EB9C-E03DCBFF8C64}"/>
                      </a:ext>
                    </a:extLst>
                  </p:cNvPr>
                  <p:cNvSpPr/>
                  <p:nvPr/>
                </p:nvSpPr>
                <p:spPr>
                  <a:xfrm>
                    <a:off x="8083174" y="4322274"/>
                    <a:ext cx="319332" cy="364038"/>
                  </a:xfrm>
                  <a:custGeom>
                    <a:avLst/>
                    <a:gdLst>
                      <a:gd name="connsiteX0" fmla="*/ 319333 w 319332"/>
                      <a:gd name="connsiteY0" fmla="*/ 364039 h 364038"/>
                      <a:gd name="connsiteX1" fmla="*/ 267163 w 319332"/>
                      <a:gd name="connsiteY1" fmla="*/ 173152 h 364038"/>
                      <a:gd name="connsiteX2" fmla="*/ 228767 w 319332"/>
                      <a:gd name="connsiteY2" fmla="*/ 103443 h 364038"/>
                      <a:gd name="connsiteX3" fmla="*/ 0 w 319332"/>
                      <a:gd name="connsiteY3" fmla="*/ 0 h 364038"/>
                      <a:gd name="connsiteX4" fmla="*/ 62150 w 319332"/>
                      <a:gd name="connsiteY4" fmla="*/ 195897 h 364038"/>
                      <a:gd name="connsiteX5" fmla="*/ 130770 w 319332"/>
                      <a:gd name="connsiteY5" fmla="*/ 257441 h 364038"/>
                      <a:gd name="connsiteX6" fmla="*/ 319333 w 319332"/>
                      <a:gd name="connsiteY6" fmla="*/ 364039 h 364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19332" h="364038">
                        <a:moveTo>
                          <a:pt x="319333" y="364039"/>
                        </a:moveTo>
                        <a:cubicBezTo>
                          <a:pt x="310563" y="298460"/>
                          <a:pt x="292965" y="234075"/>
                          <a:pt x="267163" y="173152"/>
                        </a:cubicBezTo>
                        <a:cubicBezTo>
                          <a:pt x="256787" y="148657"/>
                          <a:pt x="244984" y="124533"/>
                          <a:pt x="228767" y="103443"/>
                        </a:cubicBezTo>
                        <a:cubicBezTo>
                          <a:pt x="176274" y="35161"/>
                          <a:pt x="85733" y="8286"/>
                          <a:pt x="0" y="0"/>
                        </a:cubicBezTo>
                        <a:cubicBezTo>
                          <a:pt x="4316" y="69516"/>
                          <a:pt x="18178" y="141880"/>
                          <a:pt x="62150" y="195897"/>
                        </a:cubicBezTo>
                        <a:cubicBezTo>
                          <a:pt x="81594" y="219787"/>
                          <a:pt x="106089" y="239005"/>
                          <a:pt x="130770" y="257441"/>
                        </a:cubicBezTo>
                        <a:cubicBezTo>
                          <a:pt x="179776" y="294039"/>
                          <a:pt x="267268" y="331959"/>
                          <a:pt x="319333" y="364039"/>
                        </a:cubicBezTo>
                      </a:path>
                    </a:pathLst>
                  </a:custGeom>
                  <a:gradFill>
                    <a:gsLst>
                      <a:gs pos="0">
                        <a:srgbClr val="2685C9"/>
                      </a:gs>
                      <a:gs pos="38700">
                        <a:srgbClr val="2CB1D6"/>
                      </a:gs>
                      <a:gs pos="100000">
                        <a:srgbClr val="36FFEE"/>
                      </a:gs>
                    </a:gsLst>
                    <a:lin ang="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0" name="任意多边形 729">
                    <a:extLst>
                      <a:ext uri="{FF2B5EF4-FFF2-40B4-BE49-F238E27FC236}">
                        <a16:creationId xmlns:a16="http://schemas.microsoft.com/office/drawing/2014/main" id="{2D69687D-247A-D754-D5F8-CA82C794DE12}"/>
                      </a:ext>
                    </a:extLst>
                  </p:cNvPr>
                  <p:cNvSpPr/>
                  <p:nvPr/>
                </p:nvSpPr>
                <p:spPr>
                  <a:xfrm>
                    <a:off x="8502399" y="4248911"/>
                    <a:ext cx="311477" cy="321002"/>
                  </a:xfrm>
                  <a:custGeom>
                    <a:avLst/>
                    <a:gdLst>
                      <a:gd name="connsiteX0" fmla="*/ 0 w 311477"/>
                      <a:gd name="connsiteY0" fmla="*/ 321002 h 321002"/>
                      <a:gd name="connsiteX1" fmla="*/ 288165 w 311477"/>
                      <a:gd name="connsiteY1" fmla="*/ 114294 h 321002"/>
                      <a:gd name="connsiteX2" fmla="*/ 303503 w 311477"/>
                      <a:gd name="connsiteY2" fmla="*/ 1847 h 321002"/>
                      <a:gd name="connsiteX3" fmla="*/ 0 w 311477"/>
                      <a:gd name="connsiteY3" fmla="*/ 321002 h 3210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11477" h="321002">
                        <a:moveTo>
                          <a:pt x="0" y="321002"/>
                        </a:moveTo>
                        <a:cubicBezTo>
                          <a:pt x="171063" y="310731"/>
                          <a:pt x="259515" y="168665"/>
                          <a:pt x="288165" y="114294"/>
                        </a:cubicBezTo>
                        <a:cubicBezTo>
                          <a:pt x="306117" y="80222"/>
                          <a:pt x="321366" y="40219"/>
                          <a:pt x="303503" y="1847"/>
                        </a:cubicBezTo>
                        <a:cubicBezTo>
                          <a:pt x="104782" y="-14903"/>
                          <a:pt x="8778" y="81545"/>
                          <a:pt x="0" y="321002"/>
                        </a:cubicBezTo>
                      </a:path>
                    </a:pathLst>
                  </a:custGeom>
                  <a:gradFill>
                    <a:gsLst>
                      <a:gs pos="0">
                        <a:srgbClr val="2685C9"/>
                      </a:gs>
                      <a:gs pos="38700">
                        <a:srgbClr val="2CB1D6"/>
                      </a:gs>
                      <a:gs pos="100000">
                        <a:srgbClr val="36FFEE"/>
                      </a:gs>
                    </a:gsLst>
                    <a:lin ang="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1" name="任意多边形 730">
                    <a:extLst>
                      <a:ext uri="{FF2B5EF4-FFF2-40B4-BE49-F238E27FC236}">
                        <a16:creationId xmlns:a16="http://schemas.microsoft.com/office/drawing/2014/main" id="{F9C9DBAD-C47D-FD73-65B2-2BAE8082B232}"/>
                      </a:ext>
                    </a:extLst>
                  </p:cNvPr>
                  <p:cNvSpPr/>
                  <p:nvPr/>
                </p:nvSpPr>
                <p:spPr>
                  <a:xfrm>
                    <a:off x="8589018" y="4536436"/>
                    <a:ext cx="301608" cy="270626"/>
                  </a:xfrm>
                  <a:custGeom>
                    <a:avLst/>
                    <a:gdLst>
                      <a:gd name="connsiteX0" fmla="*/ 1768 w 301608"/>
                      <a:gd name="connsiteY0" fmla="*/ 270627 h 270626"/>
                      <a:gd name="connsiteX1" fmla="*/ 301608 w 301608"/>
                      <a:gd name="connsiteY1" fmla="*/ 4931 h 270626"/>
                      <a:gd name="connsiteX2" fmla="*/ 1768 w 301608"/>
                      <a:gd name="connsiteY2" fmla="*/ 270627 h 270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01608" h="270626">
                        <a:moveTo>
                          <a:pt x="1768" y="270627"/>
                        </a:moveTo>
                        <a:cubicBezTo>
                          <a:pt x="132837" y="245720"/>
                          <a:pt x="272022" y="145295"/>
                          <a:pt x="301608" y="4931"/>
                        </a:cubicBezTo>
                        <a:cubicBezTo>
                          <a:pt x="50888" y="-36023"/>
                          <a:pt x="-11939" y="189210"/>
                          <a:pt x="1768" y="270627"/>
                        </a:cubicBezTo>
                      </a:path>
                    </a:pathLst>
                  </a:custGeom>
                  <a:gradFill>
                    <a:gsLst>
                      <a:gs pos="0">
                        <a:srgbClr val="2685C9"/>
                      </a:gs>
                      <a:gs pos="38700">
                        <a:srgbClr val="2CB1D6"/>
                      </a:gs>
                      <a:gs pos="100000">
                        <a:srgbClr val="36FFEE"/>
                      </a:gs>
                    </a:gsLst>
                    <a:lin ang="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2" name="任意多边形 731">
                    <a:extLst>
                      <a:ext uri="{FF2B5EF4-FFF2-40B4-BE49-F238E27FC236}">
                        <a16:creationId xmlns:a16="http://schemas.microsoft.com/office/drawing/2014/main" id="{EB66633E-F1F1-89A9-324B-C22483A95CAF}"/>
                      </a:ext>
                    </a:extLst>
                  </p:cNvPr>
                  <p:cNvSpPr/>
                  <p:nvPr/>
                </p:nvSpPr>
                <p:spPr>
                  <a:xfrm>
                    <a:off x="8485898" y="4631580"/>
                    <a:ext cx="252529" cy="413130"/>
                  </a:xfrm>
                  <a:custGeom>
                    <a:avLst/>
                    <a:gdLst>
                      <a:gd name="connsiteX0" fmla="*/ 251625 w 252529"/>
                      <a:gd name="connsiteY0" fmla="*/ 94 h 413130"/>
                      <a:gd name="connsiteX1" fmla="*/ 117797 w 252529"/>
                      <a:gd name="connsiteY1" fmla="*/ 151116 h 413130"/>
                      <a:gd name="connsiteX2" fmla="*/ 66 w 252529"/>
                      <a:gd name="connsiteY2" fmla="*/ 410751 h 413130"/>
                      <a:gd name="connsiteX3" fmla="*/ 3785 w 252529"/>
                      <a:gd name="connsiteY3" fmla="*/ 411776 h 413130"/>
                      <a:gd name="connsiteX4" fmla="*/ 117773 w 252529"/>
                      <a:gd name="connsiteY4" fmla="*/ 158442 h 413130"/>
                      <a:gd name="connsiteX5" fmla="*/ 252238 w 252529"/>
                      <a:gd name="connsiteY5" fmla="*/ 1151 h 413130"/>
                      <a:gd name="connsiteX6" fmla="*/ 251625 w 252529"/>
                      <a:gd name="connsiteY6" fmla="*/ 94 h 413130"/>
                      <a:gd name="connsiteX7" fmla="*/ 251625 w 252529"/>
                      <a:gd name="connsiteY7" fmla="*/ 94 h 4131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2529" h="413130">
                        <a:moveTo>
                          <a:pt x="251625" y="94"/>
                        </a:moveTo>
                        <a:cubicBezTo>
                          <a:pt x="194841" y="34586"/>
                          <a:pt x="152862" y="96308"/>
                          <a:pt x="117797" y="151116"/>
                        </a:cubicBezTo>
                        <a:cubicBezTo>
                          <a:pt x="67242" y="230128"/>
                          <a:pt x="22237" y="319145"/>
                          <a:pt x="66" y="410751"/>
                        </a:cubicBezTo>
                        <a:cubicBezTo>
                          <a:pt x="-523" y="413172"/>
                          <a:pt x="3019" y="414132"/>
                          <a:pt x="3785" y="411776"/>
                        </a:cubicBezTo>
                        <a:cubicBezTo>
                          <a:pt x="32702" y="322880"/>
                          <a:pt x="68299" y="238043"/>
                          <a:pt x="117773" y="158442"/>
                        </a:cubicBezTo>
                        <a:cubicBezTo>
                          <a:pt x="152911" y="101908"/>
                          <a:pt x="195010" y="37829"/>
                          <a:pt x="252238" y="1151"/>
                        </a:cubicBezTo>
                        <a:cubicBezTo>
                          <a:pt x="252908" y="724"/>
                          <a:pt x="252303" y="-317"/>
                          <a:pt x="251625" y="94"/>
                        </a:cubicBezTo>
                        <a:lnTo>
                          <a:pt x="251625" y="94"/>
                        </a:lnTo>
                        <a:close/>
                      </a:path>
                    </a:pathLst>
                  </a:custGeom>
                  <a:solidFill>
                    <a:srgbClr val="EBF7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3" name="任意多边形 732">
                    <a:extLst>
                      <a:ext uri="{FF2B5EF4-FFF2-40B4-BE49-F238E27FC236}">
                        <a16:creationId xmlns:a16="http://schemas.microsoft.com/office/drawing/2014/main" id="{41B1D82D-9D96-6DA9-1C51-FEEBF938BF35}"/>
                      </a:ext>
                    </a:extLst>
                  </p:cNvPr>
                  <p:cNvSpPr/>
                  <p:nvPr/>
                </p:nvSpPr>
                <p:spPr>
                  <a:xfrm>
                    <a:off x="8185995" y="4404486"/>
                    <a:ext cx="307412" cy="919107"/>
                  </a:xfrm>
                  <a:custGeom>
                    <a:avLst/>
                    <a:gdLst>
                      <a:gd name="connsiteX0" fmla="*/ 274361 w 307412"/>
                      <a:gd name="connsiteY0" fmla="*/ 917516 h 919107"/>
                      <a:gd name="connsiteX1" fmla="*/ 293708 w 307412"/>
                      <a:gd name="connsiteY1" fmla="*/ 529547 h 919107"/>
                      <a:gd name="connsiteX2" fmla="*/ 151296 w 307412"/>
                      <a:gd name="connsiteY2" fmla="*/ 168089 h 919107"/>
                      <a:gd name="connsiteX3" fmla="*/ 5035 w 307412"/>
                      <a:gd name="connsiteY3" fmla="*/ 714 h 919107"/>
                      <a:gd name="connsiteX4" fmla="*/ 912 w 307412"/>
                      <a:gd name="connsiteY4" fmla="*/ 4837 h 919107"/>
                      <a:gd name="connsiteX5" fmla="*/ 131149 w 307412"/>
                      <a:gd name="connsiteY5" fmla="*/ 152155 h 919107"/>
                      <a:gd name="connsiteX6" fmla="*/ 223385 w 307412"/>
                      <a:gd name="connsiteY6" fmla="*/ 316771 h 919107"/>
                      <a:gd name="connsiteX7" fmla="*/ 300155 w 307412"/>
                      <a:gd name="connsiteY7" fmla="*/ 697777 h 919107"/>
                      <a:gd name="connsiteX8" fmla="*/ 270004 w 307412"/>
                      <a:gd name="connsiteY8" fmla="*/ 916322 h 919107"/>
                      <a:gd name="connsiteX9" fmla="*/ 274361 w 307412"/>
                      <a:gd name="connsiteY9" fmla="*/ 917516 h 919107"/>
                      <a:gd name="connsiteX10" fmla="*/ 274361 w 307412"/>
                      <a:gd name="connsiteY10" fmla="*/ 917516 h 9191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07412" h="919107">
                        <a:moveTo>
                          <a:pt x="274361" y="917516"/>
                        </a:moveTo>
                        <a:cubicBezTo>
                          <a:pt x="313435" y="794047"/>
                          <a:pt x="315121" y="656395"/>
                          <a:pt x="293708" y="529547"/>
                        </a:cubicBezTo>
                        <a:cubicBezTo>
                          <a:pt x="272021" y="401076"/>
                          <a:pt x="223499" y="276616"/>
                          <a:pt x="151296" y="168089"/>
                        </a:cubicBezTo>
                        <a:cubicBezTo>
                          <a:pt x="110777" y="107183"/>
                          <a:pt x="62497" y="46517"/>
                          <a:pt x="5035" y="714"/>
                        </a:cubicBezTo>
                        <a:cubicBezTo>
                          <a:pt x="2171" y="-1569"/>
                          <a:pt x="-1815" y="2118"/>
                          <a:pt x="912" y="4837"/>
                        </a:cubicBezTo>
                        <a:cubicBezTo>
                          <a:pt x="47708" y="51624"/>
                          <a:pt x="92834" y="97856"/>
                          <a:pt x="131149" y="152155"/>
                        </a:cubicBezTo>
                        <a:cubicBezTo>
                          <a:pt x="167481" y="203630"/>
                          <a:pt x="198366" y="258946"/>
                          <a:pt x="223385" y="316771"/>
                        </a:cubicBezTo>
                        <a:cubicBezTo>
                          <a:pt x="275183" y="436512"/>
                          <a:pt x="301898" y="567282"/>
                          <a:pt x="300155" y="697777"/>
                        </a:cubicBezTo>
                        <a:cubicBezTo>
                          <a:pt x="299163" y="772110"/>
                          <a:pt x="287011" y="844159"/>
                          <a:pt x="270004" y="916322"/>
                        </a:cubicBezTo>
                        <a:cubicBezTo>
                          <a:pt x="269342" y="919145"/>
                          <a:pt x="273481" y="920291"/>
                          <a:pt x="274361" y="917516"/>
                        </a:cubicBezTo>
                        <a:lnTo>
                          <a:pt x="274361" y="917516"/>
                        </a:lnTo>
                        <a:close/>
                      </a:path>
                    </a:pathLst>
                  </a:custGeom>
                  <a:solidFill>
                    <a:srgbClr val="EBF7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734" name="任意多边形 733">
                    <a:extLst>
                      <a:ext uri="{FF2B5EF4-FFF2-40B4-BE49-F238E27FC236}">
                        <a16:creationId xmlns:a16="http://schemas.microsoft.com/office/drawing/2014/main" id="{2E6C7074-7522-723B-AB77-228A5FBB005C}"/>
                      </a:ext>
                    </a:extLst>
                  </p:cNvPr>
                  <p:cNvSpPr/>
                  <p:nvPr/>
                </p:nvSpPr>
                <p:spPr>
                  <a:xfrm>
                    <a:off x="8442081" y="4337175"/>
                    <a:ext cx="253533" cy="480258"/>
                  </a:xfrm>
                  <a:custGeom>
                    <a:avLst/>
                    <a:gdLst>
                      <a:gd name="connsiteX0" fmla="*/ 249171 w 253533"/>
                      <a:gd name="connsiteY0" fmla="*/ 598 h 480258"/>
                      <a:gd name="connsiteX1" fmla="*/ 68540 w 253533"/>
                      <a:gd name="connsiteY1" fmla="*/ 208662 h 480258"/>
                      <a:gd name="connsiteX2" fmla="*/ 2396 w 253533"/>
                      <a:gd name="connsiteY2" fmla="*/ 477230 h 480258"/>
                      <a:gd name="connsiteX3" fmla="*/ 8697 w 253533"/>
                      <a:gd name="connsiteY3" fmla="*/ 477230 h 480258"/>
                      <a:gd name="connsiteX4" fmla="*/ 79109 w 253533"/>
                      <a:gd name="connsiteY4" fmla="*/ 207331 h 480258"/>
                      <a:gd name="connsiteX5" fmla="*/ 252697 w 253533"/>
                      <a:gd name="connsiteY5" fmla="*/ 4124 h 480258"/>
                      <a:gd name="connsiteX6" fmla="*/ 249171 w 253533"/>
                      <a:gd name="connsiteY6" fmla="*/ 598 h 480258"/>
                      <a:gd name="connsiteX7" fmla="*/ 249171 w 253533"/>
                      <a:gd name="connsiteY7" fmla="*/ 598 h 4802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3533" h="480258">
                        <a:moveTo>
                          <a:pt x="249171" y="598"/>
                        </a:moveTo>
                        <a:cubicBezTo>
                          <a:pt x="177396" y="58561"/>
                          <a:pt x="114577" y="128480"/>
                          <a:pt x="68540" y="208662"/>
                        </a:cubicBezTo>
                        <a:cubicBezTo>
                          <a:pt x="22841" y="288255"/>
                          <a:pt x="-9230" y="384469"/>
                          <a:pt x="2396" y="477230"/>
                        </a:cubicBezTo>
                        <a:cubicBezTo>
                          <a:pt x="2888" y="481126"/>
                          <a:pt x="8762" y="481409"/>
                          <a:pt x="8697" y="477230"/>
                        </a:cubicBezTo>
                        <a:cubicBezTo>
                          <a:pt x="7261" y="380354"/>
                          <a:pt x="30401" y="291321"/>
                          <a:pt x="79109" y="207331"/>
                        </a:cubicBezTo>
                        <a:cubicBezTo>
                          <a:pt x="124009" y="129908"/>
                          <a:pt x="184641" y="61909"/>
                          <a:pt x="252697" y="4124"/>
                        </a:cubicBezTo>
                        <a:cubicBezTo>
                          <a:pt x="255166" y="2027"/>
                          <a:pt x="251624" y="-1386"/>
                          <a:pt x="249171" y="598"/>
                        </a:cubicBezTo>
                        <a:lnTo>
                          <a:pt x="249171" y="598"/>
                        </a:lnTo>
                        <a:close/>
                      </a:path>
                    </a:pathLst>
                  </a:custGeom>
                  <a:solidFill>
                    <a:srgbClr val="EBF7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5" name="任意多边形 734">
                    <a:extLst>
                      <a:ext uri="{FF2B5EF4-FFF2-40B4-BE49-F238E27FC236}">
                        <a16:creationId xmlns:a16="http://schemas.microsoft.com/office/drawing/2014/main" id="{F5121A75-C7D0-6F6D-784D-CC5FA4CC1A63}"/>
                      </a:ext>
                    </a:extLst>
                  </p:cNvPr>
                  <p:cNvSpPr/>
                  <p:nvPr/>
                </p:nvSpPr>
                <p:spPr>
                  <a:xfrm>
                    <a:off x="8129429" y="5144145"/>
                    <a:ext cx="647395" cy="741374"/>
                  </a:xfrm>
                  <a:custGeom>
                    <a:avLst/>
                    <a:gdLst>
                      <a:gd name="connsiteX0" fmla="*/ 0 w 647395"/>
                      <a:gd name="connsiteY0" fmla="*/ 0 h 741374"/>
                      <a:gd name="connsiteX1" fmla="*/ 0 w 647395"/>
                      <a:gd name="connsiteY1" fmla="*/ 121677 h 741374"/>
                      <a:gd name="connsiteX2" fmla="*/ 127026 w 647395"/>
                      <a:gd name="connsiteY2" fmla="*/ 741374 h 741374"/>
                      <a:gd name="connsiteX3" fmla="*/ 520369 w 647395"/>
                      <a:gd name="connsiteY3" fmla="*/ 741374 h 741374"/>
                      <a:gd name="connsiteX4" fmla="*/ 647395 w 647395"/>
                      <a:gd name="connsiteY4" fmla="*/ 121677 h 741374"/>
                      <a:gd name="connsiteX5" fmla="*/ 647395 w 647395"/>
                      <a:gd name="connsiteY5" fmla="*/ 0 h 741374"/>
                      <a:gd name="connsiteX6" fmla="*/ 0 w 647395"/>
                      <a:gd name="connsiteY6" fmla="*/ 0 h 7413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47395" h="741374">
                        <a:moveTo>
                          <a:pt x="0" y="0"/>
                        </a:moveTo>
                        <a:lnTo>
                          <a:pt x="0" y="121677"/>
                        </a:lnTo>
                        <a:cubicBezTo>
                          <a:pt x="0" y="604133"/>
                          <a:pt x="127026" y="741374"/>
                          <a:pt x="127026" y="741374"/>
                        </a:cubicBezTo>
                        <a:lnTo>
                          <a:pt x="520369" y="741374"/>
                        </a:lnTo>
                        <a:cubicBezTo>
                          <a:pt x="520369" y="741374"/>
                          <a:pt x="647395" y="604133"/>
                          <a:pt x="647395" y="121677"/>
                        </a:cubicBezTo>
                        <a:lnTo>
                          <a:pt x="64739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CFE2FC"/>
                      </a:gs>
                      <a:gs pos="50000">
                        <a:srgbClr val="E7F0FD"/>
                      </a:gs>
                      <a:gs pos="100000">
                        <a:srgbClr val="FFFFFF"/>
                      </a:gs>
                    </a:gsLst>
                    <a:lin ang="21378441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82" name="组合 681">
                  <a:extLst>
                    <a:ext uri="{FF2B5EF4-FFF2-40B4-BE49-F238E27FC236}">
                      <a16:creationId xmlns:a16="http://schemas.microsoft.com/office/drawing/2014/main" id="{2E65D2B8-0F88-78D6-5843-819D86AE6B67}"/>
                    </a:ext>
                  </a:extLst>
                </p:cNvPr>
                <p:cNvGrpSpPr/>
                <p:nvPr/>
              </p:nvGrpSpPr>
              <p:grpSpPr>
                <a:xfrm>
                  <a:off x="6646758" y="4866693"/>
                  <a:ext cx="1656511" cy="1313493"/>
                  <a:chOff x="6646758" y="4866693"/>
                  <a:chExt cx="1656511" cy="1313493"/>
                </a:xfrm>
              </p:grpSpPr>
              <p:sp>
                <p:nvSpPr>
                  <p:cNvPr id="683" name="任意多边形 682">
                    <a:extLst>
                      <a:ext uri="{FF2B5EF4-FFF2-40B4-BE49-F238E27FC236}">
                        <a16:creationId xmlns:a16="http://schemas.microsoft.com/office/drawing/2014/main" id="{802C7C02-6A15-6B2F-E125-727D34160E95}"/>
                      </a:ext>
                    </a:extLst>
                  </p:cNvPr>
                  <p:cNvSpPr/>
                  <p:nvPr/>
                </p:nvSpPr>
                <p:spPr>
                  <a:xfrm>
                    <a:off x="8191546" y="5543878"/>
                    <a:ext cx="75855" cy="51418"/>
                  </a:xfrm>
                  <a:custGeom>
                    <a:avLst/>
                    <a:gdLst>
                      <a:gd name="connsiteX0" fmla="*/ 20001 w 75855"/>
                      <a:gd name="connsiteY0" fmla="*/ 0 h 51418"/>
                      <a:gd name="connsiteX1" fmla="*/ 72388 w 75855"/>
                      <a:gd name="connsiteY1" fmla="*/ 29045 h 51418"/>
                      <a:gd name="connsiteX2" fmla="*/ 0 w 75855"/>
                      <a:gd name="connsiteY2" fmla="*/ 51419 h 51418"/>
                      <a:gd name="connsiteX3" fmla="*/ 20001 w 75855"/>
                      <a:gd name="connsiteY3" fmla="*/ 0 h 514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5855" h="51418">
                        <a:moveTo>
                          <a:pt x="20001" y="0"/>
                        </a:moveTo>
                        <a:cubicBezTo>
                          <a:pt x="49523" y="2856"/>
                          <a:pt x="87613" y="10005"/>
                          <a:pt x="72388" y="29045"/>
                        </a:cubicBezTo>
                        <a:cubicBezTo>
                          <a:pt x="57147" y="48086"/>
                          <a:pt x="0" y="51419"/>
                          <a:pt x="0" y="51419"/>
                        </a:cubicBezTo>
                        <a:lnTo>
                          <a:pt x="20001" y="0"/>
                        </a:lnTo>
                        <a:close/>
                      </a:path>
                    </a:pathLst>
                  </a:custGeom>
                  <a:solidFill>
                    <a:srgbClr val="FF4F4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4" name="任意多边形 683">
                    <a:extLst>
                      <a:ext uri="{FF2B5EF4-FFF2-40B4-BE49-F238E27FC236}">
                        <a16:creationId xmlns:a16="http://schemas.microsoft.com/office/drawing/2014/main" id="{1F8E97C3-CAB8-A6B4-55AB-C3D88421159E}"/>
                      </a:ext>
                    </a:extLst>
                  </p:cNvPr>
                  <p:cNvSpPr/>
                  <p:nvPr/>
                </p:nvSpPr>
                <p:spPr>
                  <a:xfrm>
                    <a:off x="8183938" y="5045238"/>
                    <a:ext cx="52085" cy="38636"/>
                  </a:xfrm>
                  <a:custGeom>
                    <a:avLst/>
                    <a:gdLst>
                      <a:gd name="connsiteX0" fmla="*/ 0 w 52085"/>
                      <a:gd name="connsiteY0" fmla="*/ 539 h 38636"/>
                      <a:gd name="connsiteX1" fmla="*/ 51895 w 52085"/>
                      <a:gd name="connsiteY1" fmla="*/ 19596 h 38636"/>
                      <a:gd name="connsiteX2" fmla="*/ 0 w 52085"/>
                      <a:gd name="connsiteY2" fmla="*/ 38637 h 38636"/>
                      <a:gd name="connsiteX3" fmla="*/ 0 w 52085"/>
                      <a:gd name="connsiteY3" fmla="*/ 539 h 38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2085" h="38636">
                        <a:moveTo>
                          <a:pt x="0" y="539"/>
                        </a:moveTo>
                        <a:cubicBezTo>
                          <a:pt x="24762" y="-1357"/>
                          <a:pt x="54760" y="1023"/>
                          <a:pt x="51895" y="19596"/>
                        </a:cubicBezTo>
                        <a:cubicBezTo>
                          <a:pt x="50007" y="31868"/>
                          <a:pt x="0" y="38637"/>
                          <a:pt x="0" y="38637"/>
                        </a:cubicBezTo>
                        <a:lnTo>
                          <a:pt x="0" y="539"/>
                        </a:lnTo>
                        <a:close/>
                      </a:path>
                    </a:pathLst>
                  </a:custGeom>
                  <a:solidFill>
                    <a:srgbClr val="0FF5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5" name="任意多边形 684">
                    <a:extLst>
                      <a:ext uri="{FF2B5EF4-FFF2-40B4-BE49-F238E27FC236}">
                        <a16:creationId xmlns:a16="http://schemas.microsoft.com/office/drawing/2014/main" id="{B6BE0CF1-1A1F-7C2B-B2AB-FB7F444580EF}"/>
                      </a:ext>
                    </a:extLst>
                  </p:cNvPr>
                  <p:cNvSpPr/>
                  <p:nvPr/>
                </p:nvSpPr>
                <p:spPr>
                  <a:xfrm>
                    <a:off x="7620162" y="5821110"/>
                    <a:ext cx="618914" cy="342888"/>
                  </a:xfrm>
                  <a:custGeom>
                    <a:avLst/>
                    <a:gdLst>
                      <a:gd name="connsiteX0" fmla="*/ 618914 w 618914"/>
                      <a:gd name="connsiteY0" fmla="*/ 0 h 342888"/>
                      <a:gd name="connsiteX1" fmla="*/ 614154 w 618914"/>
                      <a:gd name="connsiteY1" fmla="*/ 113334 h 342888"/>
                      <a:gd name="connsiteX2" fmla="*/ 43665 w 618914"/>
                      <a:gd name="connsiteY2" fmla="*/ 342868 h 342888"/>
                      <a:gd name="connsiteX3" fmla="*/ 10327 w 618914"/>
                      <a:gd name="connsiteY3" fmla="*/ 244766 h 342888"/>
                      <a:gd name="connsiteX4" fmla="*/ 618914 w 618914"/>
                      <a:gd name="connsiteY4" fmla="*/ 0 h 342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18914" h="342888">
                        <a:moveTo>
                          <a:pt x="618914" y="0"/>
                        </a:moveTo>
                        <a:cubicBezTo>
                          <a:pt x="615098" y="31434"/>
                          <a:pt x="614154" y="113334"/>
                          <a:pt x="614154" y="113334"/>
                        </a:cubicBezTo>
                        <a:cubicBezTo>
                          <a:pt x="432247" y="213340"/>
                          <a:pt x="65570" y="344772"/>
                          <a:pt x="43665" y="342868"/>
                        </a:cubicBezTo>
                        <a:cubicBezTo>
                          <a:pt x="21751" y="340956"/>
                          <a:pt x="-19194" y="266671"/>
                          <a:pt x="10327" y="244766"/>
                        </a:cubicBezTo>
                        <a:cubicBezTo>
                          <a:pt x="39849" y="222861"/>
                          <a:pt x="597017" y="8569"/>
                          <a:pt x="6189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6" name="任意多边形 685">
                    <a:extLst>
                      <a:ext uri="{FF2B5EF4-FFF2-40B4-BE49-F238E27FC236}">
                        <a16:creationId xmlns:a16="http://schemas.microsoft.com/office/drawing/2014/main" id="{532E71D0-F22E-4C56-7FC5-4DA61DA1214C}"/>
                      </a:ext>
                    </a:extLst>
                  </p:cNvPr>
                  <p:cNvSpPr/>
                  <p:nvPr/>
                </p:nvSpPr>
                <p:spPr>
                  <a:xfrm>
                    <a:off x="6699148" y="5760457"/>
                    <a:ext cx="1604121" cy="419729"/>
                  </a:xfrm>
                  <a:custGeom>
                    <a:avLst/>
                    <a:gdLst>
                      <a:gd name="connsiteX0" fmla="*/ 0 w 1604121"/>
                      <a:gd name="connsiteY0" fmla="*/ 7234 h 419729"/>
                      <a:gd name="connsiteX1" fmla="*/ 3809 w 1604121"/>
                      <a:gd name="connsiteY1" fmla="*/ 108183 h 419729"/>
                      <a:gd name="connsiteX2" fmla="*/ 969536 w 1604121"/>
                      <a:gd name="connsiteY2" fmla="*/ 419617 h 419729"/>
                      <a:gd name="connsiteX3" fmla="*/ 1560026 w 1604121"/>
                      <a:gd name="connsiteY3" fmla="*/ 182468 h 419729"/>
                      <a:gd name="connsiteX4" fmla="*/ 1552409 w 1604121"/>
                      <a:gd name="connsiteY4" fmla="*/ 157706 h 419729"/>
                      <a:gd name="connsiteX5" fmla="*/ 962880 w 1604121"/>
                      <a:gd name="connsiteY5" fmla="*/ 395808 h 419729"/>
                      <a:gd name="connsiteX6" fmla="*/ 961919 w 1604121"/>
                      <a:gd name="connsiteY6" fmla="*/ 306283 h 419729"/>
                      <a:gd name="connsiteX7" fmla="*/ 1582891 w 1604121"/>
                      <a:gd name="connsiteY7" fmla="*/ 52948 h 419729"/>
                      <a:gd name="connsiteX8" fmla="*/ 1537168 w 1604121"/>
                      <a:gd name="connsiteY8" fmla="*/ 3433 h 419729"/>
                      <a:gd name="connsiteX9" fmla="*/ 0 w 1604121"/>
                      <a:gd name="connsiteY9" fmla="*/ 7234 h 4197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604121" h="419729">
                        <a:moveTo>
                          <a:pt x="0" y="7234"/>
                        </a:moveTo>
                        <a:cubicBezTo>
                          <a:pt x="1896" y="33899"/>
                          <a:pt x="-1912" y="100567"/>
                          <a:pt x="3809" y="108183"/>
                        </a:cubicBezTo>
                        <a:cubicBezTo>
                          <a:pt x="9520" y="115800"/>
                          <a:pt x="929534" y="413905"/>
                          <a:pt x="969536" y="419617"/>
                        </a:cubicBezTo>
                        <a:cubicBezTo>
                          <a:pt x="1009538" y="425330"/>
                          <a:pt x="1502878" y="211045"/>
                          <a:pt x="1560026" y="182468"/>
                        </a:cubicBezTo>
                        <a:cubicBezTo>
                          <a:pt x="1584787" y="163418"/>
                          <a:pt x="1577171" y="138665"/>
                          <a:pt x="1552409" y="157706"/>
                        </a:cubicBezTo>
                        <a:cubicBezTo>
                          <a:pt x="1527648" y="176747"/>
                          <a:pt x="1000969" y="386287"/>
                          <a:pt x="962880" y="395808"/>
                        </a:cubicBezTo>
                        <a:cubicBezTo>
                          <a:pt x="956207" y="394856"/>
                          <a:pt x="939070" y="327244"/>
                          <a:pt x="961919" y="306283"/>
                        </a:cubicBezTo>
                        <a:cubicBezTo>
                          <a:pt x="984777" y="285329"/>
                          <a:pt x="1558130" y="66277"/>
                          <a:pt x="1582891" y="52948"/>
                        </a:cubicBezTo>
                        <a:cubicBezTo>
                          <a:pt x="1613365" y="31995"/>
                          <a:pt x="1620981" y="12946"/>
                          <a:pt x="1537168" y="3433"/>
                        </a:cubicBezTo>
                        <a:cubicBezTo>
                          <a:pt x="1451452" y="-6095"/>
                          <a:pt x="0" y="7234"/>
                          <a:pt x="0" y="723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F329C"/>
                      </a:gs>
                      <a:gs pos="5090">
                        <a:srgbClr val="30339E"/>
                      </a:gs>
                      <a:gs pos="100000">
                        <a:srgbClr val="3B40C4"/>
                      </a:gs>
                    </a:gsLst>
                    <a:lin ang="16349348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7" name="任意多边形 686">
                    <a:extLst>
                      <a:ext uri="{FF2B5EF4-FFF2-40B4-BE49-F238E27FC236}">
                        <a16:creationId xmlns:a16="http://schemas.microsoft.com/office/drawing/2014/main" id="{F1762FCB-107E-605D-F2D1-14ACFEB33A55}"/>
                      </a:ext>
                    </a:extLst>
                  </p:cNvPr>
                  <p:cNvSpPr/>
                  <p:nvPr/>
                </p:nvSpPr>
                <p:spPr>
                  <a:xfrm>
                    <a:off x="7788842" y="5589592"/>
                    <a:ext cx="474987" cy="408914"/>
                  </a:xfrm>
                  <a:custGeom>
                    <a:avLst/>
                    <a:gdLst>
                      <a:gd name="connsiteX0" fmla="*/ 457947 w 474987"/>
                      <a:gd name="connsiteY0" fmla="*/ 0 h 408914"/>
                      <a:gd name="connsiteX1" fmla="*/ 474987 w 474987"/>
                      <a:gd name="connsiteY1" fmla="*/ 148932 h 408914"/>
                      <a:gd name="connsiteX2" fmla="*/ 27321 w 474987"/>
                      <a:gd name="connsiteY2" fmla="*/ 408914 h 408914"/>
                      <a:gd name="connsiteX3" fmla="*/ 36987 w 474987"/>
                      <a:gd name="connsiteY3" fmla="*/ 229525 h 408914"/>
                      <a:gd name="connsiteX4" fmla="*/ 457947 w 474987"/>
                      <a:gd name="connsiteY4" fmla="*/ 0 h 4089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987" h="408914">
                        <a:moveTo>
                          <a:pt x="457947" y="0"/>
                        </a:moveTo>
                        <a:cubicBezTo>
                          <a:pt x="425569" y="38099"/>
                          <a:pt x="437849" y="133691"/>
                          <a:pt x="474987" y="148932"/>
                        </a:cubicBezTo>
                        <a:cubicBezTo>
                          <a:pt x="424512" y="183222"/>
                          <a:pt x="27321" y="408914"/>
                          <a:pt x="27321" y="408914"/>
                        </a:cubicBezTo>
                        <a:cubicBezTo>
                          <a:pt x="27321" y="408914"/>
                          <a:pt x="-40162" y="279048"/>
                          <a:pt x="36987" y="229525"/>
                        </a:cubicBezTo>
                        <a:cubicBezTo>
                          <a:pt x="114127" y="180002"/>
                          <a:pt x="457947" y="0"/>
                          <a:pt x="45794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8" name="任意多边形 687">
                    <a:extLst>
                      <a:ext uri="{FF2B5EF4-FFF2-40B4-BE49-F238E27FC236}">
                        <a16:creationId xmlns:a16="http://schemas.microsoft.com/office/drawing/2014/main" id="{1E6799E9-B036-AEE1-C7BF-B62486104D26}"/>
                      </a:ext>
                    </a:extLst>
                  </p:cNvPr>
                  <p:cNvSpPr/>
                  <p:nvPr/>
                </p:nvSpPr>
                <p:spPr>
                  <a:xfrm>
                    <a:off x="6646758" y="5558167"/>
                    <a:ext cx="1650356" cy="450952"/>
                  </a:xfrm>
                  <a:custGeom>
                    <a:avLst/>
                    <a:gdLst>
                      <a:gd name="connsiteX0" fmla="*/ 137147 w 1650356"/>
                      <a:gd name="connsiteY0" fmla="*/ 0 h 450952"/>
                      <a:gd name="connsiteX1" fmla="*/ 1908 w 1650356"/>
                      <a:gd name="connsiteY1" fmla="*/ 74284 h 450952"/>
                      <a:gd name="connsiteX2" fmla="*/ 7620 w 1650356"/>
                      <a:gd name="connsiteY2" fmla="*/ 211428 h 450952"/>
                      <a:gd name="connsiteX3" fmla="*/ 1133348 w 1650356"/>
                      <a:gd name="connsiteY3" fmla="*/ 447618 h 450952"/>
                      <a:gd name="connsiteX4" fmla="*/ 1262884 w 1650356"/>
                      <a:gd name="connsiteY4" fmla="*/ 407623 h 450952"/>
                      <a:gd name="connsiteX5" fmla="*/ 1643842 w 1650356"/>
                      <a:gd name="connsiteY5" fmla="*/ 182859 h 450952"/>
                      <a:gd name="connsiteX6" fmla="*/ 1622889 w 1650356"/>
                      <a:gd name="connsiteY6" fmla="*/ 165714 h 450952"/>
                      <a:gd name="connsiteX7" fmla="*/ 1190496 w 1650356"/>
                      <a:gd name="connsiteY7" fmla="*/ 422864 h 450952"/>
                      <a:gd name="connsiteX8" fmla="*/ 1214305 w 1650356"/>
                      <a:gd name="connsiteY8" fmla="*/ 263807 h 450952"/>
                      <a:gd name="connsiteX9" fmla="*/ 1597167 w 1650356"/>
                      <a:gd name="connsiteY9" fmla="*/ 29522 h 450952"/>
                      <a:gd name="connsiteX10" fmla="*/ 137147 w 1650356"/>
                      <a:gd name="connsiteY10" fmla="*/ 0 h 4509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650356" h="450952">
                        <a:moveTo>
                          <a:pt x="137147" y="0"/>
                        </a:moveTo>
                        <a:cubicBezTo>
                          <a:pt x="93337" y="9512"/>
                          <a:pt x="5716" y="13336"/>
                          <a:pt x="1908" y="74284"/>
                        </a:cubicBezTo>
                        <a:cubicBezTo>
                          <a:pt x="-1909" y="135239"/>
                          <a:pt x="4" y="188571"/>
                          <a:pt x="7620" y="211428"/>
                        </a:cubicBezTo>
                        <a:cubicBezTo>
                          <a:pt x="15236" y="234277"/>
                          <a:pt x="990492" y="422856"/>
                          <a:pt x="1133348" y="447618"/>
                        </a:cubicBezTo>
                        <a:cubicBezTo>
                          <a:pt x="1173351" y="459042"/>
                          <a:pt x="1200025" y="439993"/>
                          <a:pt x="1262884" y="407623"/>
                        </a:cubicBezTo>
                        <a:cubicBezTo>
                          <a:pt x="1325736" y="375245"/>
                          <a:pt x="1628601" y="194283"/>
                          <a:pt x="1643842" y="182859"/>
                        </a:cubicBezTo>
                        <a:cubicBezTo>
                          <a:pt x="1659083" y="171434"/>
                          <a:pt x="1645738" y="152377"/>
                          <a:pt x="1622889" y="165714"/>
                        </a:cubicBezTo>
                        <a:cubicBezTo>
                          <a:pt x="1600032" y="179050"/>
                          <a:pt x="1230498" y="398111"/>
                          <a:pt x="1190496" y="422864"/>
                        </a:cubicBezTo>
                        <a:cubicBezTo>
                          <a:pt x="1169543" y="432385"/>
                          <a:pt x="1168591" y="300001"/>
                          <a:pt x="1214305" y="263807"/>
                        </a:cubicBezTo>
                        <a:cubicBezTo>
                          <a:pt x="1260020" y="227621"/>
                          <a:pt x="1597167" y="29522"/>
                          <a:pt x="1597167" y="29522"/>
                        </a:cubicBezTo>
                        <a:cubicBezTo>
                          <a:pt x="1597167" y="29522"/>
                          <a:pt x="142868" y="1896"/>
                          <a:pt x="137147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69D2FF"/>
                      </a:gs>
                      <a:gs pos="3430">
                        <a:srgbClr val="68CDFE"/>
                      </a:gs>
                      <a:gs pos="70060">
                        <a:srgbClr val="4D6DE5"/>
                      </a:gs>
                      <a:gs pos="100000">
                        <a:srgbClr val="4247DB"/>
                      </a:gs>
                    </a:gsLst>
                    <a:lin ang="5685871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9" name="任意多边形 688">
                    <a:extLst>
                      <a:ext uri="{FF2B5EF4-FFF2-40B4-BE49-F238E27FC236}">
                        <a16:creationId xmlns:a16="http://schemas.microsoft.com/office/drawing/2014/main" id="{1B522478-F420-58C3-FE58-3D2BB8A2A27E}"/>
                      </a:ext>
                    </a:extLst>
                  </p:cNvPr>
                  <p:cNvSpPr/>
                  <p:nvPr/>
                </p:nvSpPr>
                <p:spPr>
                  <a:xfrm>
                    <a:off x="7752063" y="5415302"/>
                    <a:ext cx="468060" cy="364765"/>
                  </a:xfrm>
                  <a:custGeom>
                    <a:avLst/>
                    <a:gdLst>
                      <a:gd name="connsiteX0" fmla="*/ 468061 w 468060"/>
                      <a:gd name="connsiteY0" fmla="*/ 0 h 364765"/>
                      <a:gd name="connsiteX1" fmla="*/ 467108 w 468060"/>
                      <a:gd name="connsiteY1" fmla="*/ 160001 h 364765"/>
                      <a:gd name="connsiteX2" fmla="*/ 31859 w 468060"/>
                      <a:gd name="connsiteY2" fmla="*/ 364765 h 364765"/>
                      <a:gd name="connsiteX3" fmla="*/ 49956 w 468060"/>
                      <a:gd name="connsiteY3" fmla="*/ 168578 h 364765"/>
                      <a:gd name="connsiteX4" fmla="*/ 468061 w 468060"/>
                      <a:gd name="connsiteY4" fmla="*/ 0 h 3647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68060" h="364765">
                        <a:moveTo>
                          <a:pt x="468061" y="0"/>
                        </a:moveTo>
                        <a:lnTo>
                          <a:pt x="467108" y="160001"/>
                        </a:lnTo>
                        <a:cubicBezTo>
                          <a:pt x="389008" y="222861"/>
                          <a:pt x="80430" y="364765"/>
                          <a:pt x="31859" y="364765"/>
                        </a:cubicBezTo>
                        <a:cubicBezTo>
                          <a:pt x="3290" y="346676"/>
                          <a:pt x="-30040" y="185723"/>
                          <a:pt x="49956" y="168578"/>
                        </a:cubicBezTo>
                        <a:cubicBezTo>
                          <a:pt x="129961" y="151441"/>
                          <a:pt x="468061" y="0"/>
                          <a:pt x="468061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0" name="任意多边形 689">
                    <a:extLst>
                      <a:ext uri="{FF2B5EF4-FFF2-40B4-BE49-F238E27FC236}">
                        <a16:creationId xmlns:a16="http://schemas.microsoft.com/office/drawing/2014/main" id="{A3679A73-812B-FF9B-DCA0-09C9E45D944A}"/>
                      </a:ext>
                    </a:extLst>
                  </p:cNvPr>
                  <p:cNvSpPr/>
                  <p:nvPr/>
                </p:nvSpPr>
                <p:spPr>
                  <a:xfrm>
                    <a:off x="6733749" y="5278150"/>
                    <a:ext cx="1537820" cy="527755"/>
                  </a:xfrm>
                  <a:custGeom>
                    <a:avLst/>
                    <a:gdLst>
                      <a:gd name="connsiteX0" fmla="*/ 56821 w 1537820"/>
                      <a:gd name="connsiteY0" fmla="*/ 97149 h 527755"/>
                      <a:gd name="connsiteX1" fmla="*/ 33972 w 1537820"/>
                      <a:gd name="connsiteY1" fmla="*/ 295249 h 527755"/>
                      <a:gd name="connsiteX2" fmla="*/ 1047318 w 1537820"/>
                      <a:gd name="connsiteY2" fmla="*/ 527630 h 527755"/>
                      <a:gd name="connsiteX3" fmla="*/ 1517801 w 1537820"/>
                      <a:gd name="connsiteY3" fmla="*/ 308578 h 527755"/>
                      <a:gd name="connsiteX4" fmla="*/ 1481607 w 1537820"/>
                      <a:gd name="connsiteY4" fmla="*/ 299057 h 527755"/>
                      <a:gd name="connsiteX5" fmla="*/ 1068271 w 1537820"/>
                      <a:gd name="connsiteY5" fmla="*/ 493348 h 527755"/>
                      <a:gd name="connsiteX6" fmla="*/ 1072071 w 1537820"/>
                      <a:gd name="connsiteY6" fmla="*/ 335251 h 527755"/>
                      <a:gd name="connsiteX7" fmla="*/ 1517793 w 1537820"/>
                      <a:gd name="connsiteY7" fmla="*/ 135248 h 527755"/>
                      <a:gd name="connsiteX8" fmla="*/ 1517793 w 1537820"/>
                      <a:gd name="connsiteY8" fmla="*/ 97149 h 527755"/>
                      <a:gd name="connsiteX9" fmla="*/ 470148 w 1537820"/>
                      <a:gd name="connsiteY9" fmla="*/ 0 h 527755"/>
                      <a:gd name="connsiteX10" fmla="*/ 56821 w 1537820"/>
                      <a:gd name="connsiteY10" fmla="*/ 97149 h 527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37820" h="527755">
                        <a:moveTo>
                          <a:pt x="56821" y="97149"/>
                        </a:moveTo>
                        <a:cubicBezTo>
                          <a:pt x="5394" y="121919"/>
                          <a:pt x="-28888" y="203828"/>
                          <a:pt x="33972" y="295249"/>
                        </a:cubicBezTo>
                        <a:cubicBezTo>
                          <a:pt x="54925" y="320019"/>
                          <a:pt x="950176" y="500973"/>
                          <a:pt x="1047318" y="527630"/>
                        </a:cubicBezTo>
                        <a:cubicBezTo>
                          <a:pt x="1087312" y="533351"/>
                          <a:pt x="1460653" y="340955"/>
                          <a:pt x="1517801" y="308578"/>
                        </a:cubicBezTo>
                        <a:cubicBezTo>
                          <a:pt x="1555891" y="280960"/>
                          <a:pt x="1519713" y="268575"/>
                          <a:pt x="1481607" y="299057"/>
                        </a:cubicBezTo>
                        <a:cubicBezTo>
                          <a:pt x="1443517" y="329531"/>
                          <a:pt x="1091120" y="485732"/>
                          <a:pt x="1068271" y="493348"/>
                        </a:cubicBezTo>
                        <a:cubicBezTo>
                          <a:pt x="1039693" y="502869"/>
                          <a:pt x="1009212" y="377150"/>
                          <a:pt x="1072071" y="335251"/>
                        </a:cubicBezTo>
                        <a:cubicBezTo>
                          <a:pt x="1134931" y="293345"/>
                          <a:pt x="1487311" y="148576"/>
                          <a:pt x="1517793" y="135248"/>
                        </a:cubicBezTo>
                        <a:cubicBezTo>
                          <a:pt x="1542562" y="120007"/>
                          <a:pt x="1546363" y="99054"/>
                          <a:pt x="1517793" y="97149"/>
                        </a:cubicBezTo>
                        <a:cubicBezTo>
                          <a:pt x="1489223" y="95253"/>
                          <a:pt x="477773" y="0"/>
                          <a:pt x="470148" y="0"/>
                        </a:cubicBezTo>
                        <a:cubicBezTo>
                          <a:pt x="462548" y="8"/>
                          <a:pt x="131121" y="60955"/>
                          <a:pt x="56821" y="97149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AC47"/>
                      </a:gs>
                      <a:gs pos="34090">
                        <a:srgbClr val="FFB862"/>
                      </a:gs>
                      <a:gs pos="75590">
                        <a:srgbClr val="FFC47D"/>
                      </a:gs>
                      <a:gs pos="100000">
                        <a:srgbClr val="FFC987"/>
                      </a:gs>
                    </a:gsLst>
                    <a:lin ang="17020323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1" name="任意多边形 690">
                    <a:extLst>
                      <a:ext uri="{FF2B5EF4-FFF2-40B4-BE49-F238E27FC236}">
                        <a16:creationId xmlns:a16="http://schemas.microsoft.com/office/drawing/2014/main" id="{FC8D708D-7CE0-677E-CF5F-4A1AE793F46B}"/>
                      </a:ext>
                    </a:extLst>
                  </p:cNvPr>
                  <p:cNvSpPr/>
                  <p:nvPr/>
                </p:nvSpPr>
                <p:spPr>
                  <a:xfrm>
                    <a:off x="8202958" y="5273398"/>
                    <a:ext cx="36359" cy="34989"/>
                  </a:xfrm>
                  <a:custGeom>
                    <a:avLst/>
                    <a:gdLst>
                      <a:gd name="connsiteX0" fmla="*/ 29 w 36359"/>
                      <a:gd name="connsiteY0" fmla="*/ 0 h 34989"/>
                      <a:gd name="connsiteX1" fmla="*/ 36215 w 36359"/>
                      <a:gd name="connsiteY1" fmla="*/ 12861 h 34989"/>
                      <a:gd name="connsiteX2" fmla="*/ 22410 w 36359"/>
                      <a:gd name="connsiteY2" fmla="*/ 34290 h 34989"/>
                      <a:gd name="connsiteX3" fmla="*/ 29 w 36359"/>
                      <a:gd name="connsiteY3" fmla="*/ 0 h 349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6359" h="34989">
                        <a:moveTo>
                          <a:pt x="29" y="0"/>
                        </a:moveTo>
                        <a:cubicBezTo>
                          <a:pt x="20982" y="476"/>
                          <a:pt x="38119" y="3332"/>
                          <a:pt x="36215" y="12861"/>
                        </a:cubicBezTo>
                        <a:cubicBezTo>
                          <a:pt x="34319" y="22373"/>
                          <a:pt x="22410" y="34290"/>
                          <a:pt x="22410" y="34290"/>
                        </a:cubicBezTo>
                        <a:cubicBezTo>
                          <a:pt x="22410" y="34290"/>
                          <a:pt x="-931" y="42859"/>
                          <a:pt x="29" y="0"/>
                        </a:cubicBezTo>
                        <a:close/>
                      </a:path>
                    </a:pathLst>
                  </a:custGeom>
                  <a:solidFill>
                    <a:srgbClr val="FFADB4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2" name="任意多边形 691">
                    <a:extLst>
                      <a:ext uri="{FF2B5EF4-FFF2-40B4-BE49-F238E27FC236}">
                        <a16:creationId xmlns:a16="http://schemas.microsoft.com/office/drawing/2014/main" id="{EE6F6994-EAEA-FF8D-E24A-9D8CC970B960}"/>
                      </a:ext>
                    </a:extLst>
                  </p:cNvPr>
                  <p:cNvSpPr/>
                  <p:nvPr/>
                </p:nvSpPr>
                <p:spPr>
                  <a:xfrm>
                    <a:off x="7891371" y="5112445"/>
                    <a:ext cx="319232" cy="375519"/>
                  </a:xfrm>
                  <a:custGeom>
                    <a:avLst/>
                    <a:gdLst>
                      <a:gd name="connsiteX0" fmla="*/ 316377 w 319232"/>
                      <a:gd name="connsiteY0" fmla="*/ 0 h 375519"/>
                      <a:gd name="connsiteX1" fmla="*/ 319233 w 319232"/>
                      <a:gd name="connsiteY1" fmla="*/ 184763 h 375519"/>
                      <a:gd name="connsiteX2" fmla="*/ 65898 w 319232"/>
                      <a:gd name="connsiteY2" fmla="*/ 375237 h 375519"/>
                      <a:gd name="connsiteX3" fmla="*/ 37329 w 319232"/>
                      <a:gd name="connsiteY3" fmla="*/ 153329 h 375519"/>
                      <a:gd name="connsiteX4" fmla="*/ 316377 w 319232"/>
                      <a:gd name="connsiteY4" fmla="*/ 0 h 3755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19232" h="375519">
                        <a:moveTo>
                          <a:pt x="316377" y="0"/>
                        </a:moveTo>
                        <a:cubicBezTo>
                          <a:pt x="314465" y="40946"/>
                          <a:pt x="319233" y="184763"/>
                          <a:pt x="319233" y="184763"/>
                        </a:cubicBezTo>
                        <a:cubicBezTo>
                          <a:pt x="200178" y="292385"/>
                          <a:pt x="112557" y="367621"/>
                          <a:pt x="65898" y="375237"/>
                        </a:cubicBezTo>
                        <a:cubicBezTo>
                          <a:pt x="19223" y="382862"/>
                          <a:pt x="-39828" y="234277"/>
                          <a:pt x="37329" y="153329"/>
                        </a:cubicBezTo>
                        <a:cubicBezTo>
                          <a:pt x="112557" y="94294"/>
                          <a:pt x="316377" y="0"/>
                          <a:pt x="31637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3" name="任意多边形 692">
                    <a:extLst>
                      <a:ext uri="{FF2B5EF4-FFF2-40B4-BE49-F238E27FC236}">
                        <a16:creationId xmlns:a16="http://schemas.microsoft.com/office/drawing/2014/main" id="{504E5CE4-0EE7-7CF7-60B2-4A9BEEF951AF}"/>
                      </a:ext>
                    </a:extLst>
                  </p:cNvPr>
                  <p:cNvSpPr/>
                  <p:nvPr/>
                </p:nvSpPr>
                <p:spPr>
                  <a:xfrm>
                    <a:off x="6732759" y="5079955"/>
                    <a:ext cx="1505569" cy="434732"/>
                  </a:xfrm>
                  <a:custGeom>
                    <a:avLst/>
                    <a:gdLst>
                      <a:gd name="connsiteX0" fmla="*/ 65435 w 1505569"/>
                      <a:gd name="connsiteY0" fmla="*/ 84877 h 434732"/>
                      <a:gd name="connsiteX1" fmla="*/ 46386 w 1505569"/>
                      <a:gd name="connsiteY1" fmla="*/ 323922 h 434732"/>
                      <a:gd name="connsiteX2" fmla="*/ 1156882 w 1505569"/>
                      <a:gd name="connsiteY2" fmla="*/ 434401 h 434732"/>
                      <a:gd name="connsiteX3" fmla="*/ 1284497 w 1505569"/>
                      <a:gd name="connsiteY3" fmla="*/ 402023 h 434732"/>
                      <a:gd name="connsiteX4" fmla="*/ 1490221 w 1505569"/>
                      <a:gd name="connsiteY4" fmla="*/ 236301 h 434732"/>
                      <a:gd name="connsiteX5" fmla="*/ 1484509 w 1505569"/>
                      <a:gd name="connsiteY5" fmla="*/ 207732 h 434732"/>
                      <a:gd name="connsiteX6" fmla="*/ 1236878 w 1505569"/>
                      <a:gd name="connsiteY6" fmla="*/ 400119 h 434732"/>
                      <a:gd name="connsiteX7" fmla="*/ 1221646 w 1505569"/>
                      <a:gd name="connsiteY7" fmla="*/ 190595 h 434732"/>
                      <a:gd name="connsiteX8" fmla="*/ 1484500 w 1505569"/>
                      <a:gd name="connsiteY8" fmla="*/ 30585 h 434732"/>
                      <a:gd name="connsiteX9" fmla="*/ 1471164 w 1505569"/>
                      <a:gd name="connsiteY9" fmla="*/ 2016 h 434732"/>
                      <a:gd name="connsiteX10" fmla="*/ 65435 w 1505569"/>
                      <a:gd name="connsiteY10" fmla="*/ 84877 h 434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05569" h="434732">
                        <a:moveTo>
                          <a:pt x="65435" y="84877"/>
                        </a:moveTo>
                        <a:cubicBezTo>
                          <a:pt x="2576" y="90589"/>
                          <a:pt x="-34570" y="241070"/>
                          <a:pt x="46386" y="323922"/>
                        </a:cubicBezTo>
                        <a:cubicBezTo>
                          <a:pt x="55915" y="333451"/>
                          <a:pt x="920684" y="421072"/>
                          <a:pt x="1156882" y="434401"/>
                        </a:cubicBezTo>
                        <a:cubicBezTo>
                          <a:pt x="1204501" y="436305"/>
                          <a:pt x="1250215" y="430585"/>
                          <a:pt x="1284497" y="402023"/>
                        </a:cubicBezTo>
                        <a:cubicBezTo>
                          <a:pt x="1318787" y="373445"/>
                          <a:pt x="1465460" y="262967"/>
                          <a:pt x="1490221" y="236301"/>
                        </a:cubicBezTo>
                        <a:cubicBezTo>
                          <a:pt x="1514990" y="209636"/>
                          <a:pt x="1507366" y="186771"/>
                          <a:pt x="1484509" y="207732"/>
                        </a:cubicBezTo>
                        <a:cubicBezTo>
                          <a:pt x="1461651" y="228685"/>
                          <a:pt x="1299746" y="371541"/>
                          <a:pt x="1236878" y="400119"/>
                        </a:cubicBezTo>
                        <a:cubicBezTo>
                          <a:pt x="1174027" y="428689"/>
                          <a:pt x="1177835" y="234398"/>
                          <a:pt x="1221646" y="190595"/>
                        </a:cubicBezTo>
                        <a:cubicBezTo>
                          <a:pt x="1265448" y="146785"/>
                          <a:pt x="1471172" y="42010"/>
                          <a:pt x="1484500" y="30585"/>
                        </a:cubicBezTo>
                        <a:cubicBezTo>
                          <a:pt x="1497837" y="19161"/>
                          <a:pt x="1490213" y="-7505"/>
                          <a:pt x="1471164" y="2016"/>
                        </a:cubicBezTo>
                        <a:cubicBezTo>
                          <a:pt x="1452131" y="11537"/>
                          <a:pt x="114958" y="41058"/>
                          <a:pt x="65435" y="8487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F4747"/>
                      </a:gs>
                      <a:gs pos="43720">
                        <a:srgbClr val="FF7171"/>
                      </a:gs>
                      <a:gs pos="79200">
                        <a:srgbClr val="FF8C8C"/>
                      </a:gs>
                      <a:gs pos="100000">
                        <a:srgbClr val="FF9696"/>
                      </a:gs>
                    </a:gsLst>
                    <a:lin ang="16476709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4" name="任意多边形 693">
                    <a:extLst>
                      <a:ext uri="{FF2B5EF4-FFF2-40B4-BE49-F238E27FC236}">
                        <a16:creationId xmlns:a16="http://schemas.microsoft.com/office/drawing/2014/main" id="{813D4ED9-4685-375A-A051-501AAC5D143B}"/>
                      </a:ext>
                    </a:extLst>
                  </p:cNvPr>
                  <p:cNvSpPr/>
                  <p:nvPr/>
                </p:nvSpPr>
                <p:spPr>
                  <a:xfrm>
                    <a:off x="6773915" y="5220067"/>
                    <a:ext cx="279517" cy="186658"/>
                  </a:xfrm>
                  <a:custGeom>
                    <a:avLst/>
                    <a:gdLst>
                      <a:gd name="connsiteX0" fmla="*/ 24755 w 279517"/>
                      <a:gd name="connsiteY0" fmla="*/ 0 h 186658"/>
                      <a:gd name="connsiteX1" fmla="*/ 279518 w 279517"/>
                      <a:gd name="connsiteY1" fmla="*/ 19993 h 186658"/>
                      <a:gd name="connsiteX2" fmla="*/ 279518 w 279517"/>
                      <a:gd name="connsiteY2" fmla="*/ 186659 h 186658"/>
                      <a:gd name="connsiteX3" fmla="*/ 33332 w 279517"/>
                      <a:gd name="connsiteY3" fmla="*/ 161421 h 186658"/>
                      <a:gd name="connsiteX4" fmla="*/ 24755 w 279517"/>
                      <a:gd name="connsiteY4" fmla="*/ 0 h 1866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9517" h="186658">
                        <a:moveTo>
                          <a:pt x="24755" y="0"/>
                        </a:moveTo>
                        <a:lnTo>
                          <a:pt x="279518" y="19993"/>
                        </a:lnTo>
                        <a:cubicBezTo>
                          <a:pt x="240952" y="47134"/>
                          <a:pt x="227139" y="145712"/>
                          <a:pt x="279518" y="186659"/>
                        </a:cubicBezTo>
                        <a:cubicBezTo>
                          <a:pt x="193809" y="177138"/>
                          <a:pt x="33332" y="161421"/>
                          <a:pt x="33332" y="161421"/>
                        </a:cubicBezTo>
                        <a:cubicBezTo>
                          <a:pt x="3326" y="155709"/>
                          <a:pt x="-19532" y="22849"/>
                          <a:pt x="24755" y="0"/>
                        </a:cubicBezTo>
                        <a:close/>
                      </a:path>
                    </a:pathLst>
                  </a:custGeom>
                  <a:noFill/>
                  <a:ln w="2251" cap="flat">
                    <a:solidFill>
                      <a:srgbClr val="FFE2E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5" name="任意多边形 694">
                    <a:extLst>
                      <a:ext uri="{FF2B5EF4-FFF2-40B4-BE49-F238E27FC236}">
                        <a16:creationId xmlns:a16="http://schemas.microsoft.com/office/drawing/2014/main" id="{A341E88A-4C4B-F0EB-18AE-449E4A37D8A6}"/>
                      </a:ext>
                    </a:extLst>
                  </p:cNvPr>
                  <p:cNvSpPr/>
                  <p:nvPr/>
                </p:nvSpPr>
                <p:spPr>
                  <a:xfrm>
                    <a:off x="7062938" y="5244352"/>
                    <a:ext cx="325423" cy="185714"/>
                  </a:xfrm>
                  <a:custGeom>
                    <a:avLst/>
                    <a:gdLst>
                      <a:gd name="connsiteX0" fmla="*/ 32877 w 325423"/>
                      <a:gd name="connsiteY0" fmla="*/ 0 h 185714"/>
                      <a:gd name="connsiteX1" fmla="*/ 288600 w 325423"/>
                      <a:gd name="connsiteY1" fmla="*/ 15717 h 185714"/>
                      <a:gd name="connsiteX2" fmla="*/ 281451 w 325423"/>
                      <a:gd name="connsiteY2" fmla="*/ 185715 h 185714"/>
                      <a:gd name="connsiteX3" fmla="*/ 57171 w 325423"/>
                      <a:gd name="connsiteY3" fmla="*/ 162857 h 185714"/>
                      <a:gd name="connsiteX4" fmla="*/ 32877 w 325423"/>
                      <a:gd name="connsiteY4" fmla="*/ 0 h 1857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5423" h="185714">
                        <a:moveTo>
                          <a:pt x="32877" y="0"/>
                        </a:moveTo>
                        <a:lnTo>
                          <a:pt x="288600" y="15717"/>
                        </a:lnTo>
                        <a:cubicBezTo>
                          <a:pt x="342891" y="31426"/>
                          <a:pt x="334314" y="184287"/>
                          <a:pt x="281451" y="185715"/>
                        </a:cubicBezTo>
                        <a:cubicBezTo>
                          <a:pt x="214316" y="181423"/>
                          <a:pt x="57171" y="162857"/>
                          <a:pt x="57171" y="162857"/>
                        </a:cubicBezTo>
                        <a:cubicBezTo>
                          <a:pt x="5736" y="159993"/>
                          <a:pt x="-28554" y="41422"/>
                          <a:pt x="32877" y="0"/>
                        </a:cubicBezTo>
                        <a:close/>
                      </a:path>
                    </a:pathLst>
                  </a:custGeom>
                  <a:noFill/>
                  <a:ln w="2251" cap="flat">
                    <a:solidFill>
                      <a:srgbClr val="FFE2E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6" name="任意多边形 695">
                    <a:extLst>
                      <a:ext uri="{FF2B5EF4-FFF2-40B4-BE49-F238E27FC236}">
                        <a16:creationId xmlns:a16="http://schemas.microsoft.com/office/drawing/2014/main" id="{4965F6F2-948B-C326-8BB9-4A08486664A2}"/>
                      </a:ext>
                    </a:extLst>
                  </p:cNvPr>
                  <p:cNvSpPr/>
                  <p:nvPr/>
                </p:nvSpPr>
                <p:spPr>
                  <a:xfrm>
                    <a:off x="7401537" y="5265782"/>
                    <a:ext cx="474775" cy="215236"/>
                  </a:xfrm>
                  <a:custGeom>
                    <a:avLst/>
                    <a:gdLst>
                      <a:gd name="connsiteX0" fmla="*/ 10005 w 474775"/>
                      <a:gd name="connsiteY0" fmla="*/ 0 h 215236"/>
                      <a:gd name="connsiteX1" fmla="*/ 471919 w 474775"/>
                      <a:gd name="connsiteY1" fmla="*/ 19993 h 215236"/>
                      <a:gd name="connsiteX2" fmla="*/ 474775 w 474775"/>
                      <a:gd name="connsiteY2" fmla="*/ 215236 h 215236"/>
                      <a:gd name="connsiteX3" fmla="*/ 0 w 474775"/>
                      <a:gd name="connsiteY3" fmla="*/ 172854 h 215236"/>
                      <a:gd name="connsiteX4" fmla="*/ 10005 w 474775"/>
                      <a:gd name="connsiteY4" fmla="*/ 0 h 2152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4775" h="215236">
                        <a:moveTo>
                          <a:pt x="10005" y="0"/>
                        </a:moveTo>
                        <a:cubicBezTo>
                          <a:pt x="10005" y="0"/>
                          <a:pt x="390962" y="18089"/>
                          <a:pt x="471919" y="19993"/>
                        </a:cubicBezTo>
                        <a:cubicBezTo>
                          <a:pt x="440485" y="118095"/>
                          <a:pt x="459058" y="182382"/>
                          <a:pt x="474775" y="215236"/>
                        </a:cubicBezTo>
                        <a:cubicBezTo>
                          <a:pt x="376206" y="212380"/>
                          <a:pt x="0" y="172854"/>
                          <a:pt x="0" y="172854"/>
                        </a:cubicBezTo>
                        <a:cubicBezTo>
                          <a:pt x="49047" y="121903"/>
                          <a:pt x="37138" y="49999"/>
                          <a:pt x="10005" y="0"/>
                        </a:cubicBezTo>
                        <a:close/>
                      </a:path>
                    </a:pathLst>
                  </a:custGeom>
                  <a:noFill/>
                  <a:ln w="2251" cap="flat">
                    <a:solidFill>
                      <a:srgbClr val="FFE2E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7" name="任意多边形 696">
                    <a:extLst>
                      <a:ext uri="{FF2B5EF4-FFF2-40B4-BE49-F238E27FC236}">
                        <a16:creationId xmlns:a16="http://schemas.microsoft.com/office/drawing/2014/main" id="{0BAE1EB4-AFBD-6925-5300-62673093ED51}"/>
                      </a:ext>
                    </a:extLst>
                  </p:cNvPr>
                  <p:cNvSpPr/>
                  <p:nvPr/>
                </p:nvSpPr>
                <p:spPr>
                  <a:xfrm>
                    <a:off x="7871957" y="4941019"/>
                    <a:ext cx="332934" cy="267174"/>
                  </a:xfrm>
                  <a:custGeom>
                    <a:avLst/>
                    <a:gdLst>
                      <a:gd name="connsiteX0" fmla="*/ 332934 w 332934"/>
                      <a:gd name="connsiteY0" fmla="*/ 0 h 267174"/>
                      <a:gd name="connsiteX1" fmla="*/ 323405 w 332934"/>
                      <a:gd name="connsiteY1" fmla="*/ 118103 h 267174"/>
                      <a:gd name="connsiteX2" fmla="*/ 40057 w 332934"/>
                      <a:gd name="connsiteY2" fmla="*/ 266671 h 267174"/>
                      <a:gd name="connsiteX3" fmla="*/ 45293 w 332934"/>
                      <a:gd name="connsiteY3" fmla="*/ 113334 h 267174"/>
                      <a:gd name="connsiteX4" fmla="*/ 332934 w 332934"/>
                      <a:gd name="connsiteY4" fmla="*/ 0 h 2671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32934" h="267174">
                        <a:moveTo>
                          <a:pt x="332934" y="0"/>
                        </a:moveTo>
                        <a:lnTo>
                          <a:pt x="323405" y="118103"/>
                        </a:lnTo>
                        <a:cubicBezTo>
                          <a:pt x="302452" y="146664"/>
                          <a:pt x="78163" y="258103"/>
                          <a:pt x="40057" y="266671"/>
                        </a:cubicBezTo>
                        <a:cubicBezTo>
                          <a:pt x="1967" y="275240"/>
                          <a:pt x="-28991" y="172386"/>
                          <a:pt x="45293" y="113334"/>
                        </a:cubicBezTo>
                        <a:cubicBezTo>
                          <a:pt x="104353" y="67612"/>
                          <a:pt x="332934" y="0"/>
                          <a:pt x="33293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8" name="任意多边形 697">
                    <a:extLst>
                      <a:ext uri="{FF2B5EF4-FFF2-40B4-BE49-F238E27FC236}">
                        <a16:creationId xmlns:a16="http://schemas.microsoft.com/office/drawing/2014/main" id="{FF6B97C4-EF66-C49F-E29E-AFAC72BE5709}"/>
                      </a:ext>
                    </a:extLst>
                  </p:cNvPr>
                  <p:cNvSpPr/>
                  <p:nvPr/>
                </p:nvSpPr>
                <p:spPr>
                  <a:xfrm>
                    <a:off x="6677617" y="4866693"/>
                    <a:ext cx="1568302" cy="373461"/>
                  </a:xfrm>
                  <a:custGeom>
                    <a:avLst/>
                    <a:gdLst>
                      <a:gd name="connsiteX0" fmla="*/ 419626 w 1568302"/>
                      <a:gd name="connsiteY0" fmla="*/ 34 h 373461"/>
                      <a:gd name="connsiteX1" fmla="*/ 18191 w 1568302"/>
                      <a:gd name="connsiteY1" fmla="*/ 96942 h 373461"/>
                      <a:gd name="connsiteX2" fmla="*/ 36756 w 1568302"/>
                      <a:gd name="connsiteY2" fmla="*/ 296227 h 373461"/>
                      <a:gd name="connsiteX3" fmla="*/ 1225353 w 1568302"/>
                      <a:gd name="connsiteY3" fmla="*/ 373368 h 373461"/>
                      <a:gd name="connsiteX4" fmla="*/ 1553923 w 1568302"/>
                      <a:gd name="connsiteY4" fmla="*/ 207646 h 373461"/>
                      <a:gd name="connsiteX5" fmla="*/ 1523450 w 1568302"/>
                      <a:gd name="connsiteY5" fmla="*/ 189557 h 373461"/>
                      <a:gd name="connsiteX6" fmla="*/ 1242490 w 1568302"/>
                      <a:gd name="connsiteY6" fmla="*/ 337181 h 373461"/>
                      <a:gd name="connsiteX7" fmla="*/ 1256779 w 1568302"/>
                      <a:gd name="connsiteY7" fmla="*/ 190509 h 373461"/>
                      <a:gd name="connsiteX8" fmla="*/ 1559644 w 1568302"/>
                      <a:gd name="connsiteY8" fmla="*/ 73366 h 373461"/>
                      <a:gd name="connsiteX9" fmla="*/ 1551067 w 1568302"/>
                      <a:gd name="connsiteY9" fmla="*/ 44797 h 373461"/>
                      <a:gd name="connsiteX10" fmla="*/ 419626 w 1568302"/>
                      <a:gd name="connsiteY10" fmla="*/ 34 h 3734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568302" h="373461">
                        <a:moveTo>
                          <a:pt x="419626" y="34"/>
                        </a:moveTo>
                        <a:cubicBezTo>
                          <a:pt x="348223" y="-1846"/>
                          <a:pt x="32182" y="74625"/>
                          <a:pt x="18191" y="96942"/>
                        </a:cubicBezTo>
                        <a:cubicBezTo>
                          <a:pt x="-8240" y="139082"/>
                          <a:pt x="-8958" y="279082"/>
                          <a:pt x="36756" y="296227"/>
                        </a:cubicBezTo>
                        <a:cubicBezTo>
                          <a:pt x="82479" y="313364"/>
                          <a:pt x="1188206" y="376224"/>
                          <a:pt x="1225353" y="373368"/>
                        </a:cubicBezTo>
                        <a:cubicBezTo>
                          <a:pt x="1262499" y="370512"/>
                          <a:pt x="1528218" y="221943"/>
                          <a:pt x="1553923" y="207646"/>
                        </a:cubicBezTo>
                        <a:cubicBezTo>
                          <a:pt x="1568688" y="196222"/>
                          <a:pt x="1534874" y="180980"/>
                          <a:pt x="1523450" y="189557"/>
                        </a:cubicBezTo>
                        <a:cubicBezTo>
                          <a:pt x="1512025" y="198125"/>
                          <a:pt x="1310110" y="307644"/>
                          <a:pt x="1242490" y="337181"/>
                        </a:cubicBezTo>
                        <a:cubicBezTo>
                          <a:pt x="1200188" y="355650"/>
                          <a:pt x="1216784" y="207646"/>
                          <a:pt x="1256779" y="190509"/>
                        </a:cubicBezTo>
                        <a:cubicBezTo>
                          <a:pt x="1296781" y="173364"/>
                          <a:pt x="1548211" y="87647"/>
                          <a:pt x="1559644" y="73366"/>
                        </a:cubicBezTo>
                        <a:cubicBezTo>
                          <a:pt x="1571068" y="59077"/>
                          <a:pt x="1573925" y="47653"/>
                          <a:pt x="1551067" y="44797"/>
                        </a:cubicBezTo>
                        <a:cubicBezTo>
                          <a:pt x="1528226" y="41941"/>
                          <a:pt x="528201" y="2890"/>
                          <a:pt x="419626" y="3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5CCEFF"/>
                      </a:gs>
                      <a:gs pos="54250">
                        <a:srgbClr val="499CEB"/>
                      </a:gs>
                      <a:gs pos="100000">
                        <a:srgbClr val="3B76DB"/>
                      </a:gs>
                    </a:gsLst>
                    <a:lin ang="5449194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9" name="任意多边形 698">
                    <a:extLst>
                      <a:ext uri="{FF2B5EF4-FFF2-40B4-BE49-F238E27FC236}">
                        <a16:creationId xmlns:a16="http://schemas.microsoft.com/office/drawing/2014/main" id="{3CC6FD41-84E1-7520-DA60-EA7E7F323032}"/>
                      </a:ext>
                    </a:extLst>
                  </p:cNvPr>
                  <p:cNvSpPr/>
                  <p:nvPr/>
                </p:nvSpPr>
                <p:spPr>
                  <a:xfrm>
                    <a:off x="6821158" y="4976213"/>
                    <a:ext cx="35181" cy="203869"/>
                  </a:xfrm>
                  <a:custGeom>
                    <a:avLst/>
                    <a:gdLst>
                      <a:gd name="connsiteX0" fmla="*/ 35128 w 35181"/>
                      <a:gd name="connsiteY0" fmla="*/ 203852 h 203869"/>
                      <a:gd name="connsiteX1" fmla="*/ 28851 w 35181"/>
                      <a:gd name="connsiteY1" fmla="*/ 197906 h 203869"/>
                      <a:gd name="connsiteX2" fmla="*/ 16458 w 35181"/>
                      <a:gd name="connsiteY2" fmla="*/ 177873 h 203869"/>
                      <a:gd name="connsiteX3" fmla="*/ 201 w 35181"/>
                      <a:gd name="connsiteY3" fmla="*/ 102434 h 203869"/>
                      <a:gd name="connsiteX4" fmla="*/ 9963 w 35181"/>
                      <a:gd name="connsiteY4" fmla="*/ 25867 h 203869"/>
                      <a:gd name="connsiteX5" fmla="*/ 21396 w 35181"/>
                      <a:gd name="connsiteY5" fmla="*/ 5140 h 203869"/>
                      <a:gd name="connsiteX6" fmla="*/ 28464 w 35181"/>
                      <a:gd name="connsiteY6" fmla="*/ 33 h 203869"/>
                      <a:gd name="connsiteX7" fmla="*/ 23163 w 35181"/>
                      <a:gd name="connsiteY7" fmla="*/ 6552 h 203869"/>
                      <a:gd name="connsiteX8" fmla="*/ 13860 w 35181"/>
                      <a:gd name="connsiteY8" fmla="*/ 27166 h 203869"/>
                      <a:gd name="connsiteX9" fmla="*/ 6010 w 35181"/>
                      <a:gd name="connsiteY9" fmla="*/ 102209 h 203869"/>
                      <a:gd name="connsiteX10" fmla="*/ 20226 w 35181"/>
                      <a:gd name="connsiteY10" fmla="*/ 176218 h 203869"/>
                      <a:gd name="connsiteX11" fmla="*/ 35128 w 35181"/>
                      <a:gd name="connsiteY11" fmla="*/ 203852 h 2038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5181" h="203869">
                        <a:moveTo>
                          <a:pt x="35128" y="203852"/>
                        </a:moveTo>
                        <a:cubicBezTo>
                          <a:pt x="34894" y="204078"/>
                          <a:pt x="32449" y="202166"/>
                          <a:pt x="28851" y="197906"/>
                        </a:cubicBezTo>
                        <a:cubicBezTo>
                          <a:pt x="25172" y="193711"/>
                          <a:pt x="20718" y="186893"/>
                          <a:pt x="16458" y="177873"/>
                        </a:cubicBezTo>
                        <a:cubicBezTo>
                          <a:pt x="7841" y="159856"/>
                          <a:pt x="1282" y="132682"/>
                          <a:pt x="201" y="102434"/>
                        </a:cubicBezTo>
                        <a:cubicBezTo>
                          <a:pt x="-977" y="72195"/>
                          <a:pt x="3129" y="44666"/>
                          <a:pt x="9963" y="25867"/>
                        </a:cubicBezTo>
                        <a:cubicBezTo>
                          <a:pt x="13384" y="16475"/>
                          <a:pt x="17547" y="9319"/>
                          <a:pt x="21396" y="5140"/>
                        </a:cubicBezTo>
                        <a:cubicBezTo>
                          <a:pt x="25269" y="928"/>
                          <a:pt x="28359" y="-218"/>
                          <a:pt x="28464" y="33"/>
                        </a:cubicBezTo>
                        <a:cubicBezTo>
                          <a:pt x="28746" y="468"/>
                          <a:pt x="26237" y="2203"/>
                          <a:pt x="23163" y="6552"/>
                        </a:cubicBezTo>
                        <a:cubicBezTo>
                          <a:pt x="20081" y="10892"/>
                          <a:pt x="16668" y="17944"/>
                          <a:pt x="13860" y="27166"/>
                        </a:cubicBezTo>
                        <a:cubicBezTo>
                          <a:pt x="8245" y="45626"/>
                          <a:pt x="4856" y="72590"/>
                          <a:pt x="6010" y="102209"/>
                        </a:cubicBezTo>
                        <a:cubicBezTo>
                          <a:pt x="7075" y="131835"/>
                          <a:pt x="12827" y="158372"/>
                          <a:pt x="20226" y="176218"/>
                        </a:cubicBezTo>
                        <a:cubicBezTo>
                          <a:pt x="27391" y="194283"/>
                          <a:pt x="35943" y="203174"/>
                          <a:pt x="35128" y="20385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0" name="任意多边形 699">
                    <a:extLst>
                      <a:ext uri="{FF2B5EF4-FFF2-40B4-BE49-F238E27FC236}">
                        <a16:creationId xmlns:a16="http://schemas.microsoft.com/office/drawing/2014/main" id="{6D665959-9CAE-0F72-2D36-560AAD312041}"/>
                      </a:ext>
                    </a:extLst>
                  </p:cNvPr>
                  <p:cNvSpPr/>
                  <p:nvPr/>
                </p:nvSpPr>
                <p:spPr>
                  <a:xfrm>
                    <a:off x="6869728" y="4979060"/>
                    <a:ext cx="35189" cy="203870"/>
                  </a:xfrm>
                  <a:custGeom>
                    <a:avLst/>
                    <a:gdLst>
                      <a:gd name="connsiteX0" fmla="*/ 35136 w 35189"/>
                      <a:gd name="connsiteY0" fmla="*/ 203852 h 203870"/>
                      <a:gd name="connsiteX1" fmla="*/ 28859 w 35189"/>
                      <a:gd name="connsiteY1" fmla="*/ 197906 h 203870"/>
                      <a:gd name="connsiteX2" fmla="*/ 16458 w 35189"/>
                      <a:gd name="connsiteY2" fmla="*/ 177872 h 203870"/>
                      <a:gd name="connsiteX3" fmla="*/ 201 w 35189"/>
                      <a:gd name="connsiteY3" fmla="*/ 102435 h 203870"/>
                      <a:gd name="connsiteX4" fmla="*/ 9963 w 35189"/>
                      <a:gd name="connsiteY4" fmla="*/ 25867 h 203870"/>
                      <a:gd name="connsiteX5" fmla="*/ 21404 w 35189"/>
                      <a:gd name="connsiteY5" fmla="*/ 5140 h 203870"/>
                      <a:gd name="connsiteX6" fmla="*/ 28472 w 35189"/>
                      <a:gd name="connsiteY6" fmla="*/ 33 h 203870"/>
                      <a:gd name="connsiteX7" fmla="*/ 23171 w 35189"/>
                      <a:gd name="connsiteY7" fmla="*/ 6552 h 203870"/>
                      <a:gd name="connsiteX8" fmla="*/ 13868 w 35189"/>
                      <a:gd name="connsiteY8" fmla="*/ 27166 h 203870"/>
                      <a:gd name="connsiteX9" fmla="*/ 6018 w 35189"/>
                      <a:gd name="connsiteY9" fmla="*/ 102201 h 203870"/>
                      <a:gd name="connsiteX10" fmla="*/ 20234 w 35189"/>
                      <a:gd name="connsiteY10" fmla="*/ 176210 h 203870"/>
                      <a:gd name="connsiteX11" fmla="*/ 35136 w 35189"/>
                      <a:gd name="connsiteY11" fmla="*/ 203852 h 2038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5189" h="203870">
                        <a:moveTo>
                          <a:pt x="35136" y="203852"/>
                        </a:moveTo>
                        <a:cubicBezTo>
                          <a:pt x="34902" y="204078"/>
                          <a:pt x="32458" y="202166"/>
                          <a:pt x="28859" y="197906"/>
                        </a:cubicBezTo>
                        <a:cubicBezTo>
                          <a:pt x="25180" y="193711"/>
                          <a:pt x="20726" y="186893"/>
                          <a:pt x="16458" y="177872"/>
                        </a:cubicBezTo>
                        <a:cubicBezTo>
                          <a:pt x="7841" y="159856"/>
                          <a:pt x="1282" y="132683"/>
                          <a:pt x="201" y="102435"/>
                        </a:cubicBezTo>
                        <a:cubicBezTo>
                          <a:pt x="-977" y="72195"/>
                          <a:pt x="3130" y="44666"/>
                          <a:pt x="9963" y="25867"/>
                        </a:cubicBezTo>
                        <a:cubicBezTo>
                          <a:pt x="13384" y="16476"/>
                          <a:pt x="17548" y="9319"/>
                          <a:pt x="21404" y="5140"/>
                        </a:cubicBezTo>
                        <a:cubicBezTo>
                          <a:pt x="25277" y="928"/>
                          <a:pt x="28367" y="-218"/>
                          <a:pt x="28472" y="33"/>
                        </a:cubicBezTo>
                        <a:cubicBezTo>
                          <a:pt x="28754" y="468"/>
                          <a:pt x="26245" y="2203"/>
                          <a:pt x="23171" y="6552"/>
                        </a:cubicBezTo>
                        <a:cubicBezTo>
                          <a:pt x="20089" y="10892"/>
                          <a:pt x="16676" y="17944"/>
                          <a:pt x="13868" y="27166"/>
                        </a:cubicBezTo>
                        <a:cubicBezTo>
                          <a:pt x="8253" y="45626"/>
                          <a:pt x="4856" y="72582"/>
                          <a:pt x="6018" y="102201"/>
                        </a:cubicBezTo>
                        <a:cubicBezTo>
                          <a:pt x="7083" y="131827"/>
                          <a:pt x="12836" y="158364"/>
                          <a:pt x="20234" y="176210"/>
                        </a:cubicBezTo>
                        <a:cubicBezTo>
                          <a:pt x="27391" y="194292"/>
                          <a:pt x="35943" y="203183"/>
                          <a:pt x="35136" y="20385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1" name="任意多边形 700">
                    <a:extLst>
                      <a:ext uri="{FF2B5EF4-FFF2-40B4-BE49-F238E27FC236}">
                        <a16:creationId xmlns:a16="http://schemas.microsoft.com/office/drawing/2014/main" id="{D67BCBE2-A91E-4754-8A53-BC8390072496}"/>
                      </a:ext>
                    </a:extLst>
                  </p:cNvPr>
                  <p:cNvSpPr/>
                  <p:nvPr/>
                </p:nvSpPr>
                <p:spPr>
                  <a:xfrm>
                    <a:off x="7656524" y="5028608"/>
                    <a:ext cx="29469" cy="199089"/>
                  </a:xfrm>
                  <a:custGeom>
                    <a:avLst/>
                    <a:gdLst>
                      <a:gd name="connsiteX0" fmla="*/ 24536 w 29469"/>
                      <a:gd name="connsiteY0" fmla="*/ 199076 h 199089"/>
                      <a:gd name="connsiteX1" fmla="*/ 19107 w 29469"/>
                      <a:gd name="connsiteY1" fmla="*/ 192775 h 199089"/>
                      <a:gd name="connsiteX2" fmla="*/ 9304 w 29469"/>
                      <a:gd name="connsiteY2" fmla="*/ 172362 h 199089"/>
                      <a:gd name="connsiteX3" fmla="*/ 162 w 29469"/>
                      <a:gd name="connsiteY3" fmla="*/ 98763 h 199089"/>
                      <a:gd name="connsiteX4" fmla="*/ 12733 w 29469"/>
                      <a:gd name="connsiteY4" fmla="*/ 25689 h 199089"/>
                      <a:gd name="connsiteX5" fmla="*/ 23109 w 29469"/>
                      <a:gd name="connsiteY5" fmla="*/ 5503 h 199089"/>
                      <a:gd name="connsiteX6" fmla="*/ 29442 w 29469"/>
                      <a:gd name="connsiteY6" fmla="*/ 32 h 199089"/>
                      <a:gd name="connsiteX7" fmla="*/ 24972 w 29469"/>
                      <a:gd name="connsiteY7" fmla="*/ 6786 h 199089"/>
                      <a:gd name="connsiteX8" fmla="*/ 16630 w 29469"/>
                      <a:gd name="connsiteY8" fmla="*/ 26997 h 199089"/>
                      <a:gd name="connsiteX9" fmla="*/ 5964 w 29469"/>
                      <a:gd name="connsiteY9" fmla="*/ 98957 h 199089"/>
                      <a:gd name="connsiteX10" fmla="*/ 13217 w 29469"/>
                      <a:gd name="connsiteY10" fmla="*/ 171136 h 199089"/>
                      <a:gd name="connsiteX11" fmla="*/ 24536 w 29469"/>
                      <a:gd name="connsiteY11" fmla="*/ 199076 h 1990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9469" h="199089">
                        <a:moveTo>
                          <a:pt x="24536" y="199076"/>
                        </a:moveTo>
                        <a:cubicBezTo>
                          <a:pt x="24287" y="199278"/>
                          <a:pt x="22100" y="197228"/>
                          <a:pt x="19107" y="192775"/>
                        </a:cubicBezTo>
                        <a:cubicBezTo>
                          <a:pt x="16041" y="188369"/>
                          <a:pt x="12434" y="181415"/>
                          <a:pt x="9304" y="172362"/>
                        </a:cubicBezTo>
                        <a:cubicBezTo>
                          <a:pt x="2922" y="154265"/>
                          <a:pt x="-846" y="127777"/>
                          <a:pt x="162" y="98763"/>
                        </a:cubicBezTo>
                        <a:cubicBezTo>
                          <a:pt x="1091" y="69726"/>
                          <a:pt x="6189" y="43666"/>
                          <a:pt x="12733" y="25689"/>
                        </a:cubicBezTo>
                        <a:cubicBezTo>
                          <a:pt x="16025" y="16710"/>
                          <a:pt x="19736" y="9763"/>
                          <a:pt x="23109" y="5503"/>
                        </a:cubicBezTo>
                        <a:cubicBezTo>
                          <a:pt x="26473" y="1195"/>
                          <a:pt x="29289" y="-242"/>
                          <a:pt x="29442" y="32"/>
                        </a:cubicBezTo>
                        <a:cubicBezTo>
                          <a:pt x="29741" y="420"/>
                          <a:pt x="27578" y="2348"/>
                          <a:pt x="24972" y="6786"/>
                        </a:cubicBezTo>
                        <a:cubicBezTo>
                          <a:pt x="22342" y="11199"/>
                          <a:pt x="19341" y="18106"/>
                          <a:pt x="16630" y="26997"/>
                        </a:cubicBezTo>
                        <a:cubicBezTo>
                          <a:pt x="11248" y="44795"/>
                          <a:pt x="6875" y="70460"/>
                          <a:pt x="5964" y="98957"/>
                        </a:cubicBezTo>
                        <a:cubicBezTo>
                          <a:pt x="4979" y="127446"/>
                          <a:pt x="8021" y="153305"/>
                          <a:pt x="13217" y="171136"/>
                        </a:cubicBezTo>
                        <a:cubicBezTo>
                          <a:pt x="18179" y="189128"/>
                          <a:pt x="25400" y="198487"/>
                          <a:pt x="24536" y="19907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2" name="任意多边形 701">
                    <a:extLst>
                      <a:ext uri="{FF2B5EF4-FFF2-40B4-BE49-F238E27FC236}">
                        <a16:creationId xmlns:a16="http://schemas.microsoft.com/office/drawing/2014/main" id="{E66F81EE-7548-DBB0-8F1A-874316103ED6}"/>
                      </a:ext>
                    </a:extLst>
                  </p:cNvPr>
                  <p:cNvSpPr/>
                  <p:nvPr/>
                </p:nvSpPr>
                <p:spPr>
                  <a:xfrm>
                    <a:off x="7705269" y="5031450"/>
                    <a:ext cx="31377" cy="201006"/>
                  </a:xfrm>
                  <a:custGeom>
                    <a:avLst/>
                    <a:gdLst>
                      <a:gd name="connsiteX0" fmla="*/ 23411 w 31377"/>
                      <a:gd name="connsiteY0" fmla="*/ 200994 h 201006"/>
                      <a:gd name="connsiteX1" fmla="*/ 17965 w 31377"/>
                      <a:gd name="connsiteY1" fmla="*/ 194604 h 201006"/>
                      <a:gd name="connsiteX2" fmla="*/ 8283 w 31377"/>
                      <a:gd name="connsiteY2" fmla="*/ 173877 h 201006"/>
                      <a:gd name="connsiteX3" fmla="*/ 392 w 31377"/>
                      <a:gd name="connsiteY3" fmla="*/ 99406 h 201006"/>
                      <a:gd name="connsiteX4" fmla="*/ 14318 w 31377"/>
                      <a:gd name="connsiteY4" fmla="*/ 25840 h 201006"/>
                      <a:gd name="connsiteX5" fmla="*/ 24960 w 31377"/>
                      <a:gd name="connsiteY5" fmla="*/ 5557 h 201006"/>
                      <a:gd name="connsiteX6" fmla="*/ 31350 w 31377"/>
                      <a:gd name="connsiteY6" fmla="*/ 30 h 201006"/>
                      <a:gd name="connsiteX7" fmla="*/ 26816 w 31377"/>
                      <a:gd name="connsiteY7" fmla="*/ 6840 h 201006"/>
                      <a:gd name="connsiteX8" fmla="*/ 18191 w 31377"/>
                      <a:gd name="connsiteY8" fmla="*/ 27188 h 201006"/>
                      <a:gd name="connsiteX9" fmla="*/ 6185 w 31377"/>
                      <a:gd name="connsiteY9" fmla="*/ 99697 h 201006"/>
                      <a:gd name="connsiteX10" fmla="*/ 12212 w 31377"/>
                      <a:gd name="connsiteY10" fmla="*/ 172699 h 201006"/>
                      <a:gd name="connsiteX11" fmla="*/ 23411 w 31377"/>
                      <a:gd name="connsiteY11" fmla="*/ 200994 h 2010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1377" h="201006">
                        <a:moveTo>
                          <a:pt x="23411" y="200994"/>
                        </a:moveTo>
                        <a:cubicBezTo>
                          <a:pt x="23169" y="201187"/>
                          <a:pt x="20950" y="199122"/>
                          <a:pt x="17965" y="194604"/>
                        </a:cubicBezTo>
                        <a:cubicBezTo>
                          <a:pt x="14899" y="190134"/>
                          <a:pt x="11309" y="183074"/>
                          <a:pt x="8283" y="173877"/>
                        </a:cubicBezTo>
                        <a:cubicBezTo>
                          <a:pt x="2127" y="155497"/>
                          <a:pt x="-1189" y="128678"/>
                          <a:pt x="392" y="99406"/>
                        </a:cubicBezTo>
                        <a:cubicBezTo>
                          <a:pt x="1893" y="70111"/>
                          <a:pt x="7484" y="43905"/>
                          <a:pt x="14318" y="25840"/>
                        </a:cubicBezTo>
                        <a:cubicBezTo>
                          <a:pt x="17755" y="16820"/>
                          <a:pt x="21555" y="9849"/>
                          <a:pt x="24960" y="5557"/>
                        </a:cubicBezTo>
                        <a:cubicBezTo>
                          <a:pt x="28365" y="1224"/>
                          <a:pt x="31197" y="-236"/>
                          <a:pt x="31350" y="30"/>
                        </a:cubicBezTo>
                        <a:cubicBezTo>
                          <a:pt x="31649" y="417"/>
                          <a:pt x="29462" y="2370"/>
                          <a:pt x="26816" y="6840"/>
                        </a:cubicBezTo>
                        <a:cubicBezTo>
                          <a:pt x="24137" y="11294"/>
                          <a:pt x="21039" y="18240"/>
                          <a:pt x="18191" y="27188"/>
                        </a:cubicBezTo>
                        <a:cubicBezTo>
                          <a:pt x="12519" y="45099"/>
                          <a:pt x="7654" y="70934"/>
                          <a:pt x="6185" y="99697"/>
                        </a:cubicBezTo>
                        <a:cubicBezTo>
                          <a:pt x="4636" y="128452"/>
                          <a:pt x="7242" y="154610"/>
                          <a:pt x="12212" y="172699"/>
                        </a:cubicBezTo>
                        <a:cubicBezTo>
                          <a:pt x="16956" y="190957"/>
                          <a:pt x="24282" y="200413"/>
                          <a:pt x="23411" y="20099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3" name="任意多边形 702">
                    <a:extLst>
                      <a:ext uri="{FF2B5EF4-FFF2-40B4-BE49-F238E27FC236}">
                        <a16:creationId xmlns:a16="http://schemas.microsoft.com/office/drawing/2014/main" id="{9EB7C11A-694B-C07F-185F-AA5D1514E72E}"/>
                      </a:ext>
                    </a:extLst>
                  </p:cNvPr>
                  <p:cNvSpPr/>
                  <p:nvPr/>
                </p:nvSpPr>
                <p:spPr>
                  <a:xfrm>
                    <a:off x="6721530" y="4968635"/>
                    <a:ext cx="1150013" cy="71421"/>
                  </a:xfrm>
                  <a:custGeom>
                    <a:avLst/>
                    <a:gdLst>
                      <a:gd name="connsiteX0" fmla="*/ 1150014 w 1150013"/>
                      <a:gd name="connsiteY0" fmla="*/ 71422 h 71421"/>
                      <a:gd name="connsiteX1" fmla="*/ 1104783 w 1150013"/>
                      <a:gd name="connsiteY1" fmla="*/ 69316 h 71421"/>
                      <a:gd name="connsiteX2" fmla="*/ 981525 w 1150013"/>
                      <a:gd name="connsiteY2" fmla="*/ 62014 h 71421"/>
                      <a:gd name="connsiteX3" fmla="*/ 574999 w 1150013"/>
                      <a:gd name="connsiteY3" fmla="*/ 35744 h 71421"/>
                      <a:gd name="connsiteX4" fmla="*/ 168481 w 1150013"/>
                      <a:gd name="connsiteY4" fmla="*/ 9353 h 71421"/>
                      <a:gd name="connsiteX5" fmla="*/ 45230 w 1150013"/>
                      <a:gd name="connsiteY5" fmla="*/ 2011 h 71421"/>
                      <a:gd name="connsiteX6" fmla="*/ 11699 w 1150013"/>
                      <a:gd name="connsiteY6" fmla="*/ 437 h 71421"/>
                      <a:gd name="connsiteX7" fmla="*/ 0 w 1150013"/>
                      <a:gd name="connsiteY7" fmla="*/ 2 h 71421"/>
                      <a:gd name="connsiteX8" fmla="*/ 45254 w 1150013"/>
                      <a:gd name="connsiteY8" fmla="*/ 1438 h 71421"/>
                      <a:gd name="connsiteX9" fmla="*/ 168545 w 1150013"/>
                      <a:gd name="connsiteY9" fmla="*/ 8312 h 71421"/>
                      <a:gd name="connsiteX10" fmla="*/ 575096 w 1150013"/>
                      <a:gd name="connsiteY10" fmla="*/ 34267 h 71421"/>
                      <a:gd name="connsiteX11" fmla="*/ 981598 w 1150013"/>
                      <a:gd name="connsiteY11" fmla="*/ 60973 h 71421"/>
                      <a:gd name="connsiteX12" fmla="*/ 1150014 w 1150013"/>
                      <a:gd name="connsiteY12" fmla="*/ 71422 h 71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150013" h="71421">
                        <a:moveTo>
                          <a:pt x="1150014" y="71422"/>
                        </a:moveTo>
                        <a:cubicBezTo>
                          <a:pt x="1150014" y="71422"/>
                          <a:pt x="1133901" y="70881"/>
                          <a:pt x="1104783" y="69316"/>
                        </a:cubicBezTo>
                        <a:cubicBezTo>
                          <a:pt x="1075673" y="67589"/>
                          <a:pt x="1033557" y="65096"/>
                          <a:pt x="981525" y="62014"/>
                        </a:cubicBezTo>
                        <a:cubicBezTo>
                          <a:pt x="877477" y="55293"/>
                          <a:pt x="733741" y="45999"/>
                          <a:pt x="574999" y="35744"/>
                        </a:cubicBezTo>
                        <a:cubicBezTo>
                          <a:pt x="416256" y="25441"/>
                          <a:pt x="272528" y="16106"/>
                          <a:pt x="168481" y="9353"/>
                        </a:cubicBezTo>
                        <a:cubicBezTo>
                          <a:pt x="116449" y="6254"/>
                          <a:pt x="74332" y="3745"/>
                          <a:pt x="45230" y="2011"/>
                        </a:cubicBezTo>
                        <a:cubicBezTo>
                          <a:pt x="30675" y="1268"/>
                          <a:pt x="19372" y="558"/>
                          <a:pt x="11699" y="437"/>
                        </a:cubicBezTo>
                        <a:cubicBezTo>
                          <a:pt x="4034" y="203"/>
                          <a:pt x="0" y="2"/>
                          <a:pt x="0" y="2"/>
                        </a:cubicBezTo>
                        <a:cubicBezTo>
                          <a:pt x="0" y="2"/>
                          <a:pt x="16136" y="-111"/>
                          <a:pt x="45254" y="1438"/>
                        </a:cubicBezTo>
                        <a:cubicBezTo>
                          <a:pt x="74381" y="2793"/>
                          <a:pt x="116505" y="5198"/>
                          <a:pt x="168545" y="8312"/>
                        </a:cubicBezTo>
                        <a:cubicBezTo>
                          <a:pt x="272601" y="14952"/>
                          <a:pt x="416337" y="24134"/>
                          <a:pt x="575096" y="34267"/>
                        </a:cubicBezTo>
                        <a:cubicBezTo>
                          <a:pt x="733830" y="44700"/>
                          <a:pt x="877550" y="54139"/>
                          <a:pt x="981598" y="60973"/>
                        </a:cubicBezTo>
                        <a:cubicBezTo>
                          <a:pt x="1085589" y="67428"/>
                          <a:pt x="1148545" y="71333"/>
                          <a:pt x="1150014" y="7142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4" name="任意多边形 703">
                    <a:extLst>
                      <a:ext uri="{FF2B5EF4-FFF2-40B4-BE49-F238E27FC236}">
                        <a16:creationId xmlns:a16="http://schemas.microsoft.com/office/drawing/2014/main" id="{4B83B67A-6862-9106-8557-0859FD2DB693}"/>
                      </a:ext>
                    </a:extLst>
                  </p:cNvPr>
                  <p:cNvSpPr/>
                  <p:nvPr/>
                </p:nvSpPr>
                <p:spPr>
                  <a:xfrm>
                    <a:off x="7806783" y="5565727"/>
                    <a:ext cx="400969" cy="179168"/>
                  </a:xfrm>
                  <a:custGeom>
                    <a:avLst/>
                    <a:gdLst>
                      <a:gd name="connsiteX0" fmla="*/ 400964 w 400969"/>
                      <a:gd name="connsiteY0" fmla="*/ 56 h 179168"/>
                      <a:gd name="connsiteX1" fmla="*/ 201872 w 400969"/>
                      <a:gd name="connsiteY1" fmla="*/ 92695 h 179168"/>
                      <a:gd name="connsiteX2" fmla="*/ 5 w 400969"/>
                      <a:gd name="connsiteY2" fmla="*/ 179114 h 179168"/>
                      <a:gd name="connsiteX3" fmla="*/ 199097 w 400969"/>
                      <a:gd name="connsiteY3" fmla="*/ 86474 h 179168"/>
                      <a:gd name="connsiteX4" fmla="*/ 400964 w 400969"/>
                      <a:gd name="connsiteY4" fmla="*/ 56 h 1791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00969" h="179168">
                        <a:moveTo>
                          <a:pt x="400964" y="56"/>
                        </a:moveTo>
                        <a:cubicBezTo>
                          <a:pt x="401731" y="1774"/>
                          <a:pt x="312585" y="43253"/>
                          <a:pt x="201872" y="92695"/>
                        </a:cubicBezTo>
                        <a:cubicBezTo>
                          <a:pt x="91160" y="142137"/>
                          <a:pt x="772" y="180825"/>
                          <a:pt x="5" y="179114"/>
                        </a:cubicBezTo>
                        <a:cubicBezTo>
                          <a:pt x="-761" y="177395"/>
                          <a:pt x="88385" y="135917"/>
                          <a:pt x="199097" y="86474"/>
                        </a:cubicBezTo>
                        <a:cubicBezTo>
                          <a:pt x="309809" y="37032"/>
                          <a:pt x="400198" y="-1671"/>
                          <a:pt x="400964" y="56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5" name="任意多边形 704">
                    <a:extLst>
                      <a:ext uri="{FF2B5EF4-FFF2-40B4-BE49-F238E27FC236}">
                        <a16:creationId xmlns:a16="http://schemas.microsoft.com/office/drawing/2014/main" id="{BE863F98-17A8-9E34-B3B3-4E5E5261D596}"/>
                      </a:ext>
                    </a:extLst>
                  </p:cNvPr>
                  <p:cNvSpPr/>
                  <p:nvPr/>
                </p:nvSpPr>
                <p:spPr>
                  <a:xfrm>
                    <a:off x="7814403" y="5528543"/>
                    <a:ext cx="282862" cy="112689"/>
                  </a:xfrm>
                  <a:custGeom>
                    <a:avLst/>
                    <a:gdLst>
                      <a:gd name="connsiteX0" fmla="*/ 282858 w 282862"/>
                      <a:gd name="connsiteY0" fmla="*/ 93 h 112689"/>
                      <a:gd name="connsiteX1" fmla="*/ 242259 w 282862"/>
                      <a:gd name="connsiteY1" fmla="*/ 18820 h 112689"/>
                      <a:gd name="connsiteX2" fmla="*/ 142600 w 282862"/>
                      <a:gd name="connsiteY2" fmla="*/ 59492 h 112689"/>
                      <a:gd name="connsiteX3" fmla="*/ 42820 w 282862"/>
                      <a:gd name="connsiteY3" fmla="*/ 99454 h 112689"/>
                      <a:gd name="connsiteX4" fmla="*/ 2 w 282862"/>
                      <a:gd name="connsiteY4" fmla="*/ 112484 h 112689"/>
                      <a:gd name="connsiteX5" fmla="*/ 11152 w 282862"/>
                      <a:gd name="connsiteY5" fmla="*/ 108119 h 112689"/>
                      <a:gd name="connsiteX6" fmla="*/ 40835 w 282862"/>
                      <a:gd name="connsiteY6" fmla="*/ 95064 h 112689"/>
                      <a:gd name="connsiteX7" fmla="*/ 140139 w 282862"/>
                      <a:gd name="connsiteY7" fmla="*/ 53142 h 112689"/>
                      <a:gd name="connsiteX8" fmla="*/ 240573 w 282862"/>
                      <a:gd name="connsiteY8" fmla="*/ 14310 h 112689"/>
                      <a:gd name="connsiteX9" fmla="*/ 282858 w 282862"/>
                      <a:gd name="connsiteY9" fmla="*/ 93 h 1126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82862" h="112689">
                        <a:moveTo>
                          <a:pt x="282858" y="93"/>
                        </a:moveTo>
                        <a:cubicBezTo>
                          <a:pt x="283181" y="973"/>
                          <a:pt x="267641" y="8065"/>
                          <a:pt x="242259" y="18820"/>
                        </a:cubicBezTo>
                        <a:cubicBezTo>
                          <a:pt x="216876" y="29567"/>
                          <a:pt x="181650" y="43977"/>
                          <a:pt x="142600" y="59492"/>
                        </a:cubicBezTo>
                        <a:cubicBezTo>
                          <a:pt x="103590" y="75330"/>
                          <a:pt x="67824" y="87884"/>
                          <a:pt x="42820" y="99454"/>
                        </a:cubicBezTo>
                        <a:cubicBezTo>
                          <a:pt x="17494" y="110773"/>
                          <a:pt x="107" y="113533"/>
                          <a:pt x="2" y="112484"/>
                        </a:cubicBezTo>
                        <a:cubicBezTo>
                          <a:pt x="-103" y="111975"/>
                          <a:pt x="3996" y="110805"/>
                          <a:pt x="11152" y="108119"/>
                        </a:cubicBezTo>
                        <a:cubicBezTo>
                          <a:pt x="18333" y="105481"/>
                          <a:pt x="28458" y="101035"/>
                          <a:pt x="40835" y="95064"/>
                        </a:cubicBezTo>
                        <a:cubicBezTo>
                          <a:pt x="65371" y="82357"/>
                          <a:pt x="101258" y="68923"/>
                          <a:pt x="140139" y="53142"/>
                        </a:cubicBezTo>
                        <a:cubicBezTo>
                          <a:pt x="179222" y="37611"/>
                          <a:pt x="214746" y="23911"/>
                          <a:pt x="240573" y="14310"/>
                        </a:cubicBezTo>
                        <a:cubicBezTo>
                          <a:pt x="266399" y="4708"/>
                          <a:pt x="282527" y="-794"/>
                          <a:pt x="282858" y="93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6" name="任意多边形 705">
                    <a:extLst>
                      <a:ext uri="{FF2B5EF4-FFF2-40B4-BE49-F238E27FC236}">
                        <a16:creationId xmlns:a16="http://schemas.microsoft.com/office/drawing/2014/main" id="{3F8857A4-05DF-F7DF-8C36-E36EB19CEFEE}"/>
                      </a:ext>
                    </a:extLst>
                  </p:cNvPr>
                  <p:cNvSpPr/>
                  <p:nvPr/>
                </p:nvSpPr>
                <p:spPr>
                  <a:xfrm>
                    <a:off x="7891540" y="5482868"/>
                    <a:ext cx="326680" cy="142996"/>
                  </a:xfrm>
                  <a:custGeom>
                    <a:avLst/>
                    <a:gdLst>
                      <a:gd name="connsiteX0" fmla="*/ 326672 w 326680"/>
                      <a:gd name="connsiteY0" fmla="*/ 53 h 142996"/>
                      <a:gd name="connsiteX1" fmla="*/ 314956 w 326680"/>
                      <a:gd name="connsiteY1" fmla="*/ 7880 h 142996"/>
                      <a:gd name="connsiteX2" fmla="*/ 281473 w 326680"/>
                      <a:gd name="connsiteY2" fmla="*/ 26469 h 142996"/>
                      <a:gd name="connsiteX3" fmla="*/ 167065 w 326680"/>
                      <a:gd name="connsiteY3" fmla="*/ 80018 h 142996"/>
                      <a:gd name="connsiteX4" fmla="*/ 49592 w 326680"/>
                      <a:gd name="connsiteY4" fmla="*/ 126241 h 142996"/>
                      <a:gd name="connsiteX5" fmla="*/ 13559 w 326680"/>
                      <a:gd name="connsiteY5" fmla="*/ 139077 h 142996"/>
                      <a:gd name="connsiteX6" fmla="*/ 5 w 326680"/>
                      <a:gd name="connsiteY6" fmla="*/ 142918 h 142996"/>
                      <a:gd name="connsiteX7" fmla="*/ 12599 w 326680"/>
                      <a:gd name="connsiteY7" fmla="*/ 136609 h 142996"/>
                      <a:gd name="connsiteX8" fmla="*/ 47849 w 326680"/>
                      <a:gd name="connsiteY8" fmla="*/ 121755 h 142996"/>
                      <a:gd name="connsiteX9" fmla="*/ 164411 w 326680"/>
                      <a:gd name="connsiteY9" fmla="*/ 73749 h 142996"/>
                      <a:gd name="connsiteX10" fmla="*/ 279311 w 326680"/>
                      <a:gd name="connsiteY10" fmla="*/ 22169 h 142996"/>
                      <a:gd name="connsiteX11" fmla="*/ 313706 w 326680"/>
                      <a:gd name="connsiteY11" fmla="*/ 5540 h 142996"/>
                      <a:gd name="connsiteX12" fmla="*/ 326672 w 326680"/>
                      <a:gd name="connsiteY12" fmla="*/ 53 h 1429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26680" h="142996">
                        <a:moveTo>
                          <a:pt x="326672" y="53"/>
                        </a:moveTo>
                        <a:cubicBezTo>
                          <a:pt x="326897" y="465"/>
                          <a:pt x="322718" y="3224"/>
                          <a:pt x="314956" y="7880"/>
                        </a:cubicBezTo>
                        <a:cubicBezTo>
                          <a:pt x="307211" y="12567"/>
                          <a:pt x="295778" y="18925"/>
                          <a:pt x="281473" y="26469"/>
                        </a:cubicBezTo>
                        <a:cubicBezTo>
                          <a:pt x="252880" y="41597"/>
                          <a:pt x="212506" y="60824"/>
                          <a:pt x="167065" y="80018"/>
                        </a:cubicBezTo>
                        <a:cubicBezTo>
                          <a:pt x="121617" y="99188"/>
                          <a:pt x="79897" y="115082"/>
                          <a:pt x="49592" y="126241"/>
                        </a:cubicBezTo>
                        <a:cubicBezTo>
                          <a:pt x="34432" y="131647"/>
                          <a:pt x="22144" y="136020"/>
                          <a:pt x="13559" y="139077"/>
                        </a:cubicBezTo>
                        <a:cubicBezTo>
                          <a:pt x="4999" y="141966"/>
                          <a:pt x="174" y="143354"/>
                          <a:pt x="5" y="142918"/>
                        </a:cubicBezTo>
                        <a:cubicBezTo>
                          <a:pt x="-165" y="142474"/>
                          <a:pt x="4329" y="140255"/>
                          <a:pt x="12599" y="136609"/>
                        </a:cubicBezTo>
                        <a:cubicBezTo>
                          <a:pt x="20998" y="133067"/>
                          <a:pt x="33012" y="128008"/>
                          <a:pt x="47849" y="121755"/>
                        </a:cubicBezTo>
                        <a:cubicBezTo>
                          <a:pt x="77751" y="109443"/>
                          <a:pt x="118915" y="92484"/>
                          <a:pt x="164411" y="73749"/>
                        </a:cubicBezTo>
                        <a:cubicBezTo>
                          <a:pt x="209738" y="54603"/>
                          <a:pt x="250257" y="36151"/>
                          <a:pt x="279311" y="22169"/>
                        </a:cubicBezTo>
                        <a:cubicBezTo>
                          <a:pt x="293785" y="15173"/>
                          <a:pt x="305508" y="9501"/>
                          <a:pt x="313706" y="5540"/>
                        </a:cubicBezTo>
                        <a:cubicBezTo>
                          <a:pt x="321839" y="1619"/>
                          <a:pt x="326446" y="-358"/>
                          <a:pt x="326672" y="53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7" name="任意多边形 706">
                    <a:extLst>
                      <a:ext uri="{FF2B5EF4-FFF2-40B4-BE49-F238E27FC236}">
                        <a16:creationId xmlns:a16="http://schemas.microsoft.com/office/drawing/2014/main" id="{59725A01-DF8B-6121-CD7F-9481B1FB6971}"/>
                      </a:ext>
                    </a:extLst>
                  </p:cNvPr>
                  <p:cNvSpPr/>
                  <p:nvPr/>
                </p:nvSpPr>
                <p:spPr>
                  <a:xfrm>
                    <a:off x="7842236" y="5769503"/>
                    <a:ext cx="189330" cy="106361"/>
                  </a:xfrm>
                  <a:custGeom>
                    <a:avLst/>
                    <a:gdLst>
                      <a:gd name="connsiteX0" fmla="*/ 189318 w 189330"/>
                      <a:gd name="connsiteY0" fmla="*/ 91 h 106361"/>
                      <a:gd name="connsiteX1" fmla="*/ 162305 w 189330"/>
                      <a:gd name="connsiteY1" fmla="*/ 16962 h 106361"/>
                      <a:gd name="connsiteX2" fmla="*/ 96485 w 189330"/>
                      <a:gd name="connsiteY2" fmla="*/ 56263 h 106361"/>
                      <a:gd name="connsiteX3" fmla="*/ 29195 w 189330"/>
                      <a:gd name="connsiteY3" fmla="*/ 93683 h 106361"/>
                      <a:gd name="connsiteX4" fmla="*/ 20 w 189330"/>
                      <a:gd name="connsiteY4" fmla="*/ 106286 h 106361"/>
                      <a:gd name="connsiteX5" fmla="*/ 27122 w 189330"/>
                      <a:gd name="connsiteY5" fmla="*/ 89334 h 106361"/>
                      <a:gd name="connsiteX6" fmla="*/ 92983 w 189330"/>
                      <a:gd name="connsiteY6" fmla="*/ 50421 h 106361"/>
                      <a:gd name="connsiteX7" fmla="*/ 159997 w 189330"/>
                      <a:gd name="connsiteY7" fmla="*/ 12734 h 106361"/>
                      <a:gd name="connsiteX8" fmla="*/ 189318 w 189330"/>
                      <a:gd name="connsiteY8" fmla="*/ 91 h 1063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9330" h="106361">
                        <a:moveTo>
                          <a:pt x="189318" y="91"/>
                        </a:moveTo>
                        <a:cubicBezTo>
                          <a:pt x="189753" y="971"/>
                          <a:pt x="179216" y="7038"/>
                          <a:pt x="162305" y="16962"/>
                        </a:cubicBezTo>
                        <a:cubicBezTo>
                          <a:pt x="145353" y="27080"/>
                          <a:pt x="122157" y="40933"/>
                          <a:pt x="96485" y="56263"/>
                        </a:cubicBezTo>
                        <a:cubicBezTo>
                          <a:pt x="70634" y="71415"/>
                          <a:pt x="47607" y="85897"/>
                          <a:pt x="29195" y="93683"/>
                        </a:cubicBezTo>
                        <a:cubicBezTo>
                          <a:pt x="11090" y="101267"/>
                          <a:pt x="569" y="107100"/>
                          <a:pt x="20" y="106286"/>
                        </a:cubicBezTo>
                        <a:cubicBezTo>
                          <a:pt x="-512" y="105543"/>
                          <a:pt x="9436" y="98072"/>
                          <a:pt x="27122" y="89334"/>
                        </a:cubicBezTo>
                        <a:cubicBezTo>
                          <a:pt x="44476" y="80701"/>
                          <a:pt x="67132" y="65573"/>
                          <a:pt x="92983" y="50421"/>
                        </a:cubicBezTo>
                        <a:cubicBezTo>
                          <a:pt x="118680" y="34970"/>
                          <a:pt x="142392" y="21601"/>
                          <a:pt x="159997" y="12734"/>
                        </a:cubicBezTo>
                        <a:cubicBezTo>
                          <a:pt x="177586" y="3843"/>
                          <a:pt x="188914" y="-715"/>
                          <a:pt x="189318" y="91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8" name="任意多边形 707">
                    <a:extLst>
                      <a:ext uri="{FF2B5EF4-FFF2-40B4-BE49-F238E27FC236}">
                        <a16:creationId xmlns:a16="http://schemas.microsoft.com/office/drawing/2014/main" id="{F1FDE07D-62D3-0FF6-67C6-E55FE84C11A8}"/>
                      </a:ext>
                    </a:extLst>
                  </p:cNvPr>
                  <p:cNvSpPr/>
                  <p:nvPr/>
                </p:nvSpPr>
                <p:spPr>
                  <a:xfrm>
                    <a:off x="7831506" y="5865549"/>
                    <a:ext cx="72449" cy="38557"/>
                  </a:xfrm>
                  <a:custGeom>
                    <a:avLst/>
                    <a:gdLst>
                      <a:gd name="connsiteX0" fmla="*/ 72416 w 72449"/>
                      <a:gd name="connsiteY0" fmla="*/ 243 h 38557"/>
                      <a:gd name="connsiteX1" fmla="*/ 37892 w 72449"/>
                      <a:gd name="connsiteY1" fmla="*/ 22261 h 38557"/>
                      <a:gd name="connsiteX2" fmla="*/ 44 w 72449"/>
                      <a:gd name="connsiteY2" fmla="*/ 38333 h 38557"/>
                      <a:gd name="connsiteX3" fmla="*/ 34568 w 72449"/>
                      <a:gd name="connsiteY3" fmla="*/ 16315 h 38557"/>
                      <a:gd name="connsiteX4" fmla="*/ 72416 w 72449"/>
                      <a:gd name="connsiteY4" fmla="*/ 243 h 385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2449" h="38557">
                        <a:moveTo>
                          <a:pt x="72416" y="243"/>
                        </a:moveTo>
                        <a:cubicBezTo>
                          <a:pt x="73271" y="1913"/>
                          <a:pt x="57812" y="11773"/>
                          <a:pt x="37892" y="22261"/>
                        </a:cubicBezTo>
                        <a:cubicBezTo>
                          <a:pt x="17971" y="32750"/>
                          <a:pt x="1012" y="39938"/>
                          <a:pt x="44" y="38333"/>
                        </a:cubicBezTo>
                        <a:cubicBezTo>
                          <a:pt x="-933" y="36719"/>
                          <a:pt x="14526" y="26860"/>
                          <a:pt x="34568" y="16315"/>
                        </a:cubicBezTo>
                        <a:cubicBezTo>
                          <a:pt x="54609" y="5761"/>
                          <a:pt x="71561" y="-1435"/>
                          <a:pt x="72416" y="243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9" name="任意多边形 708">
                    <a:extLst>
                      <a:ext uri="{FF2B5EF4-FFF2-40B4-BE49-F238E27FC236}">
                        <a16:creationId xmlns:a16="http://schemas.microsoft.com/office/drawing/2014/main" id="{5427CFBD-419D-F233-10AC-23EC46F71BFB}"/>
                      </a:ext>
                    </a:extLst>
                  </p:cNvPr>
                  <p:cNvSpPr/>
                  <p:nvPr/>
                </p:nvSpPr>
                <p:spPr>
                  <a:xfrm>
                    <a:off x="7678210" y="5940971"/>
                    <a:ext cx="405726" cy="148708"/>
                  </a:xfrm>
                  <a:custGeom>
                    <a:avLst/>
                    <a:gdLst>
                      <a:gd name="connsiteX0" fmla="*/ 405722 w 405726"/>
                      <a:gd name="connsiteY0" fmla="*/ 57 h 148708"/>
                      <a:gd name="connsiteX1" fmla="*/ 390739 w 405726"/>
                      <a:gd name="connsiteY1" fmla="*/ 8182 h 148708"/>
                      <a:gd name="connsiteX2" fmla="*/ 348348 w 405726"/>
                      <a:gd name="connsiteY2" fmla="*/ 27005 h 148708"/>
                      <a:gd name="connsiteX3" fmla="*/ 204911 w 405726"/>
                      <a:gd name="connsiteY3" fmla="*/ 80006 h 148708"/>
                      <a:gd name="connsiteX4" fmla="*/ 60401 w 405726"/>
                      <a:gd name="connsiteY4" fmla="*/ 129754 h 148708"/>
                      <a:gd name="connsiteX5" fmla="*/ 16405 w 405726"/>
                      <a:gd name="connsiteY5" fmla="*/ 144221 h 148708"/>
                      <a:gd name="connsiteX6" fmla="*/ 2 w 405726"/>
                      <a:gd name="connsiteY6" fmla="*/ 148634 h 148708"/>
                      <a:gd name="connsiteX7" fmla="*/ 15607 w 405726"/>
                      <a:gd name="connsiteY7" fmla="*/ 141687 h 148708"/>
                      <a:gd name="connsiteX8" fmla="*/ 58901 w 405726"/>
                      <a:gd name="connsiteY8" fmla="*/ 125171 h 148708"/>
                      <a:gd name="connsiteX9" fmla="*/ 202684 w 405726"/>
                      <a:gd name="connsiteY9" fmla="*/ 73559 h 148708"/>
                      <a:gd name="connsiteX10" fmla="*/ 346557 w 405726"/>
                      <a:gd name="connsiteY10" fmla="*/ 22527 h 148708"/>
                      <a:gd name="connsiteX11" fmla="*/ 389666 w 405726"/>
                      <a:gd name="connsiteY11" fmla="*/ 5745 h 148708"/>
                      <a:gd name="connsiteX12" fmla="*/ 405722 w 405726"/>
                      <a:gd name="connsiteY12" fmla="*/ 57 h 1487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05726" h="148708">
                        <a:moveTo>
                          <a:pt x="405722" y="57"/>
                        </a:moveTo>
                        <a:cubicBezTo>
                          <a:pt x="405915" y="485"/>
                          <a:pt x="400574" y="3357"/>
                          <a:pt x="390739" y="8182"/>
                        </a:cubicBezTo>
                        <a:cubicBezTo>
                          <a:pt x="380847" y="12886"/>
                          <a:pt x="366445" y="19518"/>
                          <a:pt x="348348" y="27005"/>
                        </a:cubicBezTo>
                        <a:cubicBezTo>
                          <a:pt x="312235" y="42190"/>
                          <a:pt x="261373" y="60730"/>
                          <a:pt x="204911" y="80006"/>
                        </a:cubicBezTo>
                        <a:cubicBezTo>
                          <a:pt x="148498" y="99426"/>
                          <a:pt x="97443" y="116998"/>
                          <a:pt x="60401" y="129754"/>
                        </a:cubicBezTo>
                        <a:cubicBezTo>
                          <a:pt x="41869" y="135846"/>
                          <a:pt x="26861" y="140783"/>
                          <a:pt x="16405" y="144221"/>
                        </a:cubicBezTo>
                        <a:cubicBezTo>
                          <a:pt x="5973" y="147488"/>
                          <a:pt x="139" y="149085"/>
                          <a:pt x="2" y="148634"/>
                        </a:cubicBezTo>
                        <a:cubicBezTo>
                          <a:pt x="-135" y="148182"/>
                          <a:pt x="5432" y="145737"/>
                          <a:pt x="15607" y="141687"/>
                        </a:cubicBezTo>
                        <a:cubicBezTo>
                          <a:pt x="25893" y="137766"/>
                          <a:pt x="40666" y="132126"/>
                          <a:pt x="58901" y="125171"/>
                        </a:cubicBezTo>
                        <a:cubicBezTo>
                          <a:pt x="95579" y="111609"/>
                          <a:pt x="146175" y="92842"/>
                          <a:pt x="202684" y="73559"/>
                        </a:cubicBezTo>
                        <a:cubicBezTo>
                          <a:pt x="259154" y="54284"/>
                          <a:pt x="310097" y="36526"/>
                          <a:pt x="346557" y="22527"/>
                        </a:cubicBezTo>
                        <a:cubicBezTo>
                          <a:pt x="364719" y="15460"/>
                          <a:pt x="379427" y="9731"/>
                          <a:pt x="389666" y="5745"/>
                        </a:cubicBezTo>
                        <a:cubicBezTo>
                          <a:pt x="399824" y="1679"/>
                          <a:pt x="405528" y="-378"/>
                          <a:pt x="405722" y="57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0" name="任意多边形 709">
                    <a:extLst>
                      <a:ext uri="{FF2B5EF4-FFF2-40B4-BE49-F238E27FC236}">
                        <a16:creationId xmlns:a16="http://schemas.microsoft.com/office/drawing/2014/main" id="{0F38A9BE-03F2-02C0-E41C-EA38579985AC}"/>
                      </a:ext>
                    </a:extLst>
                  </p:cNvPr>
                  <p:cNvSpPr/>
                  <p:nvPr/>
                </p:nvSpPr>
                <p:spPr>
                  <a:xfrm>
                    <a:off x="7924879" y="5867608"/>
                    <a:ext cx="312394" cy="115429"/>
                  </a:xfrm>
                  <a:custGeom>
                    <a:avLst/>
                    <a:gdLst>
                      <a:gd name="connsiteX0" fmla="*/ 312390 w 312394"/>
                      <a:gd name="connsiteY0" fmla="*/ 88 h 115429"/>
                      <a:gd name="connsiteX1" fmla="*/ 300578 w 312394"/>
                      <a:gd name="connsiteY1" fmla="*/ 5873 h 115429"/>
                      <a:gd name="connsiteX2" fmla="*/ 267571 w 312394"/>
                      <a:gd name="connsiteY2" fmla="*/ 19444 h 115429"/>
                      <a:gd name="connsiteX3" fmla="*/ 158069 w 312394"/>
                      <a:gd name="connsiteY3" fmla="*/ 62697 h 115429"/>
                      <a:gd name="connsiteX4" fmla="*/ 47090 w 312394"/>
                      <a:gd name="connsiteY4" fmla="*/ 102297 h 115429"/>
                      <a:gd name="connsiteX5" fmla="*/ 12864 w 312394"/>
                      <a:gd name="connsiteY5" fmla="*/ 112575 h 115429"/>
                      <a:gd name="connsiteX6" fmla="*/ 4 w 312394"/>
                      <a:gd name="connsiteY6" fmla="*/ 115327 h 115429"/>
                      <a:gd name="connsiteX7" fmla="*/ 45524 w 312394"/>
                      <a:gd name="connsiteY7" fmla="*/ 97746 h 115429"/>
                      <a:gd name="connsiteX8" fmla="*/ 155632 w 312394"/>
                      <a:gd name="connsiteY8" fmla="*/ 56332 h 115429"/>
                      <a:gd name="connsiteX9" fmla="*/ 265860 w 312394"/>
                      <a:gd name="connsiteY9" fmla="*/ 14942 h 115429"/>
                      <a:gd name="connsiteX10" fmla="*/ 299658 w 312394"/>
                      <a:gd name="connsiteY10" fmla="*/ 3396 h 115429"/>
                      <a:gd name="connsiteX11" fmla="*/ 312390 w 312394"/>
                      <a:gd name="connsiteY11" fmla="*/ 88 h 1154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12394" h="115429">
                        <a:moveTo>
                          <a:pt x="312390" y="88"/>
                        </a:moveTo>
                        <a:cubicBezTo>
                          <a:pt x="312551" y="524"/>
                          <a:pt x="308339" y="2565"/>
                          <a:pt x="300578" y="5873"/>
                        </a:cubicBezTo>
                        <a:cubicBezTo>
                          <a:pt x="292703" y="9109"/>
                          <a:pt x="281448" y="13739"/>
                          <a:pt x="267571" y="19444"/>
                        </a:cubicBezTo>
                        <a:cubicBezTo>
                          <a:pt x="239469" y="30546"/>
                          <a:pt x="200806" y="45811"/>
                          <a:pt x="158069" y="62697"/>
                        </a:cubicBezTo>
                        <a:cubicBezTo>
                          <a:pt x="115121" y="79181"/>
                          <a:pt x="75837" y="93131"/>
                          <a:pt x="47090" y="102297"/>
                        </a:cubicBezTo>
                        <a:cubicBezTo>
                          <a:pt x="32720" y="106895"/>
                          <a:pt x="21030" y="110405"/>
                          <a:pt x="12864" y="112575"/>
                        </a:cubicBezTo>
                        <a:cubicBezTo>
                          <a:pt x="4715" y="114770"/>
                          <a:pt x="141" y="115770"/>
                          <a:pt x="4" y="115327"/>
                        </a:cubicBezTo>
                        <a:cubicBezTo>
                          <a:pt x="-295" y="114375"/>
                          <a:pt x="17254" y="108090"/>
                          <a:pt x="45524" y="97746"/>
                        </a:cubicBezTo>
                        <a:cubicBezTo>
                          <a:pt x="73780" y="87120"/>
                          <a:pt x="112661" y="72501"/>
                          <a:pt x="155632" y="56332"/>
                        </a:cubicBezTo>
                        <a:cubicBezTo>
                          <a:pt x="198531" y="39856"/>
                          <a:pt x="237452" y="25051"/>
                          <a:pt x="265860" y="14942"/>
                        </a:cubicBezTo>
                        <a:cubicBezTo>
                          <a:pt x="280060" y="9875"/>
                          <a:pt x="291606" y="5921"/>
                          <a:pt x="299658" y="3396"/>
                        </a:cubicBezTo>
                        <a:cubicBezTo>
                          <a:pt x="307702" y="847"/>
                          <a:pt x="312228" y="-347"/>
                          <a:pt x="312390" y="88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1" name="任意多边形 710">
                    <a:extLst>
                      <a:ext uri="{FF2B5EF4-FFF2-40B4-BE49-F238E27FC236}">
                        <a16:creationId xmlns:a16="http://schemas.microsoft.com/office/drawing/2014/main" id="{CA4E6BA7-8289-CDB5-AF2D-B30B83D229B1}"/>
                      </a:ext>
                    </a:extLst>
                  </p:cNvPr>
                  <p:cNvSpPr/>
                  <p:nvPr/>
                </p:nvSpPr>
                <p:spPr>
                  <a:xfrm>
                    <a:off x="7660101" y="6054256"/>
                    <a:ext cx="212411" cy="80251"/>
                  </a:xfrm>
                  <a:custGeom>
                    <a:avLst/>
                    <a:gdLst>
                      <a:gd name="connsiteX0" fmla="*/ 212403 w 212411"/>
                      <a:gd name="connsiteY0" fmla="*/ 115 h 80251"/>
                      <a:gd name="connsiteX1" fmla="*/ 182712 w 212411"/>
                      <a:gd name="connsiteY1" fmla="*/ 15332 h 80251"/>
                      <a:gd name="connsiteX2" fmla="*/ 107928 w 212411"/>
                      <a:gd name="connsiteY2" fmla="*/ 44798 h 80251"/>
                      <a:gd name="connsiteX3" fmla="*/ 32014 w 212411"/>
                      <a:gd name="connsiteY3" fmla="*/ 70858 h 80251"/>
                      <a:gd name="connsiteX4" fmla="*/ 7 w 212411"/>
                      <a:gd name="connsiteY4" fmla="*/ 80120 h 80251"/>
                      <a:gd name="connsiteX5" fmla="*/ 30368 w 212411"/>
                      <a:gd name="connsiteY5" fmla="*/ 66332 h 80251"/>
                      <a:gd name="connsiteX6" fmla="*/ 105612 w 212411"/>
                      <a:gd name="connsiteY6" fmla="*/ 38391 h 80251"/>
                      <a:gd name="connsiteX7" fmla="*/ 180881 w 212411"/>
                      <a:gd name="connsiteY7" fmla="*/ 10878 h 80251"/>
                      <a:gd name="connsiteX8" fmla="*/ 212403 w 212411"/>
                      <a:gd name="connsiteY8" fmla="*/ 115 h 802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12411" h="80251">
                        <a:moveTo>
                          <a:pt x="212403" y="115"/>
                        </a:moveTo>
                        <a:cubicBezTo>
                          <a:pt x="212766" y="930"/>
                          <a:pt x="201536" y="6982"/>
                          <a:pt x="182712" y="15332"/>
                        </a:cubicBezTo>
                        <a:cubicBezTo>
                          <a:pt x="163905" y="23715"/>
                          <a:pt x="137450" y="34196"/>
                          <a:pt x="107928" y="44798"/>
                        </a:cubicBezTo>
                        <a:cubicBezTo>
                          <a:pt x="78406" y="55391"/>
                          <a:pt x="51515" y="64411"/>
                          <a:pt x="32014" y="70858"/>
                        </a:cubicBezTo>
                        <a:cubicBezTo>
                          <a:pt x="12513" y="77272"/>
                          <a:pt x="346" y="81015"/>
                          <a:pt x="7" y="80120"/>
                        </a:cubicBezTo>
                        <a:cubicBezTo>
                          <a:pt x="-324" y="79257"/>
                          <a:pt x="11254" y="73924"/>
                          <a:pt x="30368" y="66332"/>
                        </a:cubicBezTo>
                        <a:cubicBezTo>
                          <a:pt x="49474" y="58723"/>
                          <a:pt x="76139" y="48969"/>
                          <a:pt x="105612" y="38391"/>
                        </a:cubicBezTo>
                        <a:cubicBezTo>
                          <a:pt x="134973" y="27660"/>
                          <a:pt x="161509" y="17962"/>
                          <a:pt x="180881" y="10878"/>
                        </a:cubicBezTo>
                        <a:cubicBezTo>
                          <a:pt x="200099" y="3690"/>
                          <a:pt x="212000" y="-788"/>
                          <a:pt x="212403" y="115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2" name="任意多边形 711">
                    <a:extLst>
                      <a:ext uri="{FF2B5EF4-FFF2-40B4-BE49-F238E27FC236}">
                        <a16:creationId xmlns:a16="http://schemas.microsoft.com/office/drawing/2014/main" id="{970B4E47-4693-9057-8A3A-52A4AA565464}"/>
                      </a:ext>
                    </a:extLst>
                  </p:cNvPr>
                  <p:cNvSpPr/>
                  <p:nvPr/>
                </p:nvSpPr>
                <p:spPr>
                  <a:xfrm>
                    <a:off x="7914387" y="5035170"/>
                    <a:ext cx="171465" cy="72645"/>
                  </a:xfrm>
                  <a:custGeom>
                    <a:avLst/>
                    <a:gdLst>
                      <a:gd name="connsiteX0" fmla="*/ 171449 w 171465"/>
                      <a:gd name="connsiteY0" fmla="*/ 127 h 72645"/>
                      <a:gd name="connsiteX1" fmla="*/ 87128 w 171465"/>
                      <a:gd name="connsiteY1" fmla="*/ 39790 h 72645"/>
                      <a:gd name="connsiteX2" fmla="*/ 25898 w 171465"/>
                      <a:gd name="connsiteY2" fmla="*/ 63737 h 72645"/>
                      <a:gd name="connsiteX3" fmla="*/ 15 w 171465"/>
                      <a:gd name="connsiteY3" fmla="*/ 72515 h 72645"/>
                      <a:gd name="connsiteX4" fmla="*/ 84595 w 171465"/>
                      <a:gd name="connsiteY4" fmla="*/ 33465 h 72645"/>
                      <a:gd name="connsiteX5" fmla="*/ 145672 w 171465"/>
                      <a:gd name="connsiteY5" fmla="*/ 9212 h 72645"/>
                      <a:gd name="connsiteX6" fmla="*/ 171449 w 171465"/>
                      <a:gd name="connsiteY6" fmla="*/ 127 h 726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1465" h="72645">
                        <a:moveTo>
                          <a:pt x="171449" y="127"/>
                        </a:moveTo>
                        <a:cubicBezTo>
                          <a:pt x="172353" y="1918"/>
                          <a:pt x="135029" y="21024"/>
                          <a:pt x="87128" y="39790"/>
                        </a:cubicBezTo>
                        <a:cubicBezTo>
                          <a:pt x="63262" y="49125"/>
                          <a:pt x="41704" y="57556"/>
                          <a:pt x="25898" y="63737"/>
                        </a:cubicBezTo>
                        <a:cubicBezTo>
                          <a:pt x="10206" y="69780"/>
                          <a:pt x="419" y="73394"/>
                          <a:pt x="15" y="72515"/>
                        </a:cubicBezTo>
                        <a:cubicBezTo>
                          <a:pt x="-872" y="70683"/>
                          <a:pt x="36734" y="52215"/>
                          <a:pt x="84595" y="33465"/>
                        </a:cubicBezTo>
                        <a:cubicBezTo>
                          <a:pt x="108404" y="24009"/>
                          <a:pt x="129906" y="15473"/>
                          <a:pt x="145672" y="9212"/>
                        </a:cubicBezTo>
                        <a:cubicBezTo>
                          <a:pt x="161299" y="3015"/>
                          <a:pt x="171022" y="-753"/>
                          <a:pt x="171449" y="127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3" name="任意多边形 712">
                    <a:extLst>
                      <a:ext uri="{FF2B5EF4-FFF2-40B4-BE49-F238E27FC236}">
                        <a16:creationId xmlns:a16="http://schemas.microsoft.com/office/drawing/2014/main" id="{1D1FE04F-4D25-5F19-A90E-3B08D96F531F}"/>
                      </a:ext>
                    </a:extLst>
                  </p:cNvPr>
                  <p:cNvSpPr/>
                  <p:nvPr/>
                </p:nvSpPr>
                <p:spPr>
                  <a:xfrm>
                    <a:off x="7901498" y="5084627"/>
                    <a:ext cx="97219" cy="43201"/>
                  </a:xfrm>
                  <a:custGeom>
                    <a:avLst/>
                    <a:gdLst>
                      <a:gd name="connsiteX0" fmla="*/ 97193 w 97219"/>
                      <a:gd name="connsiteY0" fmla="*/ 193 h 43201"/>
                      <a:gd name="connsiteX1" fmla="*/ 49372 w 97219"/>
                      <a:gd name="connsiteY1" fmla="*/ 23631 h 43201"/>
                      <a:gd name="connsiteX2" fmla="*/ 43 w 97219"/>
                      <a:gd name="connsiteY2" fmla="*/ 43059 h 43201"/>
                      <a:gd name="connsiteX3" fmla="*/ 46807 w 97219"/>
                      <a:gd name="connsiteY3" fmla="*/ 17321 h 43201"/>
                      <a:gd name="connsiteX4" fmla="*/ 97193 w 97219"/>
                      <a:gd name="connsiteY4" fmla="*/ 193 h 432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7219" h="43201">
                        <a:moveTo>
                          <a:pt x="97193" y="193"/>
                        </a:moveTo>
                        <a:cubicBezTo>
                          <a:pt x="98088" y="2032"/>
                          <a:pt x="76610" y="12908"/>
                          <a:pt x="49372" y="23631"/>
                        </a:cubicBezTo>
                        <a:cubicBezTo>
                          <a:pt x="22126" y="34281"/>
                          <a:pt x="995" y="44536"/>
                          <a:pt x="43" y="43059"/>
                        </a:cubicBezTo>
                        <a:cubicBezTo>
                          <a:pt x="-1063" y="41365"/>
                          <a:pt x="19318" y="28052"/>
                          <a:pt x="46807" y="17321"/>
                        </a:cubicBezTo>
                        <a:cubicBezTo>
                          <a:pt x="74174" y="6542"/>
                          <a:pt x="96426" y="-1348"/>
                          <a:pt x="97193" y="193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4" name="任意多边形 713">
                    <a:extLst>
                      <a:ext uri="{FF2B5EF4-FFF2-40B4-BE49-F238E27FC236}">
                        <a16:creationId xmlns:a16="http://schemas.microsoft.com/office/drawing/2014/main" id="{12A17B02-217B-3658-BAB4-F17EF7138237}"/>
                      </a:ext>
                    </a:extLst>
                  </p:cNvPr>
                  <p:cNvSpPr/>
                  <p:nvPr/>
                </p:nvSpPr>
                <p:spPr>
                  <a:xfrm>
                    <a:off x="7904404" y="5117543"/>
                    <a:ext cx="148592" cy="67929"/>
                  </a:xfrm>
                  <a:custGeom>
                    <a:avLst/>
                    <a:gdLst>
                      <a:gd name="connsiteX0" fmla="*/ 148578 w 148592"/>
                      <a:gd name="connsiteY0" fmla="*/ 146 h 67929"/>
                      <a:gd name="connsiteX1" fmla="*/ 76319 w 148592"/>
                      <a:gd name="connsiteY1" fmla="*/ 38357 h 67929"/>
                      <a:gd name="connsiteX2" fmla="*/ 10 w 148592"/>
                      <a:gd name="connsiteY2" fmla="*/ 67758 h 67929"/>
                      <a:gd name="connsiteX3" fmla="*/ 73455 w 148592"/>
                      <a:gd name="connsiteY3" fmla="*/ 32177 h 67929"/>
                      <a:gd name="connsiteX4" fmla="*/ 148578 w 148592"/>
                      <a:gd name="connsiteY4" fmla="*/ 146 h 679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8592" h="67929">
                        <a:moveTo>
                          <a:pt x="148578" y="146"/>
                        </a:moveTo>
                        <a:cubicBezTo>
                          <a:pt x="149353" y="1768"/>
                          <a:pt x="117233" y="19252"/>
                          <a:pt x="76319" y="38357"/>
                        </a:cubicBezTo>
                        <a:cubicBezTo>
                          <a:pt x="35405" y="57519"/>
                          <a:pt x="671" y="69525"/>
                          <a:pt x="10" y="67758"/>
                        </a:cubicBezTo>
                        <a:cubicBezTo>
                          <a:pt x="-660" y="66007"/>
                          <a:pt x="32694" y="51266"/>
                          <a:pt x="73455" y="32177"/>
                        </a:cubicBezTo>
                        <a:cubicBezTo>
                          <a:pt x="114232" y="13127"/>
                          <a:pt x="147723" y="-1637"/>
                          <a:pt x="148578" y="146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5" name="任意多边形 714">
                    <a:extLst>
                      <a:ext uri="{FF2B5EF4-FFF2-40B4-BE49-F238E27FC236}">
                        <a16:creationId xmlns:a16="http://schemas.microsoft.com/office/drawing/2014/main" id="{0781FD05-34BE-7BB4-D8C1-213C6F38E641}"/>
                      </a:ext>
                    </a:extLst>
                  </p:cNvPr>
                  <p:cNvSpPr/>
                  <p:nvPr/>
                </p:nvSpPr>
                <p:spPr>
                  <a:xfrm>
                    <a:off x="7970586" y="5075182"/>
                    <a:ext cx="141936" cy="61199"/>
                  </a:xfrm>
                  <a:custGeom>
                    <a:avLst/>
                    <a:gdLst>
                      <a:gd name="connsiteX0" fmla="*/ 141916 w 141936"/>
                      <a:gd name="connsiteY0" fmla="*/ 125 h 61199"/>
                      <a:gd name="connsiteX1" fmla="*/ 72375 w 141936"/>
                      <a:gd name="connsiteY1" fmla="*/ 34052 h 61199"/>
                      <a:gd name="connsiteX2" fmla="*/ 19 w 141936"/>
                      <a:gd name="connsiteY2" fmla="*/ 61072 h 61199"/>
                      <a:gd name="connsiteX3" fmla="*/ 69818 w 141936"/>
                      <a:gd name="connsiteY3" fmla="*/ 27734 h 61199"/>
                      <a:gd name="connsiteX4" fmla="*/ 141916 w 141936"/>
                      <a:gd name="connsiteY4" fmla="*/ 125 h 611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41936" h="61199">
                        <a:moveTo>
                          <a:pt x="141916" y="125"/>
                        </a:moveTo>
                        <a:cubicBezTo>
                          <a:pt x="142843" y="1892"/>
                          <a:pt x="112103" y="18383"/>
                          <a:pt x="72375" y="34052"/>
                        </a:cubicBezTo>
                        <a:cubicBezTo>
                          <a:pt x="32696" y="49712"/>
                          <a:pt x="794" y="62629"/>
                          <a:pt x="19" y="61072"/>
                        </a:cubicBezTo>
                        <a:cubicBezTo>
                          <a:pt x="-884" y="59265"/>
                          <a:pt x="30138" y="43403"/>
                          <a:pt x="69818" y="27734"/>
                        </a:cubicBezTo>
                        <a:cubicBezTo>
                          <a:pt x="109457" y="12090"/>
                          <a:pt x="141084" y="-1448"/>
                          <a:pt x="141916" y="125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6" name="任意多边形 715">
                    <a:extLst>
                      <a:ext uri="{FF2B5EF4-FFF2-40B4-BE49-F238E27FC236}">
                        <a16:creationId xmlns:a16="http://schemas.microsoft.com/office/drawing/2014/main" id="{4BCBE92A-A71D-7035-7512-C418D44F380B}"/>
                      </a:ext>
                    </a:extLst>
                  </p:cNvPr>
                  <p:cNvSpPr/>
                  <p:nvPr/>
                </p:nvSpPr>
                <p:spPr>
                  <a:xfrm>
                    <a:off x="7946743" y="5303351"/>
                    <a:ext cx="210542" cy="166744"/>
                  </a:xfrm>
                  <a:custGeom>
                    <a:avLst/>
                    <a:gdLst>
                      <a:gd name="connsiteX0" fmla="*/ 210522 w 210542"/>
                      <a:gd name="connsiteY0" fmla="*/ 45 h 166744"/>
                      <a:gd name="connsiteX1" fmla="*/ 180677 w 210542"/>
                      <a:gd name="connsiteY1" fmla="*/ 25750 h 166744"/>
                      <a:gd name="connsiteX2" fmla="*/ 107272 w 210542"/>
                      <a:gd name="connsiteY2" fmla="*/ 86197 h 166744"/>
                      <a:gd name="connsiteX3" fmla="*/ 64357 w 210542"/>
                      <a:gd name="connsiteY3" fmla="*/ 116429 h 166744"/>
                      <a:gd name="connsiteX4" fmla="*/ 30067 w 210542"/>
                      <a:gd name="connsiteY4" fmla="*/ 141408 h 166744"/>
                      <a:gd name="connsiteX5" fmla="*/ 30 w 210542"/>
                      <a:gd name="connsiteY5" fmla="*/ 166710 h 166744"/>
                      <a:gd name="connsiteX6" fmla="*/ 26953 w 210542"/>
                      <a:gd name="connsiteY6" fmla="*/ 137729 h 166744"/>
                      <a:gd name="connsiteX7" fmla="*/ 60816 w 210542"/>
                      <a:gd name="connsiteY7" fmla="*/ 111241 h 166744"/>
                      <a:gd name="connsiteX8" fmla="*/ 103101 w 210542"/>
                      <a:gd name="connsiteY8" fmla="*/ 80808 h 166744"/>
                      <a:gd name="connsiteX9" fmla="*/ 177668 w 210542"/>
                      <a:gd name="connsiteY9" fmla="*/ 21974 h 166744"/>
                      <a:gd name="connsiteX10" fmla="*/ 210522 w 210542"/>
                      <a:gd name="connsiteY10" fmla="*/ 45 h 1667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10542" h="166744">
                        <a:moveTo>
                          <a:pt x="210522" y="45"/>
                        </a:moveTo>
                        <a:cubicBezTo>
                          <a:pt x="211103" y="860"/>
                          <a:pt x="199283" y="10146"/>
                          <a:pt x="180677" y="25750"/>
                        </a:cubicBezTo>
                        <a:cubicBezTo>
                          <a:pt x="161951" y="41201"/>
                          <a:pt x="136721" y="63364"/>
                          <a:pt x="107272" y="86197"/>
                        </a:cubicBezTo>
                        <a:cubicBezTo>
                          <a:pt x="92604" y="97525"/>
                          <a:pt x="77864" y="107957"/>
                          <a:pt x="64357" y="116429"/>
                        </a:cubicBezTo>
                        <a:cubicBezTo>
                          <a:pt x="51045" y="125264"/>
                          <a:pt x="39491" y="133848"/>
                          <a:pt x="30067" y="141408"/>
                        </a:cubicBezTo>
                        <a:cubicBezTo>
                          <a:pt x="11188" y="156520"/>
                          <a:pt x="820" y="167437"/>
                          <a:pt x="30" y="166710"/>
                        </a:cubicBezTo>
                        <a:cubicBezTo>
                          <a:pt x="-592" y="166194"/>
                          <a:pt x="8606" y="154011"/>
                          <a:pt x="26953" y="137729"/>
                        </a:cubicBezTo>
                        <a:cubicBezTo>
                          <a:pt x="36103" y="129589"/>
                          <a:pt x="47527" y="120479"/>
                          <a:pt x="60816" y="111241"/>
                        </a:cubicBezTo>
                        <a:cubicBezTo>
                          <a:pt x="74362" y="102318"/>
                          <a:pt x="88393" y="92143"/>
                          <a:pt x="103101" y="80808"/>
                        </a:cubicBezTo>
                        <a:cubicBezTo>
                          <a:pt x="132316" y="58160"/>
                          <a:pt x="158102" y="36521"/>
                          <a:pt x="177668" y="21974"/>
                        </a:cubicBezTo>
                        <a:cubicBezTo>
                          <a:pt x="197136" y="7274"/>
                          <a:pt x="210013" y="-673"/>
                          <a:pt x="210522" y="45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7" name="任意多边形 716">
                    <a:extLst>
                      <a:ext uri="{FF2B5EF4-FFF2-40B4-BE49-F238E27FC236}">
                        <a16:creationId xmlns:a16="http://schemas.microsoft.com/office/drawing/2014/main" id="{A97AB9BC-8201-BA99-B84A-B90913128EF8}"/>
                      </a:ext>
                    </a:extLst>
                  </p:cNvPr>
                  <p:cNvSpPr/>
                  <p:nvPr/>
                </p:nvSpPr>
                <p:spPr>
                  <a:xfrm>
                    <a:off x="7975293" y="5378000"/>
                    <a:ext cx="60145" cy="40363"/>
                  </a:xfrm>
                  <a:custGeom>
                    <a:avLst/>
                    <a:gdLst>
                      <a:gd name="connsiteX0" fmla="*/ 60060 w 60145"/>
                      <a:gd name="connsiteY0" fmla="*/ 156 h 40363"/>
                      <a:gd name="connsiteX1" fmla="*/ 32475 w 60145"/>
                      <a:gd name="connsiteY1" fmla="*/ 23828 h 40363"/>
                      <a:gd name="connsiteX2" fmla="*/ 56 w 60145"/>
                      <a:gd name="connsiteY2" fmla="*/ 40150 h 40363"/>
                      <a:gd name="connsiteX3" fmla="*/ 28755 w 60145"/>
                      <a:gd name="connsiteY3" fmla="*/ 18116 h 40363"/>
                      <a:gd name="connsiteX4" fmla="*/ 60060 w 60145"/>
                      <a:gd name="connsiteY4" fmla="*/ 156 h 403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0145" h="40363">
                        <a:moveTo>
                          <a:pt x="60060" y="156"/>
                        </a:moveTo>
                        <a:cubicBezTo>
                          <a:pt x="61278" y="1616"/>
                          <a:pt x="49353" y="13000"/>
                          <a:pt x="32475" y="23828"/>
                        </a:cubicBezTo>
                        <a:cubicBezTo>
                          <a:pt x="15644" y="34696"/>
                          <a:pt x="1025" y="41699"/>
                          <a:pt x="56" y="40150"/>
                        </a:cubicBezTo>
                        <a:cubicBezTo>
                          <a:pt x="-968" y="38504"/>
                          <a:pt x="12110" y="28871"/>
                          <a:pt x="28755" y="18116"/>
                        </a:cubicBezTo>
                        <a:cubicBezTo>
                          <a:pt x="45432" y="7425"/>
                          <a:pt x="58874" y="-1280"/>
                          <a:pt x="60060" y="156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8" name="任意多边形 717">
                    <a:extLst>
                      <a:ext uri="{FF2B5EF4-FFF2-40B4-BE49-F238E27FC236}">
                        <a16:creationId xmlns:a16="http://schemas.microsoft.com/office/drawing/2014/main" id="{CC131E0A-547C-EF00-7E84-A9CFED7BEAC8}"/>
                      </a:ext>
                    </a:extLst>
                  </p:cNvPr>
                  <p:cNvSpPr/>
                  <p:nvPr/>
                </p:nvSpPr>
                <p:spPr>
                  <a:xfrm>
                    <a:off x="7931532" y="5197176"/>
                    <a:ext cx="264803" cy="185794"/>
                  </a:xfrm>
                  <a:custGeom>
                    <a:avLst/>
                    <a:gdLst>
                      <a:gd name="connsiteX0" fmla="*/ 264782 w 264803"/>
                      <a:gd name="connsiteY0" fmla="*/ 33 h 185794"/>
                      <a:gd name="connsiteX1" fmla="*/ 256278 w 264803"/>
                      <a:gd name="connsiteY1" fmla="*/ 9627 h 185794"/>
                      <a:gd name="connsiteX2" fmla="*/ 230653 w 264803"/>
                      <a:gd name="connsiteY2" fmla="*/ 33210 h 185794"/>
                      <a:gd name="connsiteX3" fmla="*/ 139684 w 264803"/>
                      <a:gd name="connsiteY3" fmla="*/ 103267 h 185794"/>
                      <a:gd name="connsiteX4" fmla="*/ 40848 w 264803"/>
                      <a:gd name="connsiteY4" fmla="*/ 161632 h 185794"/>
                      <a:gd name="connsiteX5" fmla="*/ 15 w 264803"/>
                      <a:gd name="connsiteY5" fmla="*/ 185748 h 185794"/>
                      <a:gd name="connsiteX6" fmla="*/ 9640 w 264803"/>
                      <a:gd name="connsiteY6" fmla="*/ 177276 h 185794"/>
                      <a:gd name="connsiteX7" fmla="*/ 38355 w 264803"/>
                      <a:gd name="connsiteY7" fmla="*/ 157518 h 185794"/>
                      <a:gd name="connsiteX8" fmla="*/ 135803 w 264803"/>
                      <a:gd name="connsiteY8" fmla="*/ 97675 h 185794"/>
                      <a:gd name="connsiteX9" fmla="*/ 227579 w 264803"/>
                      <a:gd name="connsiteY9" fmla="*/ 29515 h 185794"/>
                      <a:gd name="connsiteX10" fmla="*/ 264782 w 264803"/>
                      <a:gd name="connsiteY10" fmla="*/ 33 h 1857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4803" h="185794">
                        <a:moveTo>
                          <a:pt x="264782" y="33"/>
                        </a:moveTo>
                        <a:cubicBezTo>
                          <a:pt x="265088" y="364"/>
                          <a:pt x="262103" y="3809"/>
                          <a:pt x="256278" y="9627"/>
                        </a:cubicBezTo>
                        <a:cubicBezTo>
                          <a:pt x="250469" y="15452"/>
                          <a:pt x="241763" y="23568"/>
                          <a:pt x="230653" y="33210"/>
                        </a:cubicBezTo>
                        <a:cubicBezTo>
                          <a:pt x="208441" y="52509"/>
                          <a:pt x="176443" y="77537"/>
                          <a:pt x="139684" y="103267"/>
                        </a:cubicBezTo>
                        <a:cubicBezTo>
                          <a:pt x="102417" y="128754"/>
                          <a:pt x="65981" y="146714"/>
                          <a:pt x="40848" y="161632"/>
                        </a:cubicBezTo>
                        <a:cubicBezTo>
                          <a:pt x="15481" y="176187"/>
                          <a:pt x="636" y="186579"/>
                          <a:pt x="15" y="185748"/>
                        </a:cubicBezTo>
                        <a:cubicBezTo>
                          <a:pt x="-252" y="185385"/>
                          <a:pt x="3121" y="182319"/>
                          <a:pt x="9640" y="177276"/>
                        </a:cubicBezTo>
                        <a:cubicBezTo>
                          <a:pt x="16167" y="172250"/>
                          <a:pt x="25930" y="165408"/>
                          <a:pt x="38355" y="157518"/>
                        </a:cubicBezTo>
                        <a:cubicBezTo>
                          <a:pt x="63020" y="141453"/>
                          <a:pt x="99149" y="122759"/>
                          <a:pt x="135803" y="97675"/>
                        </a:cubicBezTo>
                        <a:cubicBezTo>
                          <a:pt x="172368" y="72083"/>
                          <a:pt x="204714" y="47749"/>
                          <a:pt x="227579" y="29515"/>
                        </a:cubicBezTo>
                        <a:cubicBezTo>
                          <a:pt x="250485" y="11281"/>
                          <a:pt x="264080" y="-717"/>
                          <a:pt x="264782" y="33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19" name="任意多边形 718">
                    <a:extLst>
                      <a:ext uri="{FF2B5EF4-FFF2-40B4-BE49-F238E27FC236}">
                        <a16:creationId xmlns:a16="http://schemas.microsoft.com/office/drawing/2014/main" id="{35AC2EA5-E597-2E78-9F47-B9C09EC45764}"/>
                      </a:ext>
                    </a:extLst>
                  </p:cNvPr>
                  <p:cNvSpPr/>
                  <p:nvPr/>
                </p:nvSpPr>
                <p:spPr>
                  <a:xfrm>
                    <a:off x="8088647" y="5199913"/>
                    <a:ext cx="84843" cy="54581"/>
                  </a:xfrm>
                  <a:custGeom>
                    <a:avLst/>
                    <a:gdLst>
                      <a:gd name="connsiteX0" fmla="*/ 84802 w 84843"/>
                      <a:gd name="connsiteY0" fmla="*/ 153 h 54581"/>
                      <a:gd name="connsiteX1" fmla="*/ 44324 w 84843"/>
                      <a:gd name="connsiteY1" fmla="*/ 30118 h 54581"/>
                      <a:gd name="connsiteX2" fmla="*/ 45 w 84843"/>
                      <a:gd name="connsiteY2" fmla="*/ 54436 h 54581"/>
                      <a:gd name="connsiteX3" fmla="*/ 40524 w 84843"/>
                      <a:gd name="connsiteY3" fmla="*/ 24471 h 54581"/>
                      <a:gd name="connsiteX4" fmla="*/ 84802 w 84843"/>
                      <a:gd name="connsiteY4" fmla="*/ 153 h 545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4843" h="54581">
                        <a:moveTo>
                          <a:pt x="84802" y="153"/>
                        </a:moveTo>
                        <a:cubicBezTo>
                          <a:pt x="85827" y="1726"/>
                          <a:pt x="67706" y="15144"/>
                          <a:pt x="44324" y="30118"/>
                        </a:cubicBezTo>
                        <a:cubicBezTo>
                          <a:pt x="20942" y="45093"/>
                          <a:pt x="1110" y="55977"/>
                          <a:pt x="45" y="54436"/>
                        </a:cubicBezTo>
                        <a:cubicBezTo>
                          <a:pt x="-1028" y="52887"/>
                          <a:pt x="17102" y="39469"/>
                          <a:pt x="40524" y="24471"/>
                        </a:cubicBezTo>
                        <a:cubicBezTo>
                          <a:pt x="63946" y="9463"/>
                          <a:pt x="83777" y="-1429"/>
                          <a:pt x="84802" y="153"/>
                        </a:cubicBezTo>
                        <a:close/>
                      </a:path>
                    </a:pathLst>
                  </a:custGeom>
                  <a:solidFill>
                    <a:srgbClr val="B9BC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0" name="任意多边形 719">
                    <a:extLst>
                      <a:ext uri="{FF2B5EF4-FFF2-40B4-BE49-F238E27FC236}">
                        <a16:creationId xmlns:a16="http://schemas.microsoft.com/office/drawing/2014/main" id="{C0ECA7E0-9F00-6F81-7D3C-601B8ED855BA}"/>
                      </a:ext>
                    </a:extLst>
                  </p:cNvPr>
                  <p:cNvSpPr/>
                  <p:nvPr/>
                </p:nvSpPr>
                <p:spPr>
                  <a:xfrm>
                    <a:off x="6948431" y="5737156"/>
                    <a:ext cx="486833" cy="138066"/>
                  </a:xfrm>
                  <a:custGeom>
                    <a:avLst/>
                    <a:gdLst>
                      <a:gd name="connsiteX0" fmla="*/ 486831 w 486833"/>
                      <a:gd name="connsiteY0" fmla="*/ 116743 h 138066"/>
                      <a:gd name="connsiteX1" fmla="*/ 242380 w 486833"/>
                      <a:gd name="connsiteY1" fmla="*/ 118921 h 138066"/>
                      <a:gd name="connsiteX2" fmla="*/ 2 w 486833"/>
                      <a:gd name="connsiteY2" fmla="*/ 21320 h 138066"/>
                      <a:gd name="connsiteX3" fmla="*/ 244446 w 486833"/>
                      <a:gd name="connsiteY3" fmla="*/ 19142 h 138066"/>
                      <a:gd name="connsiteX4" fmla="*/ 486831 w 486833"/>
                      <a:gd name="connsiteY4" fmla="*/ 116743 h 1380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6833" h="138066">
                        <a:moveTo>
                          <a:pt x="486831" y="116743"/>
                        </a:moveTo>
                        <a:cubicBezTo>
                          <a:pt x="486259" y="144304"/>
                          <a:pt x="376813" y="145273"/>
                          <a:pt x="242380" y="118921"/>
                        </a:cubicBezTo>
                        <a:cubicBezTo>
                          <a:pt x="107947" y="92571"/>
                          <a:pt x="-571" y="48865"/>
                          <a:pt x="2" y="21320"/>
                        </a:cubicBezTo>
                        <a:cubicBezTo>
                          <a:pt x="575" y="-6241"/>
                          <a:pt x="110021" y="-7201"/>
                          <a:pt x="244446" y="19142"/>
                        </a:cubicBezTo>
                        <a:cubicBezTo>
                          <a:pt x="378886" y="45493"/>
                          <a:pt x="487404" y="89190"/>
                          <a:pt x="486831" y="116743"/>
                        </a:cubicBezTo>
                        <a:close/>
                      </a:path>
                    </a:pathLst>
                  </a:custGeom>
                  <a:noFill/>
                  <a:ln w="2251" cap="flat">
                    <a:solidFill>
                      <a:srgbClr val="FFE2E4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1" name="任意多边形 720">
                    <a:extLst>
                      <a:ext uri="{FF2B5EF4-FFF2-40B4-BE49-F238E27FC236}">
                        <a16:creationId xmlns:a16="http://schemas.microsoft.com/office/drawing/2014/main" id="{4BF7BB12-464A-3AF2-D6A6-8E1349281115}"/>
                      </a:ext>
                    </a:extLst>
                  </p:cNvPr>
                  <p:cNvSpPr/>
                  <p:nvPr/>
                </p:nvSpPr>
                <p:spPr>
                  <a:xfrm>
                    <a:off x="8169639" y="5559588"/>
                    <a:ext cx="87624" cy="54304"/>
                  </a:xfrm>
                  <a:custGeom>
                    <a:avLst/>
                    <a:gdLst>
                      <a:gd name="connsiteX0" fmla="*/ 87623 w 87624"/>
                      <a:gd name="connsiteY0" fmla="*/ 7 h 54304"/>
                      <a:gd name="connsiteX1" fmla="*/ 84291 w 87624"/>
                      <a:gd name="connsiteY1" fmla="*/ 2330 h 54304"/>
                      <a:gd name="connsiteX2" fmla="*/ 75117 w 87624"/>
                      <a:gd name="connsiteY2" fmla="*/ 8486 h 54304"/>
                      <a:gd name="connsiteX3" fmla="*/ 45249 w 87624"/>
                      <a:gd name="connsiteY3" fmla="*/ 29456 h 54304"/>
                      <a:gd name="connsiteX4" fmla="*/ 13080 w 87624"/>
                      <a:gd name="connsiteY4" fmla="*/ 46778 h 54304"/>
                      <a:gd name="connsiteX5" fmla="*/ 3504 w 87624"/>
                      <a:gd name="connsiteY5" fmla="*/ 52241 h 54304"/>
                      <a:gd name="connsiteX6" fmla="*/ 2 w 87624"/>
                      <a:gd name="connsiteY6" fmla="*/ 54298 h 54304"/>
                      <a:gd name="connsiteX7" fmla="*/ 3181 w 87624"/>
                      <a:gd name="connsiteY7" fmla="*/ 51757 h 54304"/>
                      <a:gd name="connsiteX8" fmla="*/ 12572 w 87624"/>
                      <a:gd name="connsiteY8" fmla="*/ 45859 h 54304"/>
                      <a:gd name="connsiteX9" fmla="*/ 44426 w 87624"/>
                      <a:gd name="connsiteY9" fmla="*/ 28221 h 54304"/>
                      <a:gd name="connsiteX10" fmla="*/ 74528 w 87624"/>
                      <a:gd name="connsiteY10" fmla="*/ 7615 h 54304"/>
                      <a:gd name="connsiteX11" fmla="*/ 83984 w 87624"/>
                      <a:gd name="connsiteY11" fmla="*/ 1838 h 54304"/>
                      <a:gd name="connsiteX12" fmla="*/ 87623 w 87624"/>
                      <a:gd name="connsiteY12" fmla="*/ 7 h 543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87624" h="54304">
                        <a:moveTo>
                          <a:pt x="87623" y="7"/>
                        </a:moveTo>
                        <a:cubicBezTo>
                          <a:pt x="87680" y="103"/>
                          <a:pt x="86478" y="902"/>
                          <a:pt x="84291" y="2330"/>
                        </a:cubicBezTo>
                        <a:cubicBezTo>
                          <a:pt x="82088" y="3807"/>
                          <a:pt x="78966" y="5904"/>
                          <a:pt x="75117" y="8486"/>
                        </a:cubicBezTo>
                        <a:cubicBezTo>
                          <a:pt x="67404" y="13731"/>
                          <a:pt x="57125" y="21516"/>
                          <a:pt x="45249" y="29456"/>
                        </a:cubicBezTo>
                        <a:cubicBezTo>
                          <a:pt x="33171" y="37250"/>
                          <a:pt x="21229" y="42276"/>
                          <a:pt x="13080" y="46778"/>
                        </a:cubicBezTo>
                        <a:cubicBezTo>
                          <a:pt x="8974" y="48973"/>
                          <a:pt x="5714" y="50861"/>
                          <a:pt x="3504" y="52241"/>
                        </a:cubicBezTo>
                        <a:cubicBezTo>
                          <a:pt x="1285" y="53612"/>
                          <a:pt x="67" y="54387"/>
                          <a:pt x="2" y="54298"/>
                        </a:cubicBezTo>
                        <a:cubicBezTo>
                          <a:pt x="-55" y="54225"/>
                          <a:pt x="1051" y="53290"/>
                          <a:pt x="3181" y="51757"/>
                        </a:cubicBezTo>
                        <a:cubicBezTo>
                          <a:pt x="5303" y="50224"/>
                          <a:pt x="8506" y="48182"/>
                          <a:pt x="12572" y="45859"/>
                        </a:cubicBezTo>
                        <a:cubicBezTo>
                          <a:pt x="20640" y="41098"/>
                          <a:pt x="32525" y="35902"/>
                          <a:pt x="44426" y="28221"/>
                        </a:cubicBezTo>
                        <a:cubicBezTo>
                          <a:pt x="56237" y="20323"/>
                          <a:pt x="66637" y="12649"/>
                          <a:pt x="74528" y="7615"/>
                        </a:cubicBezTo>
                        <a:cubicBezTo>
                          <a:pt x="78458" y="5074"/>
                          <a:pt x="81693" y="3113"/>
                          <a:pt x="83984" y="1838"/>
                        </a:cubicBezTo>
                        <a:cubicBezTo>
                          <a:pt x="86276" y="555"/>
                          <a:pt x="87575" y="-74"/>
                          <a:pt x="87623" y="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2" name="任意多边形 721">
                    <a:extLst>
                      <a:ext uri="{FF2B5EF4-FFF2-40B4-BE49-F238E27FC236}">
                        <a16:creationId xmlns:a16="http://schemas.microsoft.com/office/drawing/2014/main" id="{5C6FC0D0-9C0D-FB5A-BFA2-128762466A93}"/>
                      </a:ext>
                    </a:extLst>
                  </p:cNvPr>
                  <p:cNvSpPr/>
                  <p:nvPr/>
                </p:nvSpPr>
                <p:spPr>
                  <a:xfrm>
                    <a:off x="8180598" y="5057198"/>
                    <a:ext cx="47625" cy="28121"/>
                  </a:xfrm>
                  <a:custGeom>
                    <a:avLst/>
                    <a:gdLst>
                      <a:gd name="connsiteX0" fmla="*/ 47618 w 47625"/>
                      <a:gd name="connsiteY0" fmla="*/ 11 h 28121"/>
                      <a:gd name="connsiteX1" fmla="*/ 46198 w 47625"/>
                      <a:gd name="connsiteY1" fmla="*/ 1690 h 28121"/>
                      <a:gd name="connsiteX2" fmla="*/ 41713 w 47625"/>
                      <a:gd name="connsiteY2" fmla="*/ 5651 h 28121"/>
                      <a:gd name="connsiteX3" fmla="*/ 24923 w 47625"/>
                      <a:gd name="connsiteY3" fmla="*/ 15938 h 28121"/>
                      <a:gd name="connsiteX4" fmla="*/ 7301 w 47625"/>
                      <a:gd name="connsiteY4" fmla="*/ 24531 h 28121"/>
                      <a:gd name="connsiteX5" fmla="*/ 8 w 47625"/>
                      <a:gd name="connsiteY5" fmla="*/ 28105 h 28121"/>
                      <a:gd name="connsiteX6" fmla="*/ 24253 w 47625"/>
                      <a:gd name="connsiteY6" fmla="*/ 14615 h 28121"/>
                      <a:gd name="connsiteX7" fmla="*/ 41091 w 47625"/>
                      <a:gd name="connsiteY7" fmla="*/ 4804 h 28121"/>
                      <a:gd name="connsiteX8" fmla="*/ 47618 w 47625"/>
                      <a:gd name="connsiteY8" fmla="*/ 11 h 281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7625" h="28121">
                        <a:moveTo>
                          <a:pt x="47618" y="11"/>
                        </a:moveTo>
                        <a:cubicBezTo>
                          <a:pt x="47691" y="84"/>
                          <a:pt x="47183" y="681"/>
                          <a:pt x="46198" y="1690"/>
                        </a:cubicBezTo>
                        <a:cubicBezTo>
                          <a:pt x="45230" y="2722"/>
                          <a:pt x="43697" y="4078"/>
                          <a:pt x="41713" y="5651"/>
                        </a:cubicBezTo>
                        <a:cubicBezTo>
                          <a:pt x="37759" y="8814"/>
                          <a:pt x="31780" y="12493"/>
                          <a:pt x="24923" y="15938"/>
                        </a:cubicBezTo>
                        <a:cubicBezTo>
                          <a:pt x="18073" y="19278"/>
                          <a:pt x="11876" y="22304"/>
                          <a:pt x="7301" y="24531"/>
                        </a:cubicBezTo>
                        <a:cubicBezTo>
                          <a:pt x="2824" y="26774"/>
                          <a:pt x="129" y="28298"/>
                          <a:pt x="8" y="28105"/>
                        </a:cubicBezTo>
                        <a:cubicBezTo>
                          <a:pt x="-331" y="27605"/>
                          <a:pt x="10448" y="21183"/>
                          <a:pt x="24253" y="14615"/>
                        </a:cubicBezTo>
                        <a:cubicBezTo>
                          <a:pt x="31079" y="11186"/>
                          <a:pt x="37033" y="7708"/>
                          <a:pt x="41091" y="4804"/>
                        </a:cubicBezTo>
                        <a:cubicBezTo>
                          <a:pt x="45158" y="1932"/>
                          <a:pt x="47441" y="-174"/>
                          <a:pt x="47618" y="1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3" name="任意多边形 722">
                    <a:extLst>
                      <a:ext uri="{FF2B5EF4-FFF2-40B4-BE49-F238E27FC236}">
                        <a16:creationId xmlns:a16="http://schemas.microsoft.com/office/drawing/2014/main" id="{041C4223-A0BB-ECB1-C5F0-E6B0CA9BB726}"/>
                      </a:ext>
                    </a:extLst>
                  </p:cNvPr>
                  <p:cNvSpPr/>
                  <p:nvPr/>
                </p:nvSpPr>
                <p:spPr>
                  <a:xfrm>
                    <a:off x="7088893" y="5483681"/>
                    <a:ext cx="615065" cy="96092"/>
                  </a:xfrm>
                  <a:custGeom>
                    <a:avLst/>
                    <a:gdLst>
                      <a:gd name="connsiteX0" fmla="*/ 615066 w 615065"/>
                      <a:gd name="connsiteY0" fmla="*/ 96092 h 96092"/>
                      <a:gd name="connsiteX1" fmla="*/ 608780 w 615065"/>
                      <a:gd name="connsiteY1" fmla="*/ 95391 h 96092"/>
                      <a:gd name="connsiteX2" fmla="*/ 590796 w 615065"/>
                      <a:gd name="connsiteY2" fmla="*/ 93027 h 96092"/>
                      <a:gd name="connsiteX3" fmla="*/ 524790 w 615065"/>
                      <a:gd name="connsiteY3" fmla="*/ 83296 h 96092"/>
                      <a:gd name="connsiteX4" fmla="*/ 307456 w 615065"/>
                      <a:gd name="connsiteY4" fmla="*/ 48417 h 96092"/>
                      <a:gd name="connsiteX5" fmla="*/ 90211 w 615065"/>
                      <a:gd name="connsiteY5" fmla="*/ 13078 h 96092"/>
                      <a:gd name="connsiteX6" fmla="*/ 0 w 615065"/>
                      <a:gd name="connsiteY6" fmla="*/ 0 h 96092"/>
                      <a:gd name="connsiteX7" fmla="*/ 24350 w 615065"/>
                      <a:gd name="connsiteY7" fmla="*/ 2428 h 96092"/>
                      <a:gd name="connsiteX8" fmla="*/ 90413 w 615065"/>
                      <a:gd name="connsiteY8" fmla="*/ 11828 h 96092"/>
                      <a:gd name="connsiteX9" fmla="*/ 307755 w 615065"/>
                      <a:gd name="connsiteY9" fmla="*/ 46650 h 96092"/>
                      <a:gd name="connsiteX10" fmla="*/ 524992 w 615065"/>
                      <a:gd name="connsiteY10" fmla="*/ 82054 h 96092"/>
                      <a:gd name="connsiteX11" fmla="*/ 590901 w 615065"/>
                      <a:gd name="connsiteY11" fmla="*/ 92349 h 96092"/>
                      <a:gd name="connsiteX12" fmla="*/ 608837 w 615065"/>
                      <a:gd name="connsiteY12" fmla="*/ 95044 h 96092"/>
                      <a:gd name="connsiteX13" fmla="*/ 615066 w 615065"/>
                      <a:gd name="connsiteY13" fmla="*/ 96092 h 960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615065" h="96092">
                        <a:moveTo>
                          <a:pt x="615066" y="96092"/>
                        </a:moveTo>
                        <a:cubicBezTo>
                          <a:pt x="615066" y="96092"/>
                          <a:pt x="612895" y="95907"/>
                          <a:pt x="608780" y="95391"/>
                        </a:cubicBezTo>
                        <a:cubicBezTo>
                          <a:pt x="604658" y="94850"/>
                          <a:pt x="598599" y="94051"/>
                          <a:pt x="590796" y="93027"/>
                        </a:cubicBezTo>
                        <a:cubicBezTo>
                          <a:pt x="575193" y="90856"/>
                          <a:pt x="552634" y="87588"/>
                          <a:pt x="524790" y="83296"/>
                        </a:cubicBezTo>
                        <a:cubicBezTo>
                          <a:pt x="469103" y="74768"/>
                          <a:pt x="392278" y="62335"/>
                          <a:pt x="307456" y="48417"/>
                        </a:cubicBezTo>
                        <a:cubicBezTo>
                          <a:pt x="222627" y="34613"/>
                          <a:pt x="145817" y="22123"/>
                          <a:pt x="90211" y="13078"/>
                        </a:cubicBezTo>
                        <a:cubicBezTo>
                          <a:pt x="34596" y="4058"/>
                          <a:pt x="0" y="0"/>
                          <a:pt x="0" y="0"/>
                        </a:cubicBezTo>
                        <a:cubicBezTo>
                          <a:pt x="0" y="0"/>
                          <a:pt x="8730" y="330"/>
                          <a:pt x="24350" y="2428"/>
                        </a:cubicBezTo>
                        <a:cubicBezTo>
                          <a:pt x="39994" y="4308"/>
                          <a:pt x="62553" y="7616"/>
                          <a:pt x="90413" y="11828"/>
                        </a:cubicBezTo>
                        <a:cubicBezTo>
                          <a:pt x="146116" y="20259"/>
                          <a:pt x="222933" y="32749"/>
                          <a:pt x="307755" y="46650"/>
                        </a:cubicBezTo>
                        <a:cubicBezTo>
                          <a:pt x="392584" y="60471"/>
                          <a:pt x="469386" y="72985"/>
                          <a:pt x="524992" y="82054"/>
                        </a:cubicBezTo>
                        <a:cubicBezTo>
                          <a:pt x="552811" y="86394"/>
                          <a:pt x="575330" y="89912"/>
                          <a:pt x="590901" y="92349"/>
                        </a:cubicBezTo>
                        <a:cubicBezTo>
                          <a:pt x="598687" y="93519"/>
                          <a:pt x="604730" y="94430"/>
                          <a:pt x="608837" y="95044"/>
                        </a:cubicBezTo>
                        <a:cubicBezTo>
                          <a:pt x="612928" y="95665"/>
                          <a:pt x="615066" y="96092"/>
                          <a:pt x="615066" y="9609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4" name="任意多边形 723">
                    <a:extLst>
                      <a:ext uri="{FF2B5EF4-FFF2-40B4-BE49-F238E27FC236}">
                        <a16:creationId xmlns:a16="http://schemas.microsoft.com/office/drawing/2014/main" id="{256E30E8-B860-87B0-9B33-81E0AA8A252B}"/>
                      </a:ext>
                    </a:extLst>
                  </p:cNvPr>
                  <p:cNvSpPr/>
                  <p:nvPr/>
                </p:nvSpPr>
                <p:spPr>
                  <a:xfrm>
                    <a:off x="6699520" y="5608077"/>
                    <a:ext cx="317259" cy="73534"/>
                  </a:xfrm>
                  <a:custGeom>
                    <a:avLst/>
                    <a:gdLst>
                      <a:gd name="connsiteX0" fmla="*/ 317259 w 317259"/>
                      <a:gd name="connsiteY0" fmla="*/ 73534 h 73534"/>
                      <a:gd name="connsiteX1" fmla="*/ 314016 w 317259"/>
                      <a:gd name="connsiteY1" fmla="*/ 72848 h 73534"/>
                      <a:gd name="connsiteX2" fmla="*/ 304802 w 317259"/>
                      <a:gd name="connsiteY2" fmla="*/ 70557 h 73534"/>
                      <a:gd name="connsiteX3" fmla="*/ 270899 w 317259"/>
                      <a:gd name="connsiteY3" fmla="*/ 62295 h 73534"/>
                      <a:gd name="connsiteX4" fmla="*/ 158258 w 317259"/>
                      <a:gd name="connsiteY4" fmla="*/ 38405 h 73534"/>
                      <a:gd name="connsiteX5" fmla="*/ 45796 w 317259"/>
                      <a:gd name="connsiteY5" fmla="*/ 13442 h 73534"/>
                      <a:gd name="connsiteX6" fmla="*/ 12167 w 317259"/>
                      <a:gd name="connsiteY6" fmla="*/ 3994 h 73534"/>
                      <a:gd name="connsiteX7" fmla="*/ 3114 w 317259"/>
                      <a:gd name="connsiteY7" fmla="*/ 1121 h 73534"/>
                      <a:gd name="connsiteX8" fmla="*/ 0 w 317259"/>
                      <a:gd name="connsiteY8" fmla="*/ 0 h 73534"/>
                      <a:gd name="connsiteX9" fmla="*/ 3227 w 317259"/>
                      <a:gd name="connsiteY9" fmla="*/ 775 h 73534"/>
                      <a:gd name="connsiteX10" fmla="*/ 12369 w 317259"/>
                      <a:gd name="connsiteY10" fmla="*/ 3324 h 73534"/>
                      <a:gd name="connsiteX11" fmla="*/ 46110 w 317259"/>
                      <a:gd name="connsiteY11" fmla="*/ 12207 h 73534"/>
                      <a:gd name="connsiteX12" fmla="*/ 158621 w 317259"/>
                      <a:gd name="connsiteY12" fmla="*/ 36646 h 73534"/>
                      <a:gd name="connsiteX13" fmla="*/ 271206 w 317259"/>
                      <a:gd name="connsiteY13" fmla="*/ 61060 h 73534"/>
                      <a:gd name="connsiteX14" fmla="*/ 304995 w 317259"/>
                      <a:gd name="connsiteY14" fmla="*/ 69879 h 73534"/>
                      <a:gd name="connsiteX15" fmla="*/ 314120 w 317259"/>
                      <a:gd name="connsiteY15" fmla="*/ 72501 h 73534"/>
                      <a:gd name="connsiteX16" fmla="*/ 317259 w 317259"/>
                      <a:gd name="connsiteY16" fmla="*/ 73534 h 73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317259" h="73534">
                        <a:moveTo>
                          <a:pt x="317259" y="73534"/>
                        </a:moveTo>
                        <a:cubicBezTo>
                          <a:pt x="317259" y="73534"/>
                          <a:pt x="316130" y="73356"/>
                          <a:pt x="314016" y="72848"/>
                        </a:cubicBezTo>
                        <a:cubicBezTo>
                          <a:pt x="311894" y="72324"/>
                          <a:pt x="308796" y="71549"/>
                          <a:pt x="304802" y="70557"/>
                        </a:cubicBezTo>
                        <a:cubicBezTo>
                          <a:pt x="296830" y="68475"/>
                          <a:pt x="285237" y="65676"/>
                          <a:pt x="270899" y="62295"/>
                        </a:cubicBezTo>
                        <a:cubicBezTo>
                          <a:pt x="242216" y="55542"/>
                          <a:pt x="202351" y="47256"/>
                          <a:pt x="158258" y="38405"/>
                        </a:cubicBezTo>
                        <a:cubicBezTo>
                          <a:pt x="114166" y="29538"/>
                          <a:pt x="74324" y="20961"/>
                          <a:pt x="45796" y="13442"/>
                        </a:cubicBezTo>
                        <a:cubicBezTo>
                          <a:pt x="31515" y="9779"/>
                          <a:pt x="20042" y="6447"/>
                          <a:pt x="12167" y="3994"/>
                        </a:cubicBezTo>
                        <a:cubicBezTo>
                          <a:pt x="8246" y="2751"/>
                          <a:pt x="5196" y="1783"/>
                          <a:pt x="3114" y="1121"/>
                        </a:cubicBezTo>
                        <a:cubicBezTo>
                          <a:pt x="1049" y="444"/>
                          <a:pt x="0" y="0"/>
                          <a:pt x="0" y="0"/>
                        </a:cubicBezTo>
                        <a:cubicBezTo>
                          <a:pt x="0" y="0"/>
                          <a:pt x="1130" y="210"/>
                          <a:pt x="3227" y="775"/>
                        </a:cubicBezTo>
                        <a:cubicBezTo>
                          <a:pt x="5333" y="1364"/>
                          <a:pt x="8407" y="2219"/>
                          <a:pt x="12369" y="3324"/>
                        </a:cubicBezTo>
                        <a:cubicBezTo>
                          <a:pt x="20292" y="5567"/>
                          <a:pt x="31805" y="8705"/>
                          <a:pt x="46110" y="12207"/>
                        </a:cubicBezTo>
                        <a:cubicBezTo>
                          <a:pt x="74688" y="19404"/>
                          <a:pt x="114529" y="27779"/>
                          <a:pt x="158621" y="36646"/>
                        </a:cubicBezTo>
                        <a:cubicBezTo>
                          <a:pt x="202714" y="45497"/>
                          <a:pt x="242572" y="53977"/>
                          <a:pt x="271206" y="61060"/>
                        </a:cubicBezTo>
                        <a:cubicBezTo>
                          <a:pt x="285519" y="64603"/>
                          <a:pt x="297072" y="67596"/>
                          <a:pt x="304995" y="69879"/>
                        </a:cubicBezTo>
                        <a:cubicBezTo>
                          <a:pt x="308949" y="71017"/>
                          <a:pt x="312023" y="71896"/>
                          <a:pt x="314120" y="72501"/>
                        </a:cubicBezTo>
                        <a:cubicBezTo>
                          <a:pt x="316194" y="73114"/>
                          <a:pt x="317259" y="73534"/>
                          <a:pt x="317259" y="7353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21" name="组合 620">
                <a:extLst>
                  <a:ext uri="{FF2B5EF4-FFF2-40B4-BE49-F238E27FC236}">
                    <a16:creationId xmlns:a16="http://schemas.microsoft.com/office/drawing/2014/main" id="{82FCE751-AC7B-28D9-4010-6C11DED66CD3}"/>
                  </a:ext>
                </a:extLst>
              </p:cNvPr>
              <p:cNvGrpSpPr/>
              <p:nvPr/>
            </p:nvGrpSpPr>
            <p:grpSpPr>
              <a:xfrm>
                <a:off x="5826148" y="2627912"/>
                <a:ext cx="2302272" cy="3599177"/>
                <a:chOff x="5826148" y="2627912"/>
                <a:chExt cx="2302272" cy="3599177"/>
              </a:xfrm>
            </p:grpSpPr>
            <p:grpSp>
              <p:nvGrpSpPr>
                <p:cNvPr id="622" name="组合 621">
                  <a:extLst>
                    <a:ext uri="{FF2B5EF4-FFF2-40B4-BE49-F238E27FC236}">
                      <a16:creationId xmlns:a16="http://schemas.microsoft.com/office/drawing/2014/main" id="{CB61F450-6B83-DB03-4D18-661C40BEFA88}"/>
                    </a:ext>
                  </a:extLst>
                </p:cNvPr>
                <p:cNvGrpSpPr/>
                <p:nvPr/>
              </p:nvGrpSpPr>
              <p:grpSpPr>
                <a:xfrm>
                  <a:off x="5826148" y="5442396"/>
                  <a:ext cx="525444" cy="377450"/>
                  <a:chOff x="5826148" y="5442396"/>
                  <a:chExt cx="525444" cy="377450"/>
                </a:xfrm>
              </p:grpSpPr>
              <p:sp>
                <p:nvSpPr>
                  <p:cNvPr id="674" name="任意多边形 673">
                    <a:extLst>
                      <a:ext uri="{FF2B5EF4-FFF2-40B4-BE49-F238E27FC236}">
                        <a16:creationId xmlns:a16="http://schemas.microsoft.com/office/drawing/2014/main" id="{3745F05F-BDCF-31E0-3A49-10977C6F8F9E}"/>
                      </a:ext>
                    </a:extLst>
                  </p:cNvPr>
                  <p:cNvSpPr/>
                  <p:nvPr/>
                </p:nvSpPr>
                <p:spPr>
                  <a:xfrm>
                    <a:off x="5826148" y="5649289"/>
                    <a:ext cx="366226" cy="170556"/>
                  </a:xfrm>
                  <a:custGeom>
                    <a:avLst/>
                    <a:gdLst>
                      <a:gd name="connsiteX0" fmla="*/ 286883 w 366226"/>
                      <a:gd name="connsiteY0" fmla="*/ 0 h 170556"/>
                      <a:gd name="connsiteX1" fmla="*/ 24335 w 366226"/>
                      <a:gd name="connsiteY1" fmla="*/ 78528 h 170556"/>
                      <a:gd name="connsiteX2" fmla="*/ 340 w 366226"/>
                      <a:gd name="connsiteY2" fmla="*/ 117796 h 170556"/>
                      <a:gd name="connsiteX3" fmla="*/ 80441 w 366226"/>
                      <a:gd name="connsiteY3" fmla="*/ 155112 h 170556"/>
                      <a:gd name="connsiteX4" fmla="*/ 335139 w 366226"/>
                      <a:gd name="connsiteY4" fmla="*/ 166181 h 170556"/>
                      <a:gd name="connsiteX5" fmla="*/ 366226 w 366226"/>
                      <a:gd name="connsiteY5" fmla="*/ 56639 h 170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66226" h="170556">
                        <a:moveTo>
                          <a:pt x="286883" y="0"/>
                        </a:moveTo>
                        <a:cubicBezTo>
                          <a:pt x="250116" y="3800"/>
                          <a:pt x="94109" y="36654"/>
                          <a:pt x="24335" y="78528"/>
                        </a:cubicBezTo>
                        <a:cubicBezTo>
                          <a:pt x="4899" y="90194"/>
                          <a:pt x="-1645" y="105766"/>
                          <a:pt x="340" y="117796"/>
                        </a:cubicBezTo>
                        <a:cubicBezTo>
                          <a:pt x="14717" y="132351"/>
                          <a:pt x="46280" y="146834"/>
                          <a:pt x="80441" y="155112"/>
                        </a:cubicBezTo>
                        <a:cubicBezTo>
                          <a:pt x="156734" y="173620"/>
                          <a:pt x="274087" y="172983"/>
                          <a:pt x="335139" y="166181"/>
                        </a:cubicBezTo>
                        <a:cubicBezTo>
                          <a:pt x="356327" y="120120"/>
                          <a:pt x="366226" y="56639"/>
                          <a:pt x="366226" y="56639"/>
                        </a:cubicBezTo>
                      </a:path>
                    </a:pathLst>
                  </a:custGeom>
                  <a:gradFill>
                    <a:gsLst>
                      <a:gs pos="0">
                        <a:srgbClr val="5CCEFF"/>
                      </a:gs>
                      <a:gs pos="54250">
                        <a:srgbClr val="499CEB"/>
                      </a:gs>
                      <a:gs pos="100000">
                        <a:srgbClr val="3B76DB"/>
                      </a:gs>
                    </a:gsLst>
                    <a:lin ang="4659868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5" name="任意多边形 674">
                    <a:extLst>
                      <a:ext uri="{FF2B5EF4-FFF2-40B4-BE49-F238E27FC236}">
                        <a16:creationId xmlns:a16="http://schemas.microsoft.com/office/drawing/2014/main" id="{B2C18BB1-62BB-1C45-7C22-FB92F81FADF6}"/>
                      </a:ext>
                    </a:extLst>
                  </p:cNvPr>
                  <p:cNvSpPr/>
                  <p:nvPr/>
                </p:nvSpPr>
                <p:spPr>
                  <a:xfrm>
                    <a:off x="5833160" y="5743179"/>
                    <a:ext cx="336929" cy="54780"/>
                  </a:xfrm>
                  <a:custGeom>
                    <a:avLst/>
                    <a:gdLst>
                      <a:gd name="connsiteX0" fmla="*/ 336930 w 336929"/>
                      <a:gd name="connsiteY0" fmla="*/ 52500 h 54780"/>
                      <a:gd name="connsiteX1" fmla="*/ 85128 w 336929"/>
                      <a:gd name="connsiteY1" fmla="*/ 38324 h 54780"/>
                      <a:gd name="connsiteX2" fmla="*/ 0 w 336929"/>
                      <a:gd name="connsiteY2" fmla="*/ 0 h 547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36929" h="54780">
                        <a:moveTo>
                          <a:pt x="336930" y="52500"/>
                        </a:moveTo>
                        <a:cubicBezTo>
                          <a:pt x="314605" y="53896"/>
                          <a:pt x="191718" y="61424"/>
                          <a:pt x="85128" y="38324"/>
                        </a:cubicBezTo>
                        <a:cubicBezTo>
                          <a:pt x="37566" y="28013"/>
                          <a:pt x="0" y="0"/>
                          <a:pt x="0" y="0"/>
                        </a:cubicBezTo>
                      </a:path>
                    </a:pathLst>
                  </a:custGeom>
                  <a:noFill/>
                  <a:ln w="13559" cap="flat">
                    <a:gradFill>
                      <a:gsLst>
                        <a:gs pos="0">
                          <a:srgbClr val="CFE2FC"/>
                        </a:gs>
                        <a:gs pos="50000">
                          <a:srgbClr val="E7F0FD"/>
                        </a:gs>
                        <a:gs pos="100000">
                          <a:srgbClr val="FFFFFF"/>
                        </a:gs>
                      </a:gsLst>
                      <a:lin ang="993130" scaled="1"/>
                    </a:gra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6" name="任意多边形 675">
                    <a:extLst>
                      <a:ext uri="{FF2B5EF4-FFF2-40B4-BE49-F238E27FC236}">
                        <a16:creationId xmlns:a16="http://schemas.microsoft.com/office/drawing/2014/main" id="{9FF2C4F9-C696-4A94-7F7E-B6508E94FBCC}"/>
                      </a:ext>
                    </a:extLst>
                  </p:cNvPr>
                  <p:cNvSpPr/>
                  <p:nvPr/>
                </p:nvSpPr>
                <p:spPr>
                  <a:xfrm>
                    <a:off x="6052665" y="5660803"/>
                    <a:ext cx="27932" cy="50079"/>
                  </a:xfrm>
                  <a:custGeom>
                    <a:avLst/>
                    <a:gdLst>
                      <a:gd name="connsiteX0" fmla="*/ 0 w 27932"/>
                      <a:gd name="connsiteY0" fmla="*/ 0 h 50079"/>
                      <a:gd name="connsiteX1" fmla="*/ 27932 w 27932"/>
                      <a:gd name="connsiteY1" fmla="*/ 50079 h 500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932" h="50079">
                        <a:moveTo>
                          <a:pt x="0" y="0"/>
                        </a:moveTo>
                        <a:cubicBezTo>
                          <a:pt x="7834" y="15797"/>
                          <a:pt x="27932" y="50079"/>
                          <a:pt x="27932" y="50079"/>
                        </a:cubicBezTo>
                      </a:path>
                    </a:pathLst>
                  </a:custGeom>
                  <a:noFill/>
                  <a:ln w="13559" cap="flat">
                    <a:gradFill>
                      <a:gsLst>
                        <a:gs pos="0">
                          <a:srgbClr val="CFE2FC"/>
                        </a:gs>
                        <a:gs pos="50000">
                          <a:srgbClr val="E7F0FD"/>
                        </a:gs>
                        <a:gs pos="100000">
                          <a:srgbClr val="FFFFFF"/>
                        </a:gs>
                      </a:gsLst>
                      <a:lin ang="993130" scaled="1"/>
                    </a:gra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7" name="任意多边形 676">
                    <a:extLst>
                      <a:ext uri="{FF2B5EF4-FFF2-40B4-BE49-F238E27FC236}">
                        <a16:creationId xmlns:a16="http://schemas.microsoft.com/office/drawing/2014/main" id="{DA681027-645A-C016-5880-8CE59A767586}"/>
                      </a:ext>
                    </a:extLst>
                  </p:cNvPr>
                  <p:cNvSpPr/>
                  <p:nvPr/>
                </p:nvSpPr>
                <p:spPr>
                  <a:xfrm>
                    <a:off x="6022692" y="5670694"/>
                    <a:ext cx="24753" cy="44625"/>
                  </a:xfrm>
                  <a:custGeom>
                    <a:avLst/>
                    <a:gdLst>
                      <a:gd name="connsiteX0" fmla="*/ 0 w 24753"/>
                      <a:gd name="connsiteY0" fmla="*/ 0 h 44625"/>
                      <a:gd name="connsiteX1" fmla="*/ 24753 w 24753"/>
                      <a:gd name="connsiteY1" fmla="*/ 44625 h 446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4753" h="44625">
                        <a:moveTo>
                          <a:pt x="0" y="0"/>
                        </a:moveTo>
                        <a:cubicBezTo>
                          <a:pt x="7834" y="15798"/>
                          <a:pt x="24753" y="44625"/>
                          <a:pt x="24753" y="44625"/>
                        </a:cubicBezTo>
                      </a:path>
                    </a:pathLst>
                  </a:custGeom>
                  <a:noFill/>
                  <a:ln w="13559" cap="flat">
                    <a:gradFill>
                      <a:gsLst>
                        <a:gs pos="0">
                          <a:srgbClr val="CFE2FC"/>
                        </a:gs>
                        <a:gs pos="50000">
                          <a:srgbClr val="E7F0FD"/>
                        </a:gs>
                        <a:gs pos="100000">
                          <a:srgbClr val="FFFFFF"/>
                        </a:gs>
                      </a:gsLst>
                      <a:lin ang="993130" scaled="1"/>
                    </a:gra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8" name="任意多边形 677">
                    <a:extLst>
                      <a:ext uri="{FF2B5EF4-FFF2-40B4-BE49-F238E27FC236}">
                        <a16:creationId xmlns:a16="http://schemas.microsoft.com/office/drawing/2014/main" id="{B4F62A8E-C2E8-3981-FDE8-AD4DF464562E}"/>
                      </a:ext>
                    </a:extLst>
                  </p:cNvPr>
                  <p:cNvSpPr/>
                  <p:nvPr/>
                </p:nvSpPr>
                <p:spPr>
                  <a:xfrm>
                    <a:off x="5992718" y="5680586"/>
                    <a:ext cx="22308" cy="40389"/>
                  </a:xfrm>
                  <a:custGeom>
                    <a:avLst/>
                    <a:gdLst>
                      <a:gd name="connsiteX0" fmla="*/ 0 w 22308"/>
                      <a:gd name="connsiteY0" fmla="*/ 0 h 40389"/>
                      <a:gd name="connsiteX1" fmla="*/ 22309 w 22308"/>
                      <a:gd name="connsiteY1" fmla="*/ 40389 h 403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2308" h="40389">
                        <a:moveTo>
                          <a:pt x="0" y="0"/>
                        </a:moveTo>
                        <a:cubicBezTo>
                          <a:pt x="7834" y="15798"/>
                          <a:pt x="22309" y="40389"/>
                          <a:pt x="22309" y="40389"/>
                        </a:cubicBezTo>
                      </a:path>
                    </a:pathLst>
                  </a:custGeom>
                  <a:noFill/>
                  <a:ln w="13559" cap="flat">
                    <a:gradFill>
                      <a:gsLst>
                        <a:gs pos="0">
                          <a:srgbClr val="CFE2FC"/>
                        </a:gs>
                        <a:gs pos="50000">
                          <a:srgbClr val="E7F0FD"/>
                        </a:gs>
                        <a:gs pos="100000">
                          <a:srgbClr val="FFFFFF"/>
                        </a:gs>
                      </a:gsLst>
                      <a:lin ang="993130" scaled="1"/>
                    </a:gra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9" name="任意多边形 678">
                    <a:extLst>
                      <a:ext uri="{FF2B5EF4-FFF2-40B4-BE49-F238E27FC236}">
                        <a16:creationId xmlns:a16="http://schemas.microsoft.com/office/drawing/2014/main" id="{4283D9C9-1D3F-2B1E-068E-A2BDAD7B30C3}"/>
                      </a:ext>
                    </a:extLst>
                  </p:cNvPr>
                  <p:cNvSpPr/>
                  <p:nvPr/>
                </p:nvSpPr>
                <p:spPr>
                  <a:xfrm>
                    <a:off x="6090225" y="5442403"/>
                    <a:ext cx="261360" cy="264952"/>
                  </a:xfrm>
                  <a:custGeom>
                    <a:avLst/>
                    <a:gdLst>
                      <a:gd name="connsiteX0" fmla="*/ 80947 w 261360"/>
                      <a:gd name="connsiteY0" fmla="*/ 4760 h 264952"/>
                      <a:gd name="connsiteX1" fmla="*/ 60865 w 261360"/>
                      <a:gd name="connsiteY1" fmla="*/ 0 h 264952"/>
                      <a:gd name="connsiteX2" fmla="*/ 2128 w 261360"/>
                      <a:gd name="connsiteY2" fmla="*/ 209056 h 264952"/>
                      <a:gd name="connsiteX3" fmla="*/ 12867 w 261360"/>
                      <a:gd name="connsiteY3" fmla="*/ 236448 h 264952"/>
                      <a:gd name="connsiteX4" fmla="*/ 105595 w 261360"/>
                      <a:gd name="connsiteY4" fmla="*/ 264953 h 264952"/>
                      <a:gd name="connsiteX5" fmla="*/ 261360 w 261360"/>
                      <a:gd name="connsiteY5" fmla="*/ 65683 h 264952"/>
                      <a:gd name="connsiteX6" fmla="*/ 80947 w 261360"/>
                      <a:gd name="connsiteY6" fmla="*/ 4760 h 2649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61360" h="264952">
                        <a:moveTo>
                          <a:pt x="80947" y="4760"/>
                        </a:moveTo>
                        <a:lnTo>
                          <a:pt x="60865" y="0"/>
                        </a:lnTo>
                        <a:lnTo>
                          <a:pt x="2128" y="209056"/>
                        </a:lnTo>
                        <a:cubicBezTo>
                          <a:pt x="-1325" y="211178"/>
                          <a:pt x="-2293" y="221844"/>
                          <a:pt x="12867" y="236448"/>
                        </a:cubicBezTo>
                        <a:cubicBezTo>
                          <a:pt x="38136" y="260790"/>
                          <a:pt x="90564" y="263517"/>
                          <a:pt x="105595" y="264953"/>
                        </a:cubicBezTo>
                        <a:cubicBezTo>
                          <a:pt x="157514" y="198527"/>
                          <a:pt x="209433" y="132109"/>
                          <a:pt x="261360" y="65683"/>
                        </a:cubicBezTo>
                        <a:cubicBezTo>
                          <a:pt x="199711" y="52806"/>
                          <a:pt x="139546" y="31958"/>
                          <a:pt x="80947" y="476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CFE2FC"/>
                      </a:gs>
                      <a:gs pos="50000">
                        <a:srgbClr val="E7F0FD"/>
                      </a:gs>
                      <a:gs pos="100000">
                        <a:srgbClr val="FFFFFF"/>
                      </a:gs>
                    </a:gsLst>
                    <a:lin ang="17349258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0" name="任意多边形 679">
                    <a:extLst>
                      <a:ext uri="{FF2B5EF4-FFF2-40B4-BE49-F238E27FC236}">
                        <a16:creationId xmlns:a16="http://schemas.microsoft.com/office/drawing/2014/main" id="{BF263343-2E4C-3A42-23C5-5AF605ECC212}"/>
                      </a:ext>
                    </a:extLst>
                  </p:cNvPr>
                  <p:cNvSpPr/>
                  <p:nvPr/>
                </p:nvSpPr>
                <p:spPr>
                  <a:xfrm>
                    <a:off x="6129015" y="5442396"/>
                    <a:ext cx="222578" cy="132198"/>
                  </a:xfrm>
                  <a:custGeom>
                    <a:avLst/>
                    <a:gdLst>
                      <a:gd name="connsiteX0" fmla="*/ 170587 w 222578"/>
                      <a:gd name="connsiteY0" fmla="*/ 132198 h 132198"/>
                      <a:gd name="connsiteX1" fmla="*/ 222579 w 222578"/>
                      <a:gd name="connsiteY1" fmla="*/ 65683 h 132198"/>
                      <a:gd name="connsiteX2" fmla="*/ 42157 w 222578"/>
                      <a:gd name="connsiteY2" fmla="*/ 4760 h 132198"/>
                      <a:gd name="connsiteX3" fmla="*/ 22075 w 222578"/>
                      <a:gd name="connsiteY3" fmla="*/ 0 h 132198"/>
                      <a:gd name="connsiteX4" fmla="*/ 0 w 222578"/>
                      <a:gd name="connsiteY4" fmla="*/ 78576 h 132198"/>
                      <a:gd name="connsiteX5" fmla="*/ 170587 w 222578"/>
                      <a:gd name="connsiteY5" fmla="*/ 132198 h 1321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22578" h="132198">
                        <a:moveTo>
                          <a:pt x="170587" y="132198"/>
                        </a:moveTo>
                        <a:cubicBezTo>
                          <a:pt x="187917" y="110026"/>
                          <a:pt x="205248" y="87855"/>
                          <a:pt x="222579" y="65683"/>
                        </a:cubicBezTo>
                        <a:cubicBezTo>
                          <a:pt x="160921" y="52806"/>
                          <a:pt x="100756" y="31958"/>
                          <a:pt x="42157" y="4760"/>
                        </a:cubicBezTo>
                        <a:lnTo>
                          <a:pt x="22075" y="0"/>
                        </a:lnTo>
                        <a:lnTo>
                          <a:pt x="0" y="78576"/>
                        </a:lnTo>
                        <a:cubicBezTo>
                          <a:pt x="54291" y="108130"/>
                          <a:pt x="112149" y="127075"/>
                          <a:pt x="170587" y="132198"/>
                        </a:cubicBez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23" name="组合 622">
                  <a:extLst>
                    <a:ext uri="{FF2B5EF4-FFF2-40B4-BE49-F238E27FC236}">
                      <a16:creationId xmlns:a16="http://schemas.microsoft.com/office/drawing/2014/main" id="{ACBFC651-8DB2-04E2-7496-B2A0FA1F22CC}"/>
                    </a:ext>
                  </a:extLst>
                </p:cNvPr>
                <p:cNvGrpSpPr/>
                <p:nvPr/>
              </p:nvGrpSpPr>
              <p:grpSpPr>
                <a:xfrm>
                  <a:off x="6342928" y="5808903"/>
                  <a:ext cx="432255" cy="418186"/>
                  <a:chOff x="6342928" y="5808903"/>
                  <a:chExt cx="432255" cy="418186"/>
                </a:xfrm>
              </p:grpSpPr>
              <p:sp>
                <p:nvSpPr>
                  <p:cNvPr id="668" name="任意多边形 667">
                    <a:extLst>
                      <a:ext uri="{FF2B5EF4-FFF2-40B4-BE49-F238E27FC236}">
                        <a16:creationId xmlns:a16="http://schemas.microsoft.com/office/drawing/2014/main" id="{54881523-3AB7-4FE2-9D45-635E66CB34DB}"/>
                      </a:ext>
                    </a:extLst>
                  </p:cNvPr>
                  <p:cNvSpPr/>
                  <p:nvPr/>
                </p:nvSpPr>
                <p:spPr>
                  <a:xfrm>
                    <a:off x="6342928" y="6019226"/>
                    <a:ext cx="340287" cy="207863"/>
                  </a:xfrm>
                  <a:custGeom>
                    <a:avLst/>
                    <a:gdLst>
                      <a:gd name="connsiteX0" fmla="*/ 243814 w 340287"/>
                      <a:gd name="connsiteY0" fmla="*/ 0 h 207863"/>
                      <a:gd name="connsiteX1" fmla="*/ 14523 w 340287"/>
                      <a:gd name="connsiteY1" fmla="*/ 150077 h 207863"/>
                      <a:gd name="connsiteX2" fmla="*/ 2711 w 340287"/>
                      <a:gd name="connsiteY2" fmla="*/ 194550 h 207863"/>
                      <a:gd name="connsiteX3" fmla="*/ 90130 w 340287"/>
                      <a:gd name="connsiteY3" fmla="*/ 207499 h 207863"/>
                      <a:gd name="connsiteX4" fmla="*/ 337422 w 340287"/>
                      <a:gd name="connsiteY4" fmla="*/ 145543 h 207863"/>
                      <a:gd name="connsiteX5" fmla="*/ 336009 w 340287"/>
                      <a:gd name="connsiteY5" fmla="*/ 31684 h 2078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40287" h="207863">
                        <a:moveTo>
                          <a:pt x="243814" y="0"/>
                        </a:moveTo>
                        <a:cubicBezTo>
                          <a:pt x="209653" y="14119"/>
                          <a:pt x="69468" y="90058"/>
                          <a:pt x="14523" y="150077"/>
                        </a:cubicBezTo>
                        <a:cubicBezTo>
                          <a:pt x="-783" y="166803"/>
                          <a:pt x="-2622" y="183593"/>
                          <a:pt x="2711" y="194550"/>
                        </a:cubicBezTo>
                        <a:cubicBezTo>
                          <a:pt x="20639" y="204401"/>
                          <a:pt x="55025" y="209290"/>
                          <a:pt x="90130" y="207499"/>
                        </a:cubicBezTo>
                        <a:cubicBezTo>
                          <a:pt x="168537" y="203505"/>
                          <a:pt x="280839" y="169458"/>
                          <a:pt x="337422" y="145543"/>
                        </a:cubicBezTo>
                        <a:cubicBezTo>
                          <a:pt x="344611" y="95350"/>
                          <a:pt x="336009" y="31684"/>
                          <a:pt x="336009" y="31684"/>
                        </a:cubicBezTo>
                      </a:path>
                    </a:pathLst>
                  </a:custGeom>
                  <a:gradFill>
                    <a:gsLst>
                      <a:gs pos="0">
                        <a:srgbClr val="5CCEFF"/>
                      </a:gs>
                      <a:gs pos="54250">
                        <a:srgbClr val="499CEB"/>
                      </a:gs>
                      <a:gs pos="100000">
                        <a:srgbClr val="3B76DB"/>
                      </a:gs>
                    </a:gsLst>
                    <a:lin ang="3666828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69" name="任意多边形 668">
                    <a:extLst>
                      <a:ext uri="{FF2B5EF4-FFF2-40B4-BE49-F238E27FC236}">
                        <a16:creationId xmlns:a16="http://schemas.microsoft.com/office/drawing/2014/main" id="{B1A74257-E228-ABAC-C15E-BA7A52C9FD8B}"/>
                      </a:ext>
                    </a:extLst>
                  </p:cNvPr>
                  <p:cNvSpPr/>
                  <p:nvPr/>
                </p:nvSpPr>
                <p:spPr>
                  <a:xfrm>
                    <a:off x="6345219" y="6143291"/>
                    <a:ext cx="337921" cy="58690"/>
                  </a:xfrm>
                  <a:custGeom>
                    <a:avLst/>
                    <a:gdLst>
                      <a:gd name="connsiteX0" fmla="*/ 337922 w 337921"/>
                      <a:gd name="connsiteY0" fmla="*/ 0 h 58690"/>
                      <a:gd name="connsiteX1" fmla="*/ 92519 w 337921"/>
                      <a:gd name="connsiteY1" fmla="*/ 58148 h 58690"/>
                      <a:gd name="connsiteX2" fmla="*/ 0 w 337921"/>
                      <a:gd name="connsiteY2" fmla="*/ 45666 h 586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37921" h="58690">
                        <a:moveTo>
                          <a:pt x="337922" y="0"/>
                        </a:moveTo>
                        <a:cubicBezTo>
                          <a:pt x="316913" y="7697"/>
                          <a:pt x="201271" y="49926"/>
                          <a:pt x="92519" y="58148"/>
                        </a:cubicBezTo>
                        <a:cubicBezTo>
                          <a:pt x="43988" y="61819"/>
                          <a:pt x="0" y="45666"/>
                          <a:pt x="0" y="45666"/>
                        </a:cubicBezTo>
                      </a:path>
                    </a:pathLst>
                  </a:custGeom>
                  <a:noFill/>
                  <a:ln w="13559" cap="flat">
                    <a:gradFill>
                      <a:gsLst>
                        <a:gs pos="0">
                          <a:srgbClr val="CFE2FC"/>
                        </a:gs>
                        <a:gs pos="50000">
                          <a:srgbClr val="E7F0FD"/>
                        </a:gs>
                        <a:gs pos="100000">
                          <a:srgbClr val="FFFFFF"/>
                        </a:gs>
                      </a:gsLst>
                      <a:lin ang="0" scaled="1"/>
                    </a:gra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0" name="任意多边形 669">
                    <a:extLst>
                      <a:ext uri="{FF2B5EF4-FFF2-40B4-BE49-F238E27FC236}">
                        <a16:creationId xmlns:a16="http://schemas.microsoft.com/office/drawing/2014/main" id="{C28D8D6F-6031-4F8D-F20B-473A85C873EE}"/>
                      </a:ext>
                    </a:extLst>
                  </p:cNvPr>
                  <p:cNvSpPr/>
                  <p:nvPr/>
                </p:nvSpPr>
                <p:spPr>
                  <a:xfrm>
                    <a:off x="6532160" y="6047457"/>
                    <a:ext cx="41042" cy="40050"/>
                  </a:xfrm>
                  <a:custGeom>
                    <a:avLst/>
                    <a:gdLst>
                      <a:gd name="connsiteX0" fmla="*/ 0 w 41042"/>
                      <a:gd name="connsiteY0" fmla="*/ 0 h 40050"/>
                      <a:gd name="connsiteX1" fmla="*/ 41043 w 41042"/>
                      <a:gd name="connsiteY1" fmla="*/ 40051 h 40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1042" h="40050">
                        <a:moveTo>
                          <a:pt x="0" y="0"/>
                        </a:moveTo>
                        <a:cubicBezTo>
                          <a:pt x="12013" y="12909"/>
                          <a:pt x="41043" y="40051"/>
                          <a:pt x="41043" y="40051"/>
                        </a:cubicBezTo>
                      </a:path>
                    </a:pathLst>
                  </a:custGeom>
                  <a:noFill/>
                  <a:ln w="13559" cap="flat">
                    <a:gradFill>
                      <a:gsLst>
                        <a:gs pos="0">
                          <a:srgbClr val="CFE2FC"/>
                        </a:gs>
                        <a:gs pos="50000">
                          <a:srgbClr val="E7F0FD"/>
                        </a:gs>
                        <a:gs pos="100000">
                          <a:srgbClr val="FFFFFF"/>
                        </a:gs>
                      </a:gsLst>
                      <a:lin ang="0" scaled="1"/>
                    </a:gra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1" name="任意多边形 670">
                    <a:extLst>
                      <a:ext uri="{FF2B5EF4-FFF2-40B4-BE49-F238E27FC236}">
                        <a16:creationId xmlns:a16="http://schemas.microsoft.com/office/drawing/2014/main" id="{12E64219-C00C-F1C7-BAC1-ACD48F235153}"/>
                      </a:ext>
                    </a:extLst>
                  </p:cNvPr>
                  <p:cNvSpPr/>
                  <p:nvPr/>
                </p:nvSpPr>
                <p:spPr>
                  <a:xfrm>
                    <a:off x="6506245" y="6065481"/>
                    <a:ext cx="36444" cy="35718"/>
                  </a:xfrm>
                  <a:custGeom>
                    <a:avLst/>
                    <a:gdLst>
                      <a:gd name="connsiteX0" fmla="*/ 0 w 36444"/>
                      <a:gd name="connsiteY0" fmla="*/ 0 h 35718"/>
                      <a:gd name="connsiteX1" fmla="*/ 36444 w 36444"/>
                      <a:gd name="connsiteY1" fmla="*/ 35718 h 357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6444" h="35718">
                        <a:moveTo>
                          <a:pt x="0" y="0"/>
                        </a:moveTo>
                        <a:cubicBezTo>
                          <a:pt x="12014" y="12909"/>
                          <a:pt x="36444" y="35718"/>
                          <a:pt x="36444" y="35718"/>
                        </a:cubicBezTo>
                      </a:path>
                    </a:pathLst>
                  </a:custGeom>
                  <a:noFill/>
                  <a:ln w="13559" cap="flat">
                    <a:gradFill>
                      <a:gsLst>
                        <a:gs pos="0">
                          <a:srgbClr val="CFE2FC"/>
                        </a:gs>
                        <a:gs pos="50000">
                          <a:srgbClr val="E7F0FD"/>
                        </a:gs>
                        <a:gs pos="100000">
                          <a:srgbClr val="FFFFFF"/>
                        </a:gs>
                      </a:gsLst>
                      <a:lin ang="0" scaled="1"/>
                    </a:gra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2" name="任意多边形 671">
                    <a:extLst>
                      <a:ext uri="{FF2B5EF4-FFF2-40B4-BE49-F238E27FC236}">
                        <a16:creationId xmlns:a16="http://schemas.microsoft.com/office/drawing/2014/main" id="{FF4FC59D-4A4C-D2DD-9B37-015D7AEC6561}"/>
                      </a:ext>
                    </a:extLst>
                  </p:cNvPr>
                  <p:cNvSpPr/>
                  <p:nvPr/>
                </p:nvSpPr>
                <p:spPr>
                  <a:xfrm>
                    <a:off x="6480338" y="6083506"/>
                    <a:ext cx="32886" cy="32361"/>
                  </a:xfrm>
                  <a:custGeom>
                    <a:avLst/>
                    <a:gdLst>
                      <a:gd name="connsiteX0" fmla="*/ 0 w 32886"/>
                      <a:gd name="connsiteY0" fmla="*/ 0 h 32361"/>
                      <a:gd name="connsiteX1" fmla="*/ 32886 w 32886"/>
                      <a:gd name="connsiteY1" fmla="*/ 32362 h 323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86" h="32361">
                        <a:moveTo>
                          <a:pt x="0" y="0"/>
                        </a:moveTo>
                        <a:cubicBezTo>
                          <a:pt x="12014" y="12909"/>
                          <a:pt x="32886" y="32362"/>
                          <a:pt x="32886" y="32362"/>
                        </a:cubicBezTo>
                      </a:path>
                    </a:pathLst>
                  </a:custGeom>
                  <a:noFill/>
                  <a:ln w="13559" cap="flat">
                    <a:gradFill>
                      <a:gsLst>
                        <a:gs pos="0">
                          <a:srgbClr val="CFE2FC"/>
                        </a:gs>
                        <a:gs pos="50000">
                          <a:srgbClr val="E7F0FD"/>
                        </a:gs>
                        <a:gs pos="100000">
                          <a:srgbClr val="FFFFFF"/>
                        </a:gs>
                      </a:gsLst>
                      <a:lin ang="0" scaled="1"/>
                    </a:gra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3" name="任意多边形 672">
                    <a:extLst>
                      <a:ext uri="{FF2B5EF4-FFF2-40B4-BE49-F238E27FC236}">
                        <a16:creationId xmlns:a16="http://schemas.microsoft.com/office/drawing/2014/main" id="{BE1AA50A-60B2-C21D-62EF-7FD4A22C13E7}"/>
                      </a:ext>
                    </a:extLst>
                  </p:cNvPr>
                  <p:cNvSpPr/>
                  <p:nvPr/>
                </p:nvSpPr>
                <p:spPr>
                  <a:xfrm>
                    <a:off x="6564280" y="5808903"/>
                    <a:ext cx="210903" cy="249626"/>
                  </a:xfrm>
                  <a:custGeom>
                    <a:avLst/>
                    <a:gdLst>
                      <a:gd name="connsiteX0" fmla="*/ 20606 w 210903"/>
                      <a:gd name="connsiteY0" fmla="*/ 0 h 249626"/>
                      <a:gd name="connsiteX1" fmla="*/ 0 w 210903"/>
                      <a:gd name="connsiteY1" fmla="*/ 1154 h 249626"/>
                      <a:gd name="connsiteX2" fmla="*/ 3260 w 210903"/>
                      <a:gd name="connsiteY2" fmla="*/ 218286 h 249626"/>
                      <a:gd name="connsiteX3" fmla="*/ 21357 w 210903"/>
                      <a:gd name="connsiteY3" fmla="*/ 241482 h 249626"/>
                      <a:gd name="connsiteX4" fmla="*/ 118369 w 210903"/>
                      <a:gd name="connsiteY4" fmla="*/ 242386 h 249626"/>
                      <a:gd name="connsiteX5" fmla="*/ 210904 w 210903"/>
                      <a:gd name="connsiteY5" fmla="*/ 6995 h 249626"/>
                      <a:gd name="connsiteX6" fmla="*/ 20606 w 210903"/>
                      <a:gd name="connsiteY6" fmla="*/ 0 h 249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0903" h="249626">
                        <a:moveTo>
                          <a:pt x="20606" y="0"/>
                        </a:moveTo>
                        <a:lnTo>
                          <a:pt x="0" y="1154"/>
                        </a:lnTo>
                        <a:lnTo>
                          <a:pt x="3260" y="218286"/>
                        </a:lnTo>
                        <a:cubicBezTo>
                          <a:pt x="557" y="221304"/>
                          <a:pt x="2671" y="231801"/>
                          <a:pt x="21357" y="241482"/>
                        </a:cubicBezTo>
                        <a:cubicBezTo>
                          <a:pt x="52516" y="257619"/>
                          <a:pt x="103548" y="245291"/>
                          <a:pt x="118369" y="242386"/>
                        </a:cubicBezTo>
                        <a:cubicBezTo>
                          <a:pt x="149214" y="163922"/>
                          <a:pt x="180059" y="85459"/>
                          <a:pt x="210904" y="6995"/>
                        </a:cubicBezTo>
                        <a:cubicBezTo>
                          <a:pt x="148141" y="12223"/>
                          <a:pt x="84523" y="9384"/>
                          <a:pt x="20606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CFE2FC"/>
                      </a:gs>
                      <a:gs pos="50000">
                        <a:srgbClr val="E7F0FD"/>
                      </a:gs>
                      <a:gs pos="100000">
                        <a:srgbClr val="FFFFFF"/>
                      </a:gs>
                    </a:gsLst>
                    <a:lin ang="16356119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24" name="组合 623">
                  <a:extLst>
                    <a:ext uri="{FF2B5EF4-FFF2-40B4-BE49-F238E27FC236}">
                      <a16:creationId xmlns:a16="http://schemas.microsoft.com/office/drawing/2014/main" id="{0A7A3C1C-D39D-CFC6-85B6-372BA606E1D2}"/>
                    </a:ext>
                  </a:extLst>
                </p:cNvPr>
                <p:cNvGrpSpPr/>
                <p:nvPr/>
              </p:nvGrpSpPr>
              <p:grpSpPr>
                <a:xfrm>
                  <a:off x="6128983" y="4427355"/>
                  <a:ext cx="1821627" cy="1503943"/>
                  <a:chOff x="6128983" y="4427355"/>
                  <a:chExt cx="1821627" cy="1503943"/>
                </a:xfrm>
              </p:grpSpPr>
              <p:grpSp>
                <p:nvGrpSpPr>
                  <p:cNvPr id="654" name="组合 653">
                    <a:extLst>
                      <a:ext uri="{FF2B5EF4-FFF2-40B4-BE49-F238E27FC236}">
                        <a16:creationId xmlns:a16="http://schemas.microsoft.com/office/drawing/2014/main" id="{C894CB7C-EFFB-248A-1E4B-61FB6E38E082}"/>
                      </a:ext>
                    </a:extLst>
                  </p:cNvPr>
                  <p:cNvGrpSpPr/>
                  <p:nvPr/>
                </p:nvGrpSpPr>
                <p:grpSpPr>
                  <a:xfrm>
                    <a:off x="6500267" y="4500251"/>
                    <a:ext cx="1123567" cy="1431047"/>
                    <a:chOff x="6500267" y="4500251"/>
                    <a:chExt cx="1123567" cy="1431047"/>
                  </a:xfrm>
                </p:grpSpPr>
                <p:sp>
                  <p:nvSpPr>
                    <p:cNvPr id="663" name="任意多边形 662">
                      <a:extLst>
                        <a:ext uri="{FF2B5EF4-FFF2-40B4-BE49-F238E27FC236}">
                          <a16:creationId xmlns:a16="http://schemas.microsoft.com/office/drawing/2014/main" id="{BF9223ED-8E36-AD9B-6125-8B203596CC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00267" y="4500251"/>
                      <a:ext cx="1123567" cy="1431047"/>
                    </a:xfrm>
                    <a:custGeom>
                      <a:avLst/>
                      <a:gdLst>
                        <a:gd name="connsiteX0" fmla="*/ 1100209 w 1123567"/>
                        <a:gd name="connsiteY0" fmla="*/ 0 h 1431047"/>
                        <a:gd name="connsiteX1" fmla="*/ 1034928 w 1123567"/>
                        <a:gd name="connsiteY1" fmla="*/ 466780 h 1431047"/>
                        <a:gd name="connsiteX2" fmla="*/ 607078 w 1123567"/>
                        <a:gd name="connsiteY2" fmla="*/ 496632 h 1431047"/>
                        <a:gd name="connsiteX3" fmla="*/ 564591 w 1123567"/>
                        <a:gd name="connsiteY3" fmla="*/ 546010 h 1431047"/>
                        <a:gd name="connsiteX4" fmla="*/ 418507 w 1123567"/>
                        <a:gd name="connsiteY4" fmla="*/ 1431047 h 1431047"/>
                        <a:gd name="connsiteX5" fmla="*/ 0 w 1123567"/>
                        <a:gd name="connsiteY5" fmla="*/ 1411021 h 1431047"/>
                        <a:gd name="connsiteX6" fmla="*/ 155136 w 1123567"/>
                        <a:gd name="connsiteY6" fmla="*/ 383839 h 1431047"/>
                        <a:gd name="connsiteX7" fmla="*/ 719767 w 1123567"/>
                        <a:gd name="connsiteY7" fmla="*/ 28037 h 14310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3567" h="1431047">
                          <a:moveTo>
                            <a:pt x="1100209" y="0"/>
                          </a:moveTo>
                          <a:cubicBezTo>
                            <a:pt x="1100209" y="0"/>
                            <a:pt x="1183723" y="463867"/>
                            <a:pt x="1034928" y="466780"/>
                          </a:cubicBezTo>
                          <a:cubicBezTo>
                            <a:pt x="726472" y="472823"/>
                            <a:pt x="676610" y="480875"/>
                            <a:pt x="607078" y="496632"/>
                          </a:cubicBezTo>
                          <a:cubicBezTo>
                            <a:pt x="583632" y="501949"/>
                            <a:pt x="566479" y="522047"/>
                            <a:pt x="564591" y="546010"/>
                          </a:cubicBezTo>
                          <a:lnTo>
                            <a:pt x="418507" y="1431047"/>
                          </a:lnTo>
                          <a:lnTo>
                            <a:pt x="0" y="1411021"/>
                          </a:lnTo>
                          <a:cubicBezTo>
                            <a:pt x="0" y="1411021"/>
                            <a:pt x="71976" y="520885"/>
                            <a:pt x="155136" y="383839"/>
                          </a:cubicBezTo>
                          <a:cubicBezTo>
                            <a:pt x="226088" y="266922"/>
                            <a:pt x="487499" y="76092"/>
                            <a:pt x="719767" y="28037"/>
                          </a:cubicBezTo>
                        </a:path>
                      </a:pathLst>
                    </a:custGeom>
                    <a:gradFill>
                      <a:gsLst>
                        <a:gs pos="0">
                          <a:srgbClr val="69D2FF"/>
                        </a:gs>
                        <a:gs pos="3430">
                          <a:srgbClr val="68CDFE"/>
                        </a:gs>
                        <a:gs pos="70060">
                          <a:srgbClr val="4D6DE5"/>
                        </a:gs>
                        <a:gs pos="100000">
                          <a:srgbClr val="4247DB"/>
                        </a:gs>
                      </a:gsLst>
                      <a:lin ang="17312510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64" name="任意多边形 663">
                      <a:extLst>
                        <a:ext uri="{FF2B5EF4-FFF2-40B4-BE49-F238E27FC236}">
                          <a16:creationId xmlns:a16="http://schemas.microsoft.com/office/drawing/2014/main" id="{B6B59717-6119-0404-0D1A-89AEB3EBF9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12714" y="4622372"/>
                      <a:ext cx="361440" cy="1296630"/>
                    </a:xfrm>
                    <a:custGeom>
                      <a:avLst/>
                      <a:gdLst>
                        <a:gd name="connsiteX0" fmla="*/ 118780 w 361440"/>
                        <a:gd name="connsiteY0" fmla="*/ 898544 h 1296630"/>
                        <a:gd name="connsiteX1" fmla="*/ 361441 w 361440"/>
                        <a:gd name="connsiteY1" fmla="*/ 0 h 1296630"/>
                        <a:gd name="connsiteX2" fmla="*/ 265783 w 361440"/>
                        <a:gd name="connsiteY2" fmla="*/ 57172 h 1296630"/>
                        <a:gd name="connsiteX3" fmla="*/ 191524 w 361440"/>
                        <a:gd name="connsiteY3" fmla="*/ 271117 h 1296630"/>
                        <a:gd name="connsiteX4" fmla="*/ 138765 w 361440"/>
                        <a:gd name="connsiteY4" fmla="*/ 487943 h 1296630"/>
                        <a:gd name="connsiteX5" fmla="*/ 49547 w 361440"/>
                        <a:gd name="connsiteY5" fmla="*/ 939643 h 1296630"/>
                        <a:gd name="connsiteX6" fmla="*/ 0 w 361440"/>
                        <a:gd name="connsiteY6" fmla="*/ 1294283 h 1296630"/>
                        <a:gd name="connsiteX7" fmla="*/ 49071 w 361440"/>
                        <a:gd name="connsiteY7" fmla="*/ 1296630 h 1296630"/>
                        <a:gd name="connsiteX8" fmla="*/ 118780 w 361440"/>
                        <a:gd name="connsiteY8" fmla="*/ 898544 h 12966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61440" h="1296630">
                          <a:moveTo>
                            <a:pt x="118780" y="898544"/>
                          </a:moveTo>
                          <a:cubicBezTo>
                            <a:pt x="182705" y="594726"/>
                            <a:pt x="257110" y="292619"/>
                            <a:pt x="361441" y="0"/>
                          </a:cubicBezTo>
                          <a:cubicBezTo>
                            <a:pt x="328296" y="17863"/>
                            <a:pt x="296160" y="37122"/>
                            <a:pt x="265783" y="57172"/>
                          </a:cubicBezTo>
                          <a:cubicBezTo>
                            <a:pt x="223353" y="118692"/>
                            <a:pt x="210048" y="199689"/>
                            <a:pt x="191524" y="271117"/>
                          </a:cubicBezTo>
                          <a:cubicBezTo>
                            <a:pt x="172846" y="343118"/>
                            <a:pt x="155491" y="415458"/>
                            <a:pt x="138765" y="487943"/>
                          </a:cubicBezTo>
                          <a:cubicBezTo>
                            <a:pt x="104225" y="637633"/>
                            <a:pt x="74268" y="788009"/>
                            <a:pt x="49547" y="939643"/>
                          </a:cubicBezTo>
                          <a:cubicBezTo>
                            <a:pt x="30336" y="1057496"/>
                            <a:pt x="13982" y="1175752"/>
                            <a:pt x="0" y="1294283"/>
                          </a:cubicBezTo>
                          <a:lnTo>
                            <a:pt x="49071" y="1296630"/>
                          </a:lnTo>
                          <a:cubicBezTo>
                            <a:pt x="69072" y="1163367"/>
                            <a:pt x="91026" y="1030475"/>
                            <a:pt x="118780" y="89854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69D2FF"/>
                        </a:gs>
                        <a:gs pos="3430">
                          <a:srgbClr val="68CDFE"/>
                        </a:gs>
                        <a:gs pos="70060">
                          <a:srgbClr val="4D6DE5"/>
                        </a:gs>
                        <a:gs pos="100000">
                          <a:srgbClr val="4247DB"/>
                        </a:gs>
                      </a:gsLst>
                      <a:lin ang="17312510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65" name="任意多边形 664">
                      <a:extLst>
                        <a:ext uri="{FF2B5EF4-FFF2-40B4-BE49-F238E27FC236}">
                          <a16:creationId xmlns:a16="http://schemas.microsoft.com/office/drawing/2014/main" id="{1BE3FB9F-0034-ADBB-C7F9-AD4E93FD90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2458" y="4536252"/>
                      <a:ext cx="463995" cy="1393230"/>
                    </a:xfrm>
                    <a:custGeom>
                      <a:avLst/>
                      <a:gdLst>
                        <a:gd name="connsiteX0" fmla="*/ 234955 w 463995"/>
                        <a:gd name="connsiteY0" fmla="*/ 780376 h 1393230"/>
                        <a:gd name="connsiteX1" fmla="*/ 337397 w 463995"/>
                        <a:gd name="connsiteY1" fmla="*/ 301356 h 1393230"/>
                        <a:gd name="connsiteX2" fmla="*/ 463996 w 463995"/>
                        <a:gd name="connsiteY2" fmla="*/ 0 h 1393230"/>
                        <a:gd name="connsiteX3" fmla="*/ 330321 w 463995"/>
                        <a:gd name="connsiteY3" fmla="*/ 47514 h 1393230"/>
                        <a:gd name="connsiteX4" fmla="*/ 67733 w 463995"/>
                        <a:gd name="connsiteY4" fmla="*/ 1000848 h 1393230"/>
                        <a:gd name="connsiteX5" fmla="*/ 0 w 463995"/>
                        <a:gd name="connsiteY5" fmla="*/ 1385655 h 1393230"/>
                        <a:gd name="connsiteX6" fmla="*/ 158355 w 463995"/>
                        <a:gd name="connsiteY6" fmla="*/ 1393231 h 1393230"/>
                        <a:gd name="connsiteX7" fmla="*/ 234955 w 463995"/>
                        <a:gd name="connsiteY7" fmla="*/ 780376 h 13932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63995" h="1393230">
                          <a:moveTo>
                            <a:pt x="234955" y="780376"/>
                          </a:moveTo>
                          <a:cubicBezTo>
                            <a:pt x="263581" y="620609"/>
                            <a:pt x="295531" y="458276"/>
                            <a:pt x="337397" y="301356"/>
                          </a:cubicBezTo>
                          <a:cubicBezTo>
                            <a:pt x="365483" y="196090"/>
                            <a:pt x="402314" y="90114"/>
                            <a:pt x="463996" y="0"/>
                          </a:cubicBezTo>
                          <a:cubicBezTo>
                            <a:pt x="419604" y="11610"/>
                            <a:pt x="374559" y="27900"/>
                            <a:pt x="330321" y="47514"/>
                          </a:cubicBezTo>
                          <a:cubicBezTo>
                            <a:pt x="215414" y="357132"/>
                            <a:pt x="135603" y="678030"/>
                            <a:pt x="67733" y="1000848"/>
                          </a:cubicBezTo>
                          <a:cubicBezTo>
                            <a:pt x="40914" y="1128407"/>
                            <a:pt x="19468" y="1256845"/>
                            <a:pt x="0" y="1385655"/>
                          </a:cubicBezTo>
                          <a:lnTo>
                            <a:pt x="158355" y="1393231"/>
                          </a:lnTo>
                          <a:cubicBezTo>
                            <a:pt x="176662" y="1188056"/>
                            <a:pt x="198591" y="983308"/>
                            <a:pt x="234955" y="780376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69D2FF"/>
                        </a:gs>
                        <a:gs pos="3430">
                          <a:srgbClr val="68CDFE"/>
                        </a:gs>
                        <a:gs pos="70060">
                          <a:srgbClr val="4D6DE5"/>
                        </a:gs>
                        <a:gs pos="100000">
                          <a:srgbClr val="4247DB"/>
                        </a:gs>
                      </a:gsLst>
                      <a:lin ang="17312510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66" name="任意多边形 665">
                      <a:extLst>
                        <a:ext uri="{FF2B5EF4-FFF2-40B4-BE49-F238E27FC236}">
                          <a16:creationId xmlns:a16="http://schemas.microsoft.com/office/drawing/2014/main" id="{BE082BAC-9938-48C9-06A1-F43F47607A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00275" y="4752722"/>
                      <a:ext cx="278878" cy="1161019"/>
                    </a:xfrm>
                    <a:custGeom>
                      <a:avLst/>
                      <a:gdLst>
                        <a:gd name="connsiteX0" fmla="*/ 103297 w 278878"/>
                        <a:gd name="connsiteY0" fmla="*/ 793108 h 1161019"/>
                        <a:gd name="connsiteX1" fmla="*/ 198099 w 278878"/>
                        <a:gd name="connsiteY1" fmla="*/ 317308 h 1161019"/>
                        <a:gd name="connsiteX2" fmla="*/ 258047 w 278878"/>
                        <a:gd name="connsiteY2" fmla="*/ 76132 h 1161019"/>
                        <a:gd name="connsiteX3" fmla="*/ 278879 w 278878"/>
                        <a:gd name="connsiteY3" fmla="*/ 0 h 1161019"/>
                        <a:gd name="connsiteX4" fmla="*/ 155136 w 278878"/>
                        <a:gd name="connsiteY4" fmla="*/ 131351 h 1161019"/>
                        <a:gd name="connsiteX5" fmla="*/ 0 w 278878"/>
                        <a:gd name="connsiteY5" fmla="*/ 1158534 h 1161019"/>
                        <a:gd name="connsiteX6" fmla="*/ 51967 w 278878"/>
                        <a:gd name="connsiteY6" fmla="*/ 1161019 h 1161019"/>
                        <a:gd name="connsiteX7" fmla="*/ 103297 w 278878"/>
                        <a:gd name="connsiteY7" fmla="*/ 793108 h 11610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78878" h="1161019">
                          <a:moveTo>
                            <a:pt x="103297" y="793108"/>
                          </a:moveTo>
                          <a:cubicBezTo>
                            <a:pt x="129342" y="633308"/>
                            <a:pt x="161373" y="474977"/>
                            <a:pt x="198099" y="317308"/>
                          </a:cubicBezTo>
                          <a:cubicBezTo>
                            <a:pt x="216890" y="236625"/>
                            <a:pt x="236569" y="156145"/>
                            <a:pt x="258047" y="76132"/>
                          </a:cubicBezTo>
                          <a:cubicBezTo>
                            <a:pt x="264848" y="50798"/>
                            <a:pt x="271254" y="25157"/>
                            <a:pt x="278879" y="0"/>
                          </a:cubicBezTo>
                          <a:cubicBezTo>
                            <a:pt x="222312" y="46643"/>
                            <a:pt x="178421" y="92979"/>
                            <a:pt x="155136" y="131351"/>
                          </a:cubicBezTo>
                          <a:cubicBezTo>
                            <a:pt x="71969" y="268398"/>
                            <a:pt x="0" y="1158534"/>
                            <a:pt x="0" y="1158534"/>
                          </a:cubicBezTo>
                          <a:lnTo>
                            <a:pt x="51967" y="1161019"/>
                          </a:lnTo>
                          <a:cubicBezTo>
                            <a:pt x="66442" y="1038059"/>
                            <a:pt x="83369" y="915374"/>
                            <a:pt x="103297" y="793108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69D2FF"/>
                        </a:gs>
                        <a:gs pos="3430">
                          <a:srgbClr val="68CDFE"/>
                        </a:gs>
                        <a:gs pos="70060">
                          <a:srgbClr val="4D6DE5"/>
                        </a:gs>
                        <a:gs pos="100000">
                          <a:srgbClr val="4247DB"/>
                        </a:gs>
                      </a:gsLst>
                      <a:lin ang="17312474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67" name="任意多边形 666">
                      <a:extLst>
                        <a:ext uri="{FF2B5EF4-FFF2-40B4-BE49-F238E27FC236}">
                          <a16:creationId xmlns:a16="http://schemas.microsoft.com/office/drawing/2014/main" id="{54B6B6EA-824B-F691-3D6C-81F8C3A453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00267" y="4500251"/>
                      <a:ext cx="1123567" cy="1431047"/>
                    </a:xfrm>
                    <a:custGeom>
                      <a:avLst/>
                      <a:gdLst>
                        <a:gd name="connsiteX0" fmla="*/ 1100209 w 1123567"/>
                        <a:gd name="connsiteY0" fmla="*/ 0 h 1431047"/>
                        <a:gd name="connsiteX1" fmla="*/ 1034928 w 1123567"/>
                        <a:gd name="connsiteY1" fmla="*/ 466780 h 1431047"/>
                        <a:gd name="connsiteX2" fmla="*/ 607078 w 1123567"/>
                        <a:gd name="connsiteY2" fmla="*/ 496632 h 1431047"/>
                        <a:gd name="connsiteX3" fmla="*/ 564591 w 1123567"/>
                        <a:gd name="connsiteY3" fmla="*/ 546010 h 1431047"/>
                        <a:gd name="connsiteX4" fmla="*/ 418507 w 1123567"/>
                        <a:gd name="connsiteY4" fmla="*/ 1431047 h 1431047"/>
                        <a:gd name="connsiteX5" fmla="*/ 0 w 1123567"/>
                        <a:gd name="connsiteY5" fmla="*/ 1411021 h 1431047"/>
                        <a:gd name="connsiteX6" fmla="*/ 155136 w 1123567"/>
                        <a:gd name="connsiteY6" fmla="*/ 383839 h 1431047"/>
                        <a:gd name="connsiteX7" fmla="*/ 719767 w 1123567"/>
                        <a:gd name="connsiteY7" fmla="*/ 28037 h 14310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3567" h="1431047">
                          <a:moveTo>
                            <a:pt x="1100209" y="0"/>
                          </a:moveTo>
                          <a:cubicBezTo>
                            <a:pt x="1100209" y="0"/>
                            <a:pt x="1183723" y="463867"/>
                            <a:pt x="1034928" y="466780"/>
                          </a:cubicBezTo>
                          <a:cubicBezTo>
                            <a:pt x="726472" y="472823"/>
                            <a:pt x="676610" y="480875"/>
                            <a:pt x="607078" y="496632"/>
                          </a:cubicBezTo>
                          <a:cubicBezTo>
                            <a:pt x="583632" y="501949"/>
                            <a:pt x="566479" y="522047"/>
                            <a:pt x="564591" y="546010"/>
                          </a:cubicBezTo>
                          <a:lnTo>
                            <a:pt x="418507" y="1431047"/>
                          </a:lnTo>
                          <a:lnTo>
                            <a:pt x="0" y="1411021"/>
                          </a:lnTo>
                          <a:cubicBezTo>
                            <a:pt x="0" y="1411021"/>
                            <a:pt x="71976" y="520885"/>
                            <a:pt x="155136" y="383839"/>
                          </a:cubicBezTo>
                          <a:cubicBezTo>
                            <a:pt x="226088" y="266922"/>
                            <a:pt x="487499" y="76092"/>
                            <a:pt x="719767" y="28037"/>
                          </a:cubicBezTo>
                        </a:path>
                      </a:pathLst>
                    </a:custGeom>
                    <a:gradFill>
                      <a:gsLst>
                        <a:gs pos="540">
                          <a:srgbClr val="151E45">
                            <a:alpha val="0"/>
                          </a:srgbClr>
                        </a:gs>
                        <a:gs pos="100000">
                          <a:srgbClr val="151E45"/>
                        </a:gs>
                      </a:gsLst>
                      <a:lin ang="17083533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655" name="任意多边形 654">
                    <a:extLst>
                      <a:ext uri="{FF2B5EF4-FFF2-40B4-BE49-F238E27FC236}">
                        <a16:creationId xmlns:a16="http://schemas.microsoft.com/office/drawing/2014/main" id="{362F2253-6F85-9239-F02E-6FAEFE3E0483}"/>
                      </a:ext>
                    </a:extLst>
                  </p:cNvPr>
                  <p:cNvSpPr/>
                  <p:nvPr/>
                </p:nvSpPr>
                <p:spPr>
                  <a:xfrm>
                    <a:off x="6128999" y="4427355"/>
                    <a:ext cx="1821610" cy="1174016"/>
                  </a:xfrm>
                  <a:custGeom>
                    <a:avLst/>
                    <a:gdLst>
                      <a:gd name="connsiteX0" fmla="*/ 1820976 w 1821610"/>
                      <a:gd name="connsiteY0" fmla="*/ 88807 h 1174016"/>
                      <a:gd name="connsiteX1" fmla="*/ 1513770 w 1821610"/>
                      <a:gd name="connsiteY1" fmla="*/ 539555 h 1174016"/>
                      <a:gd name="connsiteX2" fmla="*/ 712232 w 1821610"/>
                      <a:gd name="connsiteY2" fmla="*/ 391680 h 1174016"/>
                      <a:gd name="connsiteX3" fmla="*/ 380941 w 1821610"/>
                      <a:gd name="connsiteY3" fmla="*/ 1174017 h 1174016"/>
                      <a:gd name="connsiteX4" fmla="*/ 0 w 1821610"/>
                      <a:gd name="connsiteY4" fmla="*/ 1050170 h 1174016"/>
                      <a:gd name="connsiteX5" fmla="*/ 402879 w 1821610"/>
                      <a:gd name="connsiteY5" fmla="*/ 132852 h 1174016"/>
                      <a:gd name="connsiteX6" fmla="*/ 1320181 w 1821610"/>
                      <a:gd name="connsiteY6" fmla="*/ 0 h 11740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21610" h="1174016">
                        <a:moveTo>
                          <a:pt x="1820976" y="88807"/>
                        </a:moveTo>
                        <a:cubicBezTo>
                          <a:pt x="1820976" y="88807"/>
                          <a:pt x="1850102" y="519594"/>
                          <a:pt x="1513770" y="539555"/>
                        </a:cubicBezTo>
                        <a:cubicBezTo>
                          <a:pt x="1184538" y="559096"/>
                          <a:pt x="879849" y="391680"/>
                          <a:pt x="712232" y="391680"/>
                        </a:cubicBezTo>
                        <a:cubicBezTo>
                          <a:pt x="598098" y="473871"/>
                          <a:pt x="380941" y="1174017"/>
                          <a:pt x="380941" y="1174017"/>
                        </a:cubicBezTo>
                        <a:lnTo>
                          <a:pt x="0" y="1050170"/>
                        </a:lnTo>
                        <a:cubicBezTo>
                          <a:pt x="0" y="1050170"/>
                          <a:pt x="175459" y="318727"/>
                          <a:pt x="402879" y="132852"/>
                        </a:cubicBezTo>
                        <a:cubicBezTo>
                          <a:pt x="532931" y="26553"/>
                          <a:pt x="1095916" y="0"/>
                          <a:pt x="1320181" y="0"/>
                        </a:cubicBezTo>
                      </a:path>
                    </a:pathLst>
                  </a:custGeom>
                  <a:gradFill>
                    <a:gsLst>
                      <a:gs pos="0">
                        <a:srgbClr val="69D2FF"/>
                      </a:gs>
                      <a:gs pos="3430">
                        <a:srgbClr val="68CDFE"/>
                      </a:gs>
                      <a:gs pos="70060">
                        <a:srgbClr val="4D6DE5"/>
                      </a:gs>
                      <a:gs pos="100000">
                        <a:srgbClr val="4247DB"/>
                      </a:gs>
                    </a:gsLst>
                    <a:lin ang="17312474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656" name="组合 655">
                    <a:extLst>
                      <a:ext uri="{FF2B5EF4-FFF2-40B4-BE49-F238E27FC236}">
                        <a16:creationId xmlns:a16="http://schemas.microsoft.com/office/drawing/2014/main" id="{800E8578-F58A-899B-75DE-E8C392A05B69}"/>
                      </a:ext>
                    </a:extLst>
                  </p:cNvPr>
                  <p:cNvGrpSpPr/>
                  <p:nvPr/>
                </p:nvGrpSpPr>
                <p:grpSpPr>
                  <a:xfrm>
                    <a:off x="6128983" y="4427363"/>
                    <a:ext cx="1821331" cy="1174001"/>
                    <a:chOff x="6128983" y="4427363"/>
                    <a:chExt cx="1821331" cy="1174001"/>
                  </a:xfrm>
                </p:grpSpPr>
                <p:sp>
                  <p:nvSpPr>
                    <p:cNvPr id="659" name="任意多边形 658">
                      <a:extLst>
                        <a:ext uri="{FF2B5EF4-FFF2-40B4-BE49-F238E27FC236}">
                          <a16:creationId xmlns:a16="http://schemas.microsoft.com/office/drawing/2014/main" id="{B6E057FF-E32D-8454-BB38-7818D4CFCB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8983" y="4427363"/>
                      <a:ext cx="1408189" cy="1085645"/>
                    </a:xfrm>
                    <a:custGeom>
                      <a:avLst/>
                      <a:gdLst>
                        <a:gd name="connsiteX0" fmla="*/ 175476 w 1408189"/>
                        <a:gd name="connsiteY0" fmla="*/ 846923 h 1085645"/>
                        <a:gd name="connsiteX1" fmla="*/ 367920 w 1408189"/>
                        <a:gd name="connsiteY1" fmla="*/ 305568 h 1085645"/>
                        <a:gd name="connsiteX2" fmla="*/ 514116 w 1408189"/>
                        <a:gd name="connsiteY2" fmla="*/ 141816 h 1085645"/>
                        <a:gd name="connsiteX3" fmla="*/ 807687 w 1408189"/>
                        <a:gd name="connsiteY3" fmla="*/ 95657 h 1085645"/>
                        <a:gd name="connsiteX4" fmla="*/ 1408189 w 1408189"/>
                        <a:gd name="connsiteY4" fmla="*/ 15604 h 1085645"/>
                        <a:gd name="connsiteX5" fmla="*/ 1320181 w 1408189"/>
                        <a:gd name="connsiteY5" fmla="*/ 0 h 1085645"/>
                        <a:gd name="connsiteX6" fmla="*/ 402879 w 1408189"/>
                        <a:gd name="connsiteY6" fmla="*/ 132852 h 1085645"/>
                        <a:gd name="connsiteX7" fmla="*/ 0 w 1408189"/>
                        <a:gd name="connsiteY7" fmla="*/ 1050170 h 1085645"/>
                        <a:gd name="connsiteX8" fmla="*/ 109115 w 1408189"/>
                        <a:gd name="connsiteY8" fmla="*/ 1085646 h 1085645"/>
                        <a:gd name="connsiteX9" fmla="*/ 175476 w 1408189"/>
                        <a:gd name="connsiteY9" fmla="*/ 846923 h 10856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408189" h="1085645">
                          <a:moveTo>
                            <a:pt x="175476" y="846923"/>
                          </a:moveTo>
                          <a:cubicBezTo>
                            <a:pt x="228420" y="667267"/>
                            <a:pt x="281137" y="472621"/>
                            <a:pt x="367920" y="305568"/>
                          </a:cubicBezTo>
                          <a:cubicBezTo>
                            <a:pt x="401483" y="240966"/>
                            <a:pt x="447408" y="175388"/>
                            <a:pt x="514116" y="141816"/>
                          </a:cubicBezTo>
                          <a:cubicBezTo>
                            <a:pt x="599244" y="98981"/>
                            <a:pt x="715628" y="108808"/>
                            <a:pt x="807687" y="95657"/>
                          </a:cubicBezTo>
                          <a:cubicBezTo>
                            <a:pt x="1007811" y="67063"/>
                            <a:pt x="1206306" y="26569"/>
                            <a:pt x="1408189" y="15604"/>
                          </a:cubicBezTo>
                          <a:lnTo>
                            <a:pt x="1320181" y="0"/>
                          </a:lnTo>
                          <a:cubicBezTo>
                            <a:pt x="1095916" y="0"/>
                            <a:pt x="532931" y="26553"/>
                            <a:pt x="402879" y="132852"/>
                          </a:cubicBezTo>
                          <a:cubicBezTo>
                            <a:pt x="175468" y="318728"/>
                            <a:pt x="0" y="1050170"/>
                            <a:pt x="0" y="1050170"/>
                          </a:cubicBezTo>
                          <a:lnTo>
                            <a:pt x="109115" y="1085646"/>
                          </a:lnTo>
                          <a:cubicBezTo>
                            <a:pt x="130310" y="1005811"/>
                            <a:pt x="152134" y="926161"/>
                            <a:pt x="175476" y="84692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69D2FF"/>
                        </a:gs>
                        <a:gs pos="3430">
                          <a:srgbClr val="68CDFE"/>
                        </a:gs>
                        <a:gs pos="70060">
                          <a:srgbClr val="4D6DE5"/>
                        </a:gs>
                        <a:gs pos="100000">
                          <a:srgbClr val="4247DB"/>
                        </a:gs>
                      </a:gsLst>
                      <a:lin ang="17312510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60" name="任意多边形 659">
                      <a:extLst>
                        <a:ext uri="{FF2B5EF4-FFF2-40B4-BE49-F238E27FC236}">
                          <a16:creationId xmlns:a16="http://schemas.microsoft.com/office/drawing/2014/main" id="{25B36CA1-6529-E2C5-03D2-9DCD759F1C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3978" y="4463654"/>
                      <a:ext cx="1533730" cy="1106961"/>
                    </a:xfrm>
                    <a:custGeom>
                      <a:avLst/>
                      <a:gdLst>
                        <a:gd name="connsiteX0" fmla="*/ 182955 w 1533730"/>
                        <a:gd name="connsiteY0" fmla="*/ 804960 h 1106961"/>
                        <a:gd name="connsiteX1" fmla="*/ 271310 w 1533730"/>
                        <a:gd name="connsiteY1" fmla="*/ 466409 h 1106961"/>
                        <a:gd name="connsiteX2" fmla="*/ 388719 w 1533730"/>
                        <a:gd name="connsiteY2" fmla="*/ 247292 h 1106961"/>
                        <a:gd name="connsiteX3" fmla="*/ 620600 w 1533730"/>
                        <a:gd name="connsiteY3" fmla="*/ 165851 h 1106961"/>
                        <a:gd name="connsiteX4" fmla="*/ 970770 w 1533730"/>
                        <a:gd name="connsiteY4" fmla="*/ 135095 h 1106961"/>
                        <a:gd name="connsiteX5" fmla="*/ 1342740 w 1533730"/>
                        <a:gd name="connsiteY5" fmla="*/ 105993 h 1106961"/>
                        <a:gd name="connsiteX6" fmla="*/ 1466006 w 1533730"/>
                        <a:gd name="connsiteY6" fmla="*/ 73542 h 1106961"/>
                        <a:gd name="connsiteX7" fmla="*/ 1531585 w 1533730"/>
                        <a:gd name="connsiteY7" fmla="*/ 36525 h 1106961"/>
                        <a:gd name="connsiteX8" fmla="*/ 1533731 w 1533730"/>
                        <a:gd name="connsiteY8" fmla="*/ 30829 h 1106961"/>
                        <a:gd name="connsiteX9" fmla="*/ 1359852 w 1533730"/>
                        <a:gd name="connsiteY9" fmla="*/ 0 h 1106961"/>
                        <a:gd name="connsiteX10" fmla="*/ 1331178 w 1533730"/>
                        <a:gd name="connsiteY10" fmla="*/ 37388 h 1106961"/>
                        <a:gd name="connsiteX11" fmla="*/ 658860 w 1533730"/>
                        <a:gd name="connsiteY11" fmla="*/ 118055 h 1106961"/>
                        <a:gd name="connsiteX12" fmla="*/ 534779 w 1533730"/>
                        <a:gd name="connsiteY12" fmla="*/ 133659 h 1106961"/>
                        <a:gd name="connsiteX13" fmla="*/ 379836 w 1533730"/>
                        <a:gd name="connsiteY13" fmla="*/ 158081 h 1106961"/>
                        <a:gd name="connsiteX14" fmla="*/ 232196 w 1533730"/>
                        <a:gd name="connsiteY14" fmla="*/ 349105 h 1106961"/>
                        <a:gd name="connsiteX15" fmla="*/ 0 w 1533730"/>
                        <a:gd name="connsiteY15" fmla="*/ 1067517 h 1106961"/>
                        <a:gd name="connsiteX16" fmla="*/ 121330 w 1533730"/>
                        <a:gd name="connsiteY16" fmla="*/ 1106962 h 1106961"/>
                        <a:gd name="connsiteX17" fmla="*/ 182955 w 1533730"/>
                        <a:gd name="connsiteY17" fmla="*/ 804960 h 11069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1533730" h="1106961">
                          <a:moveTo>
                            <a:pt x="182955" y="804960"/>
                          </a:moveTo>
                          <a:cubicBezTo>
                            <a:pt x="207547" y="690923"/>
                            <a:pt x="235189" y="577403"/>
                            <a:pt x="271310" y="466409"/>
                          </a:cubicBezTo>
                          <a:cubicBezTo>
                            <a:pt x="297000" y="387461"/>
                            <a:pt x="321713" y="301664"/>
                            <a:pt x="388719" y="247292"/>
                          </a:cubicBezTo>
                          <a:cubicBezTo>
                            <a:pt x="452902" y="195211"/>
                            <a:pt x="541451" y="179494"/>
                            <a:pt x="620600" y="165851"/>
                          </a:cubicBezTo>
                          <a:cubicBezTo>
                            <a:pt x="736291" y="145906"/>
                            <a:pt x="853611" y="139258"/>
                            <a:pt x="970770" y="135095"/>
                          </a:cubicBezTo>
                          <a:cubicBezTo>
                            <a:pt x="1093359" y="130746"/>
                            <a:pt x="1223701" y="138572"/>
                            <a:pt x="1342740" y="105993"/>
                          </a:cubicBezTo>
                          <a:cubicBezTo>
                            <a:pt x="1383710" y="94778"/>
                            <a:pt x="1423599" y="78068"/>
                            <a:pt x="1466006" y="73542"/>
                          </a:cubicBezTo>
                          <a:cubicBezTo>
                            <a:pt x="1498554" y="70065"/>
                            <a:pt x="1516392" y="71783"/>
                            <a:pt x="1531585" y="36525"/>
                          </a:cubicBezTo>
                          <a:cubicBezTo>
                            <a:pt x="1532400" y="34637"/>
                            <a:pt x="1533021" y="32725"/>
                            <a:pt x="1533731" y="30829"/>
                          </a:cubicBezTo>
                          <a:lnTo>
                            <a:pt x="1359852" y="0"/>
                          </a:lnTo>
                          <a:cubicBezTo>
                            <a:pt x="1363201" y="17073"/>
                            <a:pt x="1353672" y="37219"/>
                            <a:pt x="1331178" y="37388"/>
                          </a:cubicBezTo>
                          <a:cubicBezTo>
                            <a:pt x="1104235" y="39107"/>
                            <a:pt x="882616" y="85999"/>
                            <a:pt x="658860" y="118055"/>
                          </a:cubicBezTo>
                          <a:cubicBezTo>
                            <a:pt x="617631" y="123960"/>
                            <a:pt x="576282" y="130068"/>
                            <a:pt x="534779" y="133659"/>
                          </a:cubicBezTo>
                          <a:cubicBezTo>
                            <a:pt x="483570" y="138088"/>
                            <a:pt x="427447" y="135297"/>
                            <a:pt x="379836" y="158081"/>
                          </a:cubicBezTo>
                          <a:cubicBezTo>
                            <a:pt x="305874" y="193477"/>
                            <a:pt x="263444" y="277531"/>
                            <a:pt x="232196" y="349105"/>
                          </a:cubicBezTo>
                          <a:cubicBezTo>
                            <a:pt x="131818" y="579001"/>
                            <a:pt x="62932" y="822799"/>
                            <a:pt x="0" y="1067517"/>
                          </a:cubicBezTo>
                          <a:lnTo>
                            <a:pt x="121330" y="1106962"/>
                          </a:lnTo>
                          <a:cubicBezTo>
                            <a:pt x="141839" y="1006303"/>
                            <a:pt x="161300" y="905385"/>
                            <a:pt x="182955" y="80496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69D2FF"/>
                        </a:gs>
                        <a:gs pos="3430">
                          <a:srgbClr val="68CDFE"/>
                        </a:gs>
                        <a:gs pos="70060">
                          <a:srgbClr val="4D6DE5"/>
                        </a:gs>
                        <a:gs pos="100000">
                          <a:srgbClr val="4247DB"/>
                        </a:gs>
                      </a:gsLst>
                      <a:lin ang="17312474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61" name="任意多边形 660">
                      <a:extLst>
                        <a:ext uri="{FF2B5EF4-FFF2-40B4-BE49-F238E27FC236}">
                          <a16:creationId xmlns:a16="http://schemas.microsoft.com/office/drawing/2014/main" id="{2AC91137-DC81-6F2C-0C28-A799DE1130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3456" y="4505060"/>
                      <a:ext cx="1476857" cy="1096303"/>
                    </a:xfrm>
                    <a:custGeom>
                      <a:avLst/>
                      <a:gdLst>
                        <a:gd name="connsiteX0" fmla="*/ 400467 w 1476857"/>
                        <a:gd name="connsiteY0" fmla="*/ 308594 h 1096303"/>
                        <a:gd name="connsiteX1" fmla="*/ 905393 w 1476857"/>
                        <a:gd name="connsiteY1" fmla="*/ 297258 h 1096303"/>
                        <a:gd name="connsiteX2" fmla="*/ 1309725 w 1476857"/>
                        <a:gd name="connsiteY2" fmla="*/ 177872 h 1096303"/>
                        <a:gd name="connsiteX3" fmla="*/ 1476858 w 1476857"/>
                        <a:gd name="connsiteY3" fmla="*/ 18581 h 1096303"/>
                        <a:gd name="connsiteX4" fmla="*/ 1476527 w 1476857"/>
                        <a:gd name="connsiteY4" fmla="*/ 11102 h 1096303"/>
                        <a:gd name="connsiteX5" fmla="*/ 1413910 w 1476857"/>
                        <a:gd name="connsiteY5" fmla="*/ 0 h 1096303"/>
                        <a:gd name="connsiteX6" fmla="*/ 1384009 w 1476857"/>
                        <a:gd name="connsiteY6" fmla="*/ 67523 h 1096303"/>
                        <a:gd name="connsiteX7" fmla="*/ 1303447 w 1476857"/>
                        <a:gd name="connsiteY7" fmla="*/ 92309 h 1096303"/>
                        <a:gd name="connsiteX8" fmla="*/ 1138993 w 1476857"/>
                        <a:gd name="connsiteY8" fmla="*/ 133400 h 1096303"/>
                        <a:gd name="connsiteX9" fmla="*/ 988230 w 1476857"/>
                        <a:gd name="connsiteY9" fmla="*/ 147713 h 1096303"/>
                        <a:gd name="connsiteX10" fmla="*/ 620012 w 1476857"/>
                        <a:gd name="connsiteY10" fmla="*/ 163543 h 1096303"/>
                        <a:gd name="connsiteX11" fmla="*/ 301502 w 1476857"/>
                        <a:gd name="connsiteY11" fmla="*/ 222167 h 1096303"/>
                        <a:gd name="connsiteX12" fmla="*/ 146946 w 1476857"/>
                        <a:gd name="connsiteY12" fmla="*/ 452209 h 1096303"/>
                        <a:gd name="connsiteX13" fmla="*/ 59705 w 1476857"/>
                        <a:gd name="connsiteY13" fmla="*/ 791195 h 1096303"/>
                        <a:gd name="connsiteX14" fmla="*/ 0 w 1476857"/>
                        <a:gd name="connsiteY14" fmla="*/ 1084443 h 1096303"/>
                        <a:gd name="connsiteX15" fmla="*/ 36484 w 1476857"/>
                        <a:gd name="connsiteY15" fmla="*/ 1096304 h 1096303"/>
                        <a:gd name="connsiteX16" fmla="*/ 367774 w 1476857"/>
                        <a:gd name="connsiteY16" fmla="*/ 313967 h 1096303"/>
                        <a:gd name="connsiteX17" fmla="*/ 382394 w 1476857"/>
                        <a:gd name="connsiteY17" fmla="*/ 314403 h 1096303"/>
                        <a:gd name="connsiteX18" fmla="*/ 400467 w 1476857"/>
                        <a:gd name="connsiteY18" fmla="*/ 308594 h 10963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1476857" h="1096303">
                          <a:moveTo>
                            <a:pt x="400467" y="308594"/>
                          </a:moveTo>
                          <a:cubicBezTo>
                            <a:pt x="568851" y="308263"/>
                            <a:pt x="737090" y="301744"/>
                            <a:pt x="905393" y="297258"/>
                          </a:cubicBezTo>
                          <a:cubicBezTo>
                            <a:pt x="1054720" y="293280"/>
                            <a:pt x="1185530" y="265235"/>
                            <a:pt x="1309725" y="177872"/>
                          </a:cubicBezTo>
                          <a:cubicBezTo>
                            <a:pt x="1372859" y="133457"/>
                            <a:pt x="1428174" y="78738"/>
                            <a:pt x="1476858" y="18581"/>
                          </a:cubicBezTo>
                          <a:cubicBezTo>
                            <a:pt x="1476697" y="13902"/>
                            <a:pt x="1476527" y="11102"/>
                            <a:pt x="1476527" y="11102"/>
                          </a:cubicBezTo>
                          <a:lnTo>
                            <a:pt x="1413910" y="0"/>
                          </a:lnTo>
                          <a:cubicBezTo>
                            <a:pt x="1406947" y="24052"/>
                            <a:pt x="1403704" y="48474"/>
                            <a:pt x="1384009" y="67523"/>
                          </a:cubicBezTo>
                          <a:cubicBezTo>
                            <a:pt x="1359868" y="90880"/>
                            <a:pt x="1334333" y="89009"/>
                            <a:pt x="1303447" y="92309"/>
                          </a:cubicBezTo>
                          <a:cubicBezTo>
                            <a:pt x="1247018" y="98344"/>
                            <a:pt x="1194526" y="121750"/>
                            <a:pt x="1138993" y="133400"/>
                          </a:cubicBezTo>
                          <a:cubicBezTo>
                            <a:pt x="1089325" y="143824"/>
                            <a:pt x="1038801" y="145398"/>
                            <a:pt x="988230" y="147713"/>
                          </a:cubicBezTo>
                          <a:cubicBezTo>
                            <a:pt x="865512" y="153337"/>
                            <a:pt x="742528" y="153845"/>
                            <a:pt x="620012" y="163543"/>
                          </a:cubicBezTo>
                          <a:cubicBezTo>
                            <a:pt x="514818" y="171870"/>
                            <a:pt x="400031" y="181487"/>
                            <a:pt x="301502" y="222167"/>
                          </a:cubicBezTo>
                          <a:cubicBezTo>
                            <a:pt x="203771" y="262516"/>
                            <a:pt x="176702" y="359254"/>
                            <a:pt x="146946" y="452209"/>
                          </a:cubicBezTo>
                          <a:cubicBezTo>
                            <a:pt x="111358" y="563405"/>
                            <a:pt x="84119" y="677086"/>
                            <a:pt x="59705" y="791195"/>
                          </a:cubicBezTo>
                          <a:cubicBezTo>
                            <a:pt x="38840" y="888740"/>
                            <a:pt x="19920" y="986713"/>
                            <a:pt x="0" y="1084443"/>
                          </a:cubicBezTo>
                          <a:lnTo>
                            <a:pt x="36484" y="1096304"/>
                          </a:lnTo>
                          <a:cubicBezTo>
                            <a:pt x="36484" y="1096304"/>
                            <a:pt x="253649" y="396159"/>
                            <a:pt x="367774" y="313967"/>
                          </a:cubicBezTo>
                          <a:cubicBezTo>
                            <a:pt x="372527" y="313967"/>
                            <a:pt x="377424" y="314145"/>
                            <a:pt x="382394" y="314403"/>
                          </a:cubicBezTo>
                          <a:cubicBezTo>
                            <a:pt x="387009" y="310837"/>
                            <a:pt x="393020" y="308610"/>
                            <a:pt x="400467" y="308594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69D2FF"/>
                        </a:gs>
                        <a:gs pos="3430">
                          <a:srgbClr val="68CDFE"/>
                        </a:gs>
                        <a:gs pos="70060">
                          <a:srgbClr val="4D6DE5"/>
                        </a:gs>
                        <a:gs pos="100000">
                          <a:srgbClr val="4247DB"/>
                        </a:gs>
                      </a:gsLst>
                      <a:lin ang="17312510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62" name="任意多边形 661">
                      <a:extLst>
                        <a:ext uri="{FF2B5EF4-FFF2-40B4-BE49-F238E27FC236}">
                          <a16:creationId xmlns:a16="http://schemas.microsoft.com/office/drawing/2014/main" id="{A18C3543-A6F5-AA7A-0479-0C7EBEC2FE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5228" y="4620774"/>
                      <a:ext cx="810744" cy="330050"/>
                    </a:xfrm>
                    <a:custGeom>
                      <a:avLst/>
                      <a:gdLst>
                        <a:gd name="connsiteX0" fmla="*/ 102450 w 810744"/>
                        <a:gd name="connsiteY0" fmla="*/ 289569 h 330050"/>
                        <a:gd name="connsiteX1" fmla="*/ 145753 w 810744"/>
                        <a:gd name="connsiteY1" fmla="*/ 306069 h 330050"/>
                        <a:gd name="connsiteX2" fmla="*/ 243338 w 810744"/>
                        <a:gd name="connsiteY2" fmla="*/ 327062 h 330050"/>
                        <a:gd name="connsiteX3" fmla="*/ 318744 w 810744"/>
                        <a:gd name="connsiteY3" fmla="*/ 329693 h 330050"/>
                        <a:gd name="connsiteX4" fmla="*/ 668244 w 810744"/>
                        <a:gd name="connsiteY4" fmla="*/ 238892 h 330050"/>
                        <a:gd name="connsiteX5" fmla="*/ 773115 w 810744"/>
                        <a:gd name="connsiteY5" fmla="*/ 152094 h 330050"/>
                        <a:gd name="connsiteX6" fmla="*/ 810745 w 810744"/>
                        <a:gd name="connsiteY6" fmla="*/ 0 h 330050"/>
                        <a:gd name="connsiteX7" fmla="*/ 717016 w 810744"/>
                        <a:gd name="connsiteY7" fmla="*/ 86104 h 330050"/>
                        <a:gd name="connsiteX8" fmla="*/ 325561 w 810744"/>
                        <a:gd name="connsiteY8" fmla="*/ 240055 h 330050"/>
                        <a:gd name="connsiteX9" fmla="*/ 0 w 810744"/>
                        <a:gd name="connsiteY9" fmla="*/ 251713 h 330050"/>
                        <a:gd name="connsiteX10" fmla="*/ 102450 w 810744"/>
                        <a:gd name="connsiteY10" fmla="*/ 289569 h 3300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10744" h="330050">
                          <a:moveTo>
                            <a:pt x="102450" y="289569"/>
                          </a:moveTo>
                          <a:cubicBezTo>
                            <a:pt x="116780" y="295911"/>
                            <a:pt x="131222" y="301268"/>
                            <a:pt x="145753" y="306069"/>
                          </a:cubicBezTo>
                          <a:cubicBezTo>
                            <a:pt x="177525" y="313830"/>
                            <a:pt x="210129" y="320947"/>
                            <a:pt x="243338" y="327062"/>
                          </a:cubicBezTo>
                          <a:cubicBezTo>
                            <a:pt x="268051" y="329700"/>
                            <a:pt x="293135" y="330637"/>
                            <a:pt x="318744" y="329693"/>
                          </a:cubicBezTo>
                          <a:cubicBezTo>
                            <a:pt x="434773" y="325425"/>
                            <a:pt x="566552" y="297129"/>
                            <a:pt x="668244" y="238892"/>
                          </a:cubicBezTo>
                          <a:cubicBezTo>
                            <a:pt x="708536" y="215817"/>
                            <a:pt x="743205" y="186296"/>
                            <a:pt x="773115" y="152094"/>
                          </a:cubicBezTo>
                          <a:cubicBezTo>
                            <a:pt x="794778" y="99820"/>
                            <a:pt x="805557" y="45287"/>
                            <a:pt x="810745" y="0"/>
                          </a:cubicBezTo>
                          <a:cubicBezTo>
                            <a:pt x="781360" y="30910"/>
                            <a:pt x="750265" y="60004"/>
                            <a:pt x="717016" y="86104"/>
                          </a:cubicBezTo>
                          <a:cubicBezTo>
                            <a:pt x="603658" y="175121"/>
                            <a:pt x="470063" y="231155"/>
                            <a:pt x="325561" y="240055"/>
                          </a:cubicBezTo>
                          <a:cubicBezTo>
                            <a:pt x="217552" y="246703"/>
                            <a:pt x="108768" y="249962"/>
                            <a:pt x="0" y="251713"/>
                          </a:cubicBezTo>
                          <a:cubicBezTo>
                            <a:pt x="35234" y="260169"/>
                            <a:pt x="68298" y="274457"/>
                            <a:pt x="102450" y="289569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69D2FF"/>
                        </a:gs>
                        <a:gs pos="3430">
                          <a:srgbClr val="68CDFE"/>
                        </a:gs>
                        <a:gs pos="70060">
                          <a:srgbClr val="4D6DE5"/>
                        </a:gs>
                        <a:gs pos="100000">
                          <a:srgbClr val="4247DB"/>
                        </a:gs>
                      </a:gsLst>
                      <a:lin ang="17312510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657" name="任意多边形 656">
                    <a:extLst>
                      <a:ext uri="{FF2B5EF4-FFF2-40B4-BE49-F238E27FC236}">
                        <a16:creationId xmlns:a16="http://schemas.microsoft.com/office/drawing/2014/main" id="{3D38A051-0814-35EF-208D-CCA7841976A9}"/>
                      </a:ext>
                    </a:extLst>
                  </p:cNvPr>
                  <p:cNvSpPr/>
                  <p:nvPr/>
                </p:nvSpPr>
                <p:spPr>
                  <a:xfrm>
                    <a:off x="6509940" y="4822740"/>
                    <a:ext cx="952197" cy="778647"/>
                  </a:xfrm>
                  <a:custGeom>
                    <a:avLst/>
                    <a:gdLst>
                      <a:gd name="connsiteX0" fmla="*/ 952197 w 952197"/>
                      <a:gd name="connsiteY0" fmla="*/ 137925 h 778647"/>
                      <a:gd name="connsiteX1" fmla="*/ 387025 w 952197"/>
                      <a:gd name="connsiteY1" fmla="*/ 1193 h 778647"/>
                      <a:gd name="connsiteX2" fmla="*/ 290239 w 952197"/>
                      <a:gd name="connsiteY2" fmla="*/ 44220 h 778647"/>
                      <a:gd name="connsiteX3" fmla="*/ 0 w 952197"/>
                      <a:gd name="connsiteY3" fmla="*/ 778648 h 7786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52197" h="778647">
                        <a:moveTo>
                          <a:pt x="952197" y="137925"/>
                        </a:moveTo>
                        <a:cubicBezTo>
                          <a:pt x="727287" y="111042"/>
                          <a:pt x="525396" y="22952"/>
                          <a:pt x="387025" y="1193"/>
                        </a:cubicBezTo>
                        <a:cubicBezTo>
                          <a:pt x="348999" y="-4786"/>
                          <a:pt x="311369" y="12044"/>
                          <a:pt x="290239" y="44220"/>
                        </a:cubicBezTo>
                        <a:cubicBezTo>
                          <a:pt x="171942" y="224295"/>
                          <a:pt x="0" y="778648"/>
                          <a:pt x="0" y="778648"/>
                        </a:cubicBezTo>
                      </a:path>
                    </a:pathLst>
                  </a:custGeom>
                  <a:noFill/>
                  <a:ln w="9247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58" name="任意多边形 657">
                    <a:extLst>
                      <a:ext uri="{FF2B5EF4-FFF2-40B4-BE49-F238E27FC236}">
                        <a16:creationId xmlns:a16="http://schemas.microsoft.com/office/drawing/2014/main" id="{B45B446F-4709-FDF1-8979-B001ECF9B3C1}"/>
                      </a:ext>
                    </a:extLst>
                  </p:cNvPr>
                  <p:cNvSpPr/>
                  <p:nvPr/>
                </p:nvSpPr>
                <p:spPr>
                  <a:xfrm>
                    <a:off x="6371151" y="5048383"/>
                    <a:ext cx="59616" cy="416167"/>
                  </a:xfrm>
                  <a:custGeom>
                    <a:avLst/>
                    <a:gdLst>
                      <a:gd name="connsiteX0" fmla="*/ 59616 w 59616"/>
                      <a:gd name="connsiteY0" fmla="*/ 416168 h 416167"/>
                      <a:gd name="connsiteX1" fmla="*/ 0 w 59616"/>
                      <a:gd name="connsiteY1" fmla="*/ 0 h 4161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9616" h="416167">
                        <a:moveTo>
                          <a:pt x="59616" y="416168"/>
                        </a:moveTo>
                        <a:cubicBezTo>
                          <a:pt x="59616" y="416168"/>
                          <a:pt x="0" y="73808"/>
                          <a:pt x="0" y="0"/>
                        </a:cubicBezTo>
                      </a:path>
                    </a:pathLst>
                  </a:custGeom>
                  <a:noFill/>
                  <a:ln w="9247" cap="flat">
                    <a:solidFill>
                      <a:srgbClr val="FFFFFF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25" name="组合 624">
                  <a:extLst>
                    <a:ext uri="{FF2B5EF4-FFF2-40B4-BE49-F238E27FC236}">
                      <a16:creationId xmlns:a16="http://schemas.microsoft.com/office/drawing/2014/main" id="{9C3931DB-985E-9C61-9920-5106C95CAA21}"/>
                    </a:ext>
                  </a:extLst>
                </p:cNvPr>
                <p:cNvGrpSpPr/>
                <p:nvPr/>
              </p:nvGrpSpPr>
              <p:grpSpPr>
                <a:xfrm>
                  <a:off x="6712857" y="3121438"/>
                  <a:ext cx="1415563" cy="1600242"/>
                  <a:chOff x="6712857" y="3121438"/>
                  <a:chExt cx="1415563" cy="1600242"/>
                </a:xfrm>
              </p:grpSpPr>
              <p:sp>
                <p:nvSpPr>
                  <p:cNvPr id="636" name="任意多边形 635">
                    <a:extLst>
                      <a:ext uri="{FF2B5EF4-FFF2-40B4-BE49-F238E27FC236}">
                        <a16:creationId xmlns:a16="http://schemas.microsoft.com/office/drawing/2014/main" id="{47565777-2945-33FD-EAD0-F042B5E465F8}"/>
                      </a:ext>
                    </a:extLst>
                  </p:cNvPr>
                  <p:cNvSpPr/>
                  <p:nvPr/>
                </p:nvSpPr>
                <p:spPr>
                  <a:xfrm>
                    <a:off x="7414615" y="3282287"/>
                    <a:ext cx="602939" cy="504127"/>
                  </a:xfrm>
                  <a:custGeom>
                    <a:avLst/>
                    <a:gdLst>
                      <a:gd name="connsiteX0" fmla="*/ 104193 w 602939"/>
                      <a:gd name="connsiteY0" fmla="*/ 504128 h 504127"/>
                      <a:gd name="connsiteX1" fmla="*/ 0 w 602939"/>
                      <a:gd name="connsiteY1" fmla="*/ 219488 h 504127"/>
                      <a:gd name="connsiteX2" fmla="*/ 43133 w 602939"/>
                      <a:gd name="connsiteY2" fmla="*/ 123694 h 504127"/>
                      <a:gd name="connsiteX3" fmla="*/ 194727 w 602939"/>
                      <a:gd name="connsiteY3" fmla="*/ 0 h 504127"/>
                      <a:gd name="connsiteX4" fmla="*/ 449861 w 602939"/>
                      <a:gd name="connsiteY4" fmla="*/ 44875 h 504127"/>
                      <a:gd name="connsiteX5" fmla="*/ 602940 w 602939"/>
                      <a:gd name="connsiteY5" fmla="*/ 489306 h 504127"/>
                      <a:gd name="connsiteX6" fmla="*/ 104193 w 602939"/>
                      <a:gd name="connsiteY6" fmla="*/ 504128 h 504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02939" h="504127">
                        <a:moveTo>
                          <a:pt x="104193" y="504128"/>
                        </a:moveTo>
                        <a:cubicBezTo>
                          <a:pt x="104193" y="489314"/>
                          <a:pt x="0" y="219488"/>
                          <a:pt x="0" y="219488"/>
                        </a:cubicBezTo>
                        <a:cubicBezTo>
                          <a:pt x="7060" y="193274"/>
                          <a:pt x="19662" y="159065"/>
                          <a:pt x="43133" y="123694"/>
                        </a:cubicBezTo>
                        <a:cubicBezTo>
                          <a:pt x="93237" y="48183"/>
                          <a:pt x="162180" y="13684"/>
                          <a:pt x="194727" y="0"/>
                        </a:cubicBezTo>
                        <a:cubicBezTo>
                          <a:pt x="279774" y="14959"/>
                          <a:pt x="364822" y="29917"/>
                          <a:pt x="449861" y="44875"/>
                        </a:cubicBezTo>
                        <a:lnTo>
                          <a:pt x="602940" y="489306"/>
                        </a:lnTo>
                        <a:lnTo>
                          <a:pt x="104193" y="504128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BFDBFF"/>
                      </a:gs>
                      <a:gs pos="50000">
                        <a:srgbClr val="DFEDFF"/>
                      </a:gs>
                      <a:gs pos="100000">
                        <a:srgbClr val="FFFFFF"/>
                      </a:gs>
                    </a:gsLst>
                    <a:lin ang="12327809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7" name="任意多边形 636">
                    <a:extLst>
                      <a:ext uri="{FF2B5EF4-FFF2-40B4-BE49-F238E27FC236}">
                        <a16:creationId xmlns:a16="http://schemas.microsoft.com/office/drawing/2014/main" id="{83E63E1E-23F0-A07F-94CC-4293A44433F4}"/>
                      </a:ext>
                    </a:extLst>
                  </p:cNvPr>
                  <p:cNvSpPr/>
                  <p:nvPr/>
                </p:nvSpPr>
                <p:spPr>
                  <a:xfrm>
                    <a:off x="6858795" y="3609639"/>
                    <a:ext cx="492331" cy="499800"/>
                  </a:xfrm>
                  <a:custGeom>
                    <a:avLst/>
                    <a:gdLst>
                      <a:gd name="connsiteX0" fmla="*/ 333154 w 492331"/>
                      <a:gd name="connsiteY0" fmla="*/ 43786 h 499800"/>
                      <a:gd name="connsiteX1" fmla="*/ 265243 w 492331"/>
                      <a:gd name="connsiteY1" fmla="*/ 247711 h 499800"/>
                      <a:gd name="connsiteX2" fmla="*/ 65450 w 492331"/>
                      <a:gd name="connsiteY2" fmla="*/ 0 h 499800"/>
                      <a:gd name="connsiteX3" fmla="*/ 0 w 492331"/>
                      <a:gd name="connsiteY3" fmla="*/ 8528 h 499800"/>
                      <a:gd name="connsiteX4" fmla="*/ 265243 w 492331"/>
                      <a:gd name="connsiteY4" fmla="*/ 499464 h 499800"/>
                      <a:gd name="connsiteX5" fmla="*/ 492332 w 492331"/>
                      <a:gd name="connsiteY5" fmla="*/ 137458 h 499800"/>
                      <a:gd name="connsiteX6" fmla="*/ 333154 w 492331"/>
                      <a:gd name="connsiteY6" fmla="*/ 43786 h 499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492331" h="499800">
                        <a:moveTo>
                          <a:pt x="333154" y="43786"/>
                        </a:moveTo>
                        <a:cubicBezTo>
                          <a:pt x="293595" y="150618"/>
                          <a:pt x="265243" y="247711"/>
                          <a:pt x="265243" y="247711"/>
                        </a:cubicBezTo>
                        <a:cubicBezTo>
                          <a:pt x="214623" y="194945"/>
                          <a:pt x="65450" y="0"/>
                          <a:pt x="65450" y="0"/>
                        </a:cubicBezTo>
                        <a:lnTo>
                          <a:pt x="0" y="8528"/>
                        </a:lnTo>
                        <a:cubicBezTo>
                          <a:pt x="0" y="8528"/>
                          <a:pt x="154111" y="483239"/>
                          <a:pt x="265243" y="499464"/>
                        </a:cubicBezTo>
                        <a:cubicBezTo>
                          <a:pt x="338502" y="510163"/>
                          <a:pt x="444786" y="263242"/>
                          <a:pt x="492332" y="137458"/>
                        </a:cubicBezTo>
                        <a:cubicBezTo>
                          <a:pt x="440638" y="103427"/>
                          <a:pt x="390252" y="67128"/>
                          <a:pt x="333154" y="43786"/>
                        </a:cubicBez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8" name="任意多边形 637">
                    <a:extLst>
                      <a:ext uri="{FF2B5EF4-FFF2-40B4-BE49-F238E27FC236}">
                        <a16:creationId xmlns:a16="http://schemas.microsoft.com/office/drawing/2014/main" id="{DA717F0E-F985-DE91-6501-BDB319D7F975}"/>
                      </a:ext>
                    </a:extLst>
                  </p:cNvPr>
                  <p:cNvSpPr/>
                  <p:nvPr/>
                </p:nvSpPr>
                <p:spPr>
                  <a:xfrm>
                    <a:off x="7180838" y="3653426"/>
                    <a:ext cx="170279" cy="184931"/>
                  </a:xfrm>
                  <a:custGeom>
                    <a:avLst/>
                    <a:gdLst>
                      <a:gd name="connsiteX0" fmla="*/ 24043 w 170279"/>
                      <a:gd name="connsiteY0" fmla="*/ 56599 h 184931"/>
                      <a:gd name="connsiteX1" fmla="*/ 133602 w 170279"/>
                      <a:gd name="connsiteY1" fmla="*/ 184932 h 184931"/>
                      <a:gd name="connsiteX2" fmla="*/ 170280 w 170279"/>
                      <a:gd name="connsiteY2" fmla="*/ 93680 h 184931"/>
                      <a:gd name="connsiteX3" fmla="*/ 11102 w 170279"/>
                      <a:gd name="connsiteY3" fmla="*/ 0 h 184931"/>
                      <a:gd name="connsiteX4" fmla="*/ 0 w 170279"/>
                      <a:gd name="connsiteY4" fmla="*/ 30562 h 184931"/>
                      <a:gd name="connsiteX5" fmla="*/ 24043 w 170279"/>
                      <a:gd name="connsiteY5" fmla="*/ 56599 h 1849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70279" h="184931">
                        <a:moveTo>
                          <a:pt x="24043" y="56599"/>
                        </a:moveTo>
                        <a:cubicBezTo>
                          <a:pt x="63658" y="96012"/>
                          <a:pt x="97400" y="140799"/>
                          <a:pt x="133602" y="184932"/>
                        </a:cubicBezTo>
                        <a:cubicBezTo>
                          <a:pt x="147826" y="151537"/>
                          <a:pt x="160348" y="119958"/>
                          <a:pt x="170280" y="93680"/>
                        </a:cubicBezTo>
                        <a:cubicBezTo>
                          <a:pt x="118587" y="59649"/>
                          <a:pt x="68201" y="23341"/>
                          <a:pt x="11102" y="0"/>
                        </a:cubicBezTo>
                        <a:cubicBezTo>
                          <a:pt x="7277" y="10319"/>
                          <a:pt x="3598" y="20501"/>
                          <a:pt x="0" y="30562"/>
                        </a:cubicBezTo>
                        <a:cubicBezTo>
                          <a:pt x="9262" y="37905"/>
                          <a:pt x="17226" y="46772"/>
                          <a:pt x="24043" y="56599"/>
                        </a:cubicBez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9" name="任意多边形 638">
                    <a:extLst>
                      <a:ext uri="{FF2B5EF4-FFF2-40B4-BE49-F238E27FC236}">
                        <a16:creationId xmlns:a16="http://schemas.microsoft.com/office/drawing/2014/main" id="{BBA0F9E9-DB21-F2C0-8BEB-25F203D4BEC3}"/>
                      </a:ext>
                    </a:extLst>
                  </p:cNvPr>
                  <p:cNvSpPr/>
                  <p:nvPr/>
                </p:nvSpPr>
                <p:spPr>
                  <a:xfrm>
                    <a:off x="7187367" y="3297302"/>
                    <a:ext cx="421004" cy="486441"/>
                  </a:xfrm>
                  <a:custGeom>
                    <a:avLst/>
                    <a:gdLst>
                      <a:gd name="connsiteX0" fmla="*/ 149545 w 433215"/>
                      <a:gd name="connsiteY0" fmla="*/ 486442 h 486441"/>
                      <a:gd name="connsiteX1" fmla="*/ 187820 w 433215"/>
                      <a:gd name="connsiteY1" fmla="*/ 381168 h 486441"/>
                      <a:gd name="connsiteX2" fmla="*/ 433216 w 433215"/>
                      <a:gd name="connsiteY2" fmla="*/ 0 h 486441"/>
                      <a:gd name="connsiteX3" fmla="*/ 142533 w 433215"/>
                      <a:gd name="connsiteY3" fmla="*/ 91470 h 486441"/>
                      <a:gd name="connsiteX4" fmla="*/ 0 w 433215"/>
                      <a:gd name="connsiteY4" fmla="*/ 368597 h 486441"/>
                      <a:gd name="connsiteX5" fmla="*/ 149545 w 433215"/>
                      <a:gd name="connsiteY5" fmla="*/ 486442 h 4864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33215" h="486441">
                        <a:moveTo>
                          <a:pt x="149545" y="486442"/>
                        </a:moveTo>
                        <a:cubicBezTo>
                          <a:pt x="170611" y="433377"/>
                          <a:pt x="184908" y="391987"/>
                          <a:pt x="187820" y="381168"/>
                        </a:cubicBezTo>
                        <a:lnTo>
                          <a:pt x="433216" y="0"/>
                        </a:lnTo>
                        <a:cubicBezTo>
                          <a:pt x="433216" y="0"/>
                          <a:pt x="252277" y="3469"/>
                          <a:pt x="142533" y="91470"/>
                        </a:cubicBezTo>
                        <a:cubicBezTo>
                          <a:pt x="95229" y="129406"/>
                          <a:pt x="40954" y="256376"/>
                          <a:pt x="0" y="368597"/>
                        </a:cubicBezTo>
                        <a:cubicBezTo>
                          <a:pt x="58390" y="397054"/>
                          <a:pt x="104241" y="441445"/>
                          <a:pt x="149545" y="48644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FDBFF"/>
                      </a:gs>
                      <a:gs pos="50000">
                        <a:srgbClr val="DFEDFF"/>
                      </a:gs>
                      <a:gs pos="100000">
                        <a:srgbClr val="FFFFFF"/>
                      </a:gs>
                    </a:gsLst>
                    <a:lin ang="12327809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0" name="任意多边形 639">
                    <a:extLst>
                      <a:ext uri="{FF2B5EF4-FFF2-40B4-BE49-F238E27FC236}">
                        <a16:creationId xmlns:a16="http://schemas.microsoft.com/office/drawing/2014/main" id="{F34F9337-A756-3B2D-0015-82B8EF2B4D68}"/>
                      </a:ext>
                    </a:extLst>
                  </p:cNvPr>
                  <p:cNvSpPr/>
                  <p:nvPr/>
                </p:nvSpPr>
                <p:spPr>
                  <a:xfrm>
                    <a:off x="7124038" y="3857350"/>
                    <a:ext cx="43947" cy="137410"/>
                  </a:xfrm>
                  <a:custGeom>
                    <a:avLst/>
                    <a:gdLst>
                      <a:gd name="connsiteX0" fmla="*/ 43947 w 43947"/>
                      <a:gd name="connsiteY0" fmla="*/ 137410 h 137410"/>
                      <a:gd name="connsiteX1" fmla="*/ 0 w 43947"/>
                      <a:gd name="connsiteY1" fmla="*/ 0 h 1374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3947" h="137410">
                        <a:moveTo>
                          <a:pt x="43947" y="137410"/>
                        </a:moveTo>
                        <a:cubicBezTo>
                          <a:pt x="43947" y="137410"/>
                          <a:pt x="35871" y="43891"/>
                          <a:pt x="0" y="0"/>
                        </a:cubicBezTo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641" name="组合 640">
                    <a:extLst>
                      <a:ext uri="{FF2B5EF4-FFF2-40B4-BE49-F238E27FC236}">
                        <a16:creationId xmlns:a16="http://schemas.microsoft.com/office/drawing/2014/main" id="{9ECD094D-D812-7567-04F1-766F2EA388C4}"/>
                      </a:ext>
                    </a:extLst>
                  </p:cNvPr>
                  <p:cNvGrpSpPr/>
                  <p:nvPr/>
                </p:nvGrpSpPr>
                <p:grpSpPr>
                  <a:xfrm>
                    <a:off x="6712857" y="3121438"/>
                    <a:ext cx="473603" cy="495591"/>
                    <a:chOff x="6712857" y="3121438"/>
                    <a:chExt cx="473603" cy="495591"/>
                  </a:xfrm>
                </p:grpSpPr>
                <p:sp>
                  <p:nvSpPr>
                    <p:cNvPr id="650" name="任意多边形 649">
                      <a:extLst>
                        <a:ext uri="{FF2B5EF4-FFF2-40B4-BE49-F238E27FC236}">
                          <a16:creationId xmlns:a16="http://schemas.microsoft.com/office/drawing/2014/main" id="{B9D2E5D4-ED42-ABBE-538B-EF559CE918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384" y="3121438"/>
                      <a:ext cx="450505" cy="472144"/>
                    </a:xfrm>
                    <a:custGeom>
                      <a:avLst/>
                      <a:gdLst>
                        <a:gd name="connsiteX0" fmla="*/ 16435 w 450505"/>
                        <a:gd name="connsiteY0" fmla="*/ 48490 h 472144"/>
                        <a:gd name="connsiteX1" fmla="*/ 0 w 450505"/>
                        <a:gd name="connsiteY1" fmla="*/ 5317 h 472144"/>
                        <a:gd name="connsiteX2" fmla="*/ 14926 w 450505"/>
                        <a:gd name="connsiteY2" fmla="*/ 0 h 472144"/>
                        <a:gd name="connsiteX3" fmla="*/ 124549 w 450505"/>
                        <a:gd name="connsiteY3" fmla="*/ 134207 h 472144"/>
                        <a:gd name="connsiteX4" fmla="*/ 371671 w 450505"/>
                        <a:gd name="connsiteY4" fmla="*/ 103661 h 472144"/>
                        <a:gd name="connsiteX5" fmla="*/ 450506 w 450505"/>
                        <a:gd name="connsiteY5" fmla="*/ 455024 h 472144"/>
                        <a:gd name="connsiteX6" fmla="*/ 224136 w 450505"/>
                        <a:gd name="connsiteY6" fmla="*/ 472145 h 472144"/>
                        <a:gd name="connsiteX7" fmla="*/ 116885 w 450505"/>
                        <a:gd name="connsiteY7" fmla="*/ 370969 h 4721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50505" h="472144">
                          <a:moveTo>
                            <a:pt x="16435" y="48490"/>
                          </a:moveTo>
                          <a:lnTo>
                            <a:pt x="0" y="5317"/>
                          </a:lnTo>
                          <a:lnTo>
                            <a:pt x="14926" y="0"/>
                          </a:lnTo>
                          <a:lnTo>
                            <a:pt x="124549" y="134207"/>
                          </a:lnTo>
                          <a:lnTo>
                            <a:pt x="371671" y="103661"/>
                          </a:lnTo>
                          <a:lnTo>
                            <a:pt x="450506" y="455024"/>
                          </a:lnTo>
                          <a:lnTo>
                            <a:pt x="224136" y="472145"/>
                          </a:lnTo>
                          <a:lnTo>
                            <a:pt x="116885" y="370969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D1E5FF"/>
                        </a:gs>
                        <a:gs pos="50000">
                          <a:srgbClr val="E8F2FF"/>
                        </a:gs>
                        <a:gs pos="100000">
                          <a:srgbClr val="FFFFFF"/>
                        </a:gs>
                      </a:gsLst>
                      <a:lin ang="16668040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51" name="任意多边形 650">
                      <a:extLst>
                        <a:ext uri="{FF2B5EF4-FFF2-40B4-BE49-F238E27FC236}">
                          <a16:creationId xmlns:a16="http://schemas.microsoft.com/office/drawing/2014/main" id="{95B3CEBF-C1BA-808A-28D3-DC1F646E2D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9848" y="3242825"/>
                      <a:ext cx="316612" cy="374204"/>
                    </a:xfrm>
                    <a:custGeom>
                      <a:avLst/>
                      <a:gdLst>
                        <a:gd name="connsiteX0" fmla="*/ 0 w 316612"/>
                        <a:gd name="connsiteY0" fmla="*/ 29126 h 374204"/>
                        <a:gd name="connsiteX1" fmla="*/ 97843 w 316612"/>
                        <a:gd name="connsiteY1" fmla="*/ 374205 h 374204"/>
                        <a:gd name="connsiteX2" fmla="*/ 303608 w 316612"/>
                        <a:gd name="connsiteY2" fmla="*/ 346773 h 374204"/>
                        <a:gd name="connsiteX3" fmla="*/ 316274 w 316612"/>
                        <a:gd name="connsiteY3" fmla="*/ 330862 h 374204"/>
                        <a:gd name="connsiteX4" fmla="*/ 243765 w 316612"/>
                        <a:gd name="connsiteY4" fmla="*/ 8125 h 374204"/>
                        <a:gd name="connsiteX5" fmla="*/ 232381 w 316612"/>
                        <a:gd name="connsiteY5" fmla="*/ 24 h 374204"/>
                        <a:gd name="connsiteX6" fmla="*/ 0 w 316612"/>
                        <a:gd name="connsiteY6" fmla="*/ 29126 h 37420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316612" h="374204">
                          <a:moveTo>
                            <a:pt x="0" y="29126"/>
                          </a:moveTo>
                          <a:lnTo>
                            <a:pt x="97843" y="374205"/>
                          </a:lnTo>
                          <a:lnTo>
                            <a:pt x="303608" y="346773"/>
                          </a:lnTo>
                          <a:cubicBezTo>
                            <a:pt x="312345" y="346184"/>
                            <a:pt x="318098" y="338955"/>
                            <a:pt x="316274" y="330862"/>
                          </a:cubicBezTo>
                          <a:lnTo>
                            <a:pt x="243765" y="8125"/>
                          </a:lnTo>
                          <a:cubicBezTo>
                            <a:pt x="242668" y="3252"/>
                            <a:pt x="237642" y="-331"/>
                            <a:pt x="232381" y="24"/>
                          </a:cubicBezTo>
                          <a:lnTo>
                            <a:pt x="0" y="29126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B763"/>
                        </a:gs>
                        <a:gs pos="50000">
                          <a:srgbClr val="FFD070"/>
                        </a:gs>
                        <a:gs pos="100000">
                          <a:srgbClr val="FFE97D"/>
                        </a:gs>
                      </a:gsLst>
                      <a:lin ang="16925753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52" name="任意多边形 651">
                      <a:extLst>
                        <a:ext uri="{FF2B5EF4-FFF2-40B4-BE49-F238E27FC236}">
                          <a16:creationId xmlns:a16="http://schemas.microsoft.com/office/drawing/2014/main" id="{996D1A7E-EBF8-3BA7-2CD8-1DD0287558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21051" y="3255379"/>
                      <a:ext cx="146640" cy="361650"/>
                    </a:xfrm>
                    <a:custGeom>
                      <a:avLst/>
                      <a:gdLst>
                        <a:gd name="connsiteX0" fmla="*/ 48797 w 146640"/>
                        <a:gd name="connsiteY0" fmla="*/ 16572 h 361650"/>
                        <a:gd name="connsiteX1" fmla="*/ 0 w 146640"/>
                        <a:gd name="connsiteY1" fmla="*/ 0 h 361650"/>
                        <a:gd name="connsiteX2" fmla="*/ 99159 w 146640"/>
                        <a:gd name="connsiteY2" fmla="*/ 347773 h 361650"/>
                        <a:gd name="connsiteX3" fmla="*/ 146640 w 146640"/>
                        <a:gd name="connsiteY3" fmla="*/ 361651 h 3616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46640" h="361650">
                          <a:moveTo>
                            <a:pt x="48797" y="16572"/>
                          </a:moveTo>
                          <a:lnTo>
                            <a:pt x="0" y="0"/>
                          </a:lnTo>
                          <a:lnTo>
                            <a:pt x="99159" y="347773"/>
                          </a:lnTo>
                          <a:lnTo>
                            <a:pt x="146640" y="36165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B763"/>
                        </a:gs>
                        <a:gs pos="50000">
                          <a:srgbClr val="FFD070"/>
                        </a:gs>
                        <a:gs pos="100000">
                          <a:srgbClr val="FFE97D"/>
                        </a:gs>
                      </a:gsLst>
                      <a:lin ang="10290625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53" name="任意多边形 652">
                      <a:extLst>
                        <a:ext uri="{FF2B5EF4-FFF2-40B4-BE49-F238E27FC236}">
                          <a16:creationId xmlns:a16="http://schemas.microsoft.com/office/drawing/2014/main" id="{9C48CC10-8158-BF95-BB1D-30016DBC16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12857" y="3125184"/>
                      <a:ext cx="207337" cy="477975"/>
                    </a:xfrm>
                    <a:custGeom>
                      <a:avLst/>
                      <a:gdLst>
                        <a:gd name="connsiteX0" fmla="*/ 108195 w 207337"/>
                        <a:gd name="connsiteY0" fmla="*/ 130195 h 477975"/>
                        <a:gd name="connsiteX1" fmla="*/ 7519 w 207337"/>
                        <a:gd name="connsiteY1" fmla="*/ 1571 h 477975"/>
                        <a:gd name="connsiteX2" fmla="*/ 193 w 207337"/>
                        <a:gd name="connsiteY2" fmla="*/ 4766 h 477975"/>
                        <a:gd name="connsiteX3" fmla="*/ 120781 w 207337"/>
                        <a:gd name="connsiteY3" fmla="*/ 388717 h 477975"/>
                        <a:gd name="connsiteX4" fmla="*/ 128018 w 207337"/>
                        <a:gd name="connsiteY4" fmla="*/ 398859 h 477975"/>
                        <a:gd name="connsiteX5" fmla="*/ 207337 w 207337"/>
                        <a:gd name="connsiteY5" fmla="*/ 477976 h 477975"/>
                        <a:gd name="connsiteX6" fmla="*/ 108195 w 207337"/>
                        <a:gd name="connsiteY6" fmla="*/ 130195 h 4779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07337" h="477975">
                          <a:moveTo>
                            <a:pt x="108195" y="130195"/>
                          </a:moveTo>
                          <a:lnTo>
                            <a:pt x="7519" y="1571"/>
                          </a:lnTo>
                          <a:cubicBezTo>
                            <a:pt x="4389" y="-1761"/>
                            <a:pt x="-1098" y="635"/>
                            <a:pt x="193" y="4766"/>
                          </a:cubicBezTo>
                          <a:lnTo>
                            <a:pt x="120781" y="388717"/>
                          </a:lnTo>
                          <a:cubicBezTo>
                            <a:pt x="122008" y="392622"/>
                            <a:pt x="124549" y="396180"/>
                            <a:pt x="128018" y="398859"/>
                          </a:cubicBezTo>
                          <a:lnTo>
                            <a:pt x="207337" y="477976"/>
                          </a:lnTo>
                          <a:lnTo>
                            <a:pt x="108195" y="130195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B763"/>
                        </a:gs>
                        <a:gs pos="50000">
                          <a:srgbClr val="FFD070"/>
                        </a:gs>
                        <a:gs pos="100000">
                          <a:srgbClr val="FFE97D"/>
                        </a:gs>
                      </a:gsLst>
                      <a:lin ang="16672976" scaled="1"/>
                    </a:gra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642" name="任意多边形 641">
                    <a:extLst>
                      <a:ext uri="{FF2B5EF4-FFF2-40B4-BE49-F238E27FC236}">
                        <a16:creationId xmlns:a16="http://schemas.microsoft.com/office/drawing/2014/main" id="{DC869569-88B4-F267-160A-B4B510D56E28}"/>
                      </a:ext>
                    </a:extLst>
                  </p:cNvPr>
                  <p:cNvSpPr/>
                  <p:nvPr/>
                </p:nvSpPr>
                <p:spPr>
                  <a:xfrm>
                    <a:off x="6834648" y="3394453"/>
                    <a:ext cx="143979" cy="258230"/>
                  </a:xfrm>
                  <a:custGeom>
                    <a:avLst/>
                    <a:gdLst>
                      <a:gd name="connsiteX0" fmla="*/ 82013 w 143979"/>
                      <a:gd name="connsiteY0" fmla="*/ 229330 h 258230"/>
                      <a:gd name="connsiteX1" fmla="*/ 96043 w 143979"/>
                      <a:gd name="connsiteY1" fmla="*/ 137424 h 258230"/>
                      <a:gd name="connsiteX2" fmla="*/ 118909 w 143979"/>
                      <a:gd name="connsiteY2" fmla="*/ 102166 h 258230"/>
                      <a:gd name="connsiteX3" fmla="*/ 142960 w 143979"/>
                      <a:gd name="connsiteY3" fmla="*/ 85820 h 258230"/>
                      <a:gd name="connsiteX4" fmla="*/ 143968 w 143979"/>
                      <a:gd name="connsiteY4" fmla="*/ 82915 h 258230"/>
                      <a:gd name="connsiteX5" fmla="*/ 138329 w 143979"/>
                      <a:gd name="connsiteY5" fmla="*/ 79511 h 258230"/>
                      <a:gd name="connsiteX6" fmla="*/ 111316 w 143979"/>
                      <a:gd name="connsiteY6" fmla="*/ 83149 h 258230"/>
                      <a:gd name="connsiteX7" fmla="*/ 83223 w 143979"/>
                      <a:gd name="connsiteY7" fmla="*/ 100480 h 258230"/>
                      <a:gd name="connsiteX8" fmla="*/ 102683 w 143979"/>
                      <a:gd name="connsiteY8" fmla="*/ 70724 h 258230"/>
                      <a:gd name="connsiteX9" fmla="*/ 130502 w 143979"/>
                      <a:gd name="connsiteY9" fmla="*/ 54039 h 258230"/>
                      <a:gd name="connsiteX10" fmla="*/ 131067 w 143979"/>
                      <a:gd name="connsiteY10" fmla="*/ 44664 h 258230"/>
                      <a:gd name="connsiteX11" fmla="*/ 125605 w 143979"/>
                      <a:gd name="connsiteY11" fmla="*/ 42953 h 258230"/>
                      <a:gd name="connsiteX12" fmla="*/ 91041 w 143979"/>
                      <a:gd name="connsiteY12" fmla="*/ 55645 h 258230"/>
                      <a:gd name="connsiteX13" fmla="*/ 63867 w 143979"/>
                      <a:gd name="connsiteY13" fmla="*/ 81157 h 258230"/>
                      <a:gd name="connsiteX14" fmla="*/ 83860 w 143979"/>
                      <a:gd name="connsiteY14" fmla="*/ 45874 h 258230"/>
                      <a:gd name="connsiteX15" fmla="*/ 109945 w 143979"/>
                      <a:gd name="connsiteY15" fmla="*/ 19741 h 258230"/>
                      <a:gd name="connsiteX16" fmla="*/ 108371 w 143979"/>
                      <a:gd name="connsiteY16" fmla="*/ 16199 h 258230"/>
                      <a:gd name="connsiteX17" fmla="*/ 94325 w 143979"/>
                      <a:gd name="connsiteY17" fmla="*/ 18870 h 258230"/>
                      <a:gd name="connsiteX18" fmla="*/ 68643 w 143979"/>
                      <a:gd name="connsiteY18" fmla="*/ 31416 h 258230"/>
                      <a:gd name="connsiteX19" fmla="*/ 29367 w 143979"/>
                      <a:gd name="connsiteY19" fmla="*/ 80866 h 258230"/>
                      <a:gd name="connsiteX20" fmla="*/ 40235 w 143979"/>
                      <a:gd name="connsiteY20" fmla="*/ 39291 h 258230"/>
                      <a:gd name="connsiteX21" fmla="*/ 53434 w 143979"/>
                      <a:gd name="connsiteY21" fmla="*/ 15739 h 258230"/>
                      <a:gd name="connsiteX22" fmla="*/ 53322 w 143979"/>
                      <a:gd name="connsiteY22" fmla="*/ 2798 h 258230"/>
                      <a:gd name="connsiteX23" fmla="*/ 50998 w 143979"/>
                      <a:gd name="connsiteY23" fmla="*/ 329 h 258230"/>
                      <a:gd name="connsiteX24" fmla="*/ 43987 w 143979"/>
                      <a:gd name="connsiteY24" fmla="*/ 2911 h 258230"/>
                      <a:gd name="connsiteX25" fmla="*/ 22533 w 143979"/>
                      <a:gd name="connsiteY25" fmla="*/ 26002 h 258230"/>
                      <a:gd name="connsiteX26" fmla="*/ 13594 w 143979"/>
                      <a:gd name="connsiteY26" fmla="*/ 38556 h 258230"/>
                      <a:gd name="connsiteX27" fmla="*/ 9318 w 143979"/>
                      <a:gd name="connsiteY27" fmla="*/ 52175 h 258230"/>
                      <a:gd name="connsiteX28" fmla="*/ 208 w 143979"/>
                      <a:gd name="connsiteY28" fmla="*/ 93291 h 258230"/>
                      <a:gd name="connsiteX29" fmla="*/ 32546 w 143979"/>
                      <a:gd name="connsiteY29" fmla="*/ 258230 h 258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143979" h="258230">
                        <a:moveTo>
                          <a:pt x="82013" y="229330"/>
                        </a:moveTo>
                        <a:cubicBezTo>
                          <a:pt x="119013" y="183575"/>
                          <a:pt x="90984" y="156312"/>
                          <a:pt x="96043" y="137424"/>
                        </a:cubicBezTo>
                        <a:cubicBezTo>
                          <a:pt x="100561" y="120570"/>
                          <a:pt x="104337" y="111768"/>
                          <a:pt x="118909" y="102166"/>
                        </a:cubicBezTo>
                        <a:cubicBezTo>
                          <a:pt x="124177" y="98689"/>
                          <a:pt x="139474" y="91088"/>
                          <a:pt x="142960" y="85820"/>
                        </a:cubicBezTo>
                        <a:cubicBezTo>
                          <a:pt x="143541" y="84949"/>
                          <a:pt x="144065" y="83956"/>
                          <a:pt x="143968" y="82915"/>
                        </a:cubicBezTo>
                        <a:cubicBezTo>
                          <a:pt x="143751" y="80519"/>
                          <a:pt x="140725" y="79656"/>
                          <a:pt x="138329" y="79511"/>
                        </a:cubicBezTo>
                        <a:cubicBezTo>
                          <a:pt x="129195" y="78946"/>
                          <a:pt x="119990" y="80237"/>
                          <a:pt x="111316" y="83149"/>
                        </a:cubicBezTo>
                        <a:cubicBezTo>
                          <a:pt x="100787" y="86683"/>
                          <a:pt x="90726" y="96397"/>
                          <a:pt x="83223" y="100480"/>
                        </a:cubicBezTo>
                        <a:cubicBezTo>
                          <a:pt x="86426" y="89773"/>
                          <a:pt x="98334" y="76098"/>
                          <a:pt x="102683" y="70724"/>
                        </a:cubicBezTo>
                        <a:cubicBezTo>
                          <a:pt x="107839" y="64350"/>
                          <a:pt x="122797" y="62132"/>
                          <a:pt x="130502" y="54039"/>
                        </a:cubicBezTo>
                        <a:cubicBezTo>
                          <a:pt x="132600" y="51845"/>
                          <a:pt x="132915" y="47068"/>
                          <a:pt x="131067" y="44664"/>
                        </a:cubicBezTo>
                        <a:cubicBezTo>
                          <a:pt x="129857" y="43091"/>
                          <a:pt x="127590" y="42897"/>
                          <a:pt x="125605" y="42953"/>
                        </a:cubicBezTo>
                        <a:cubicBezTo>
                          <a:pt x="113164" y="43325"/>
                          <a:pt x="101223" y="48480"/>
                          <a:pt x="91041" y="55645"/>
                        </a:cubicBezTo>
                        <a:cubicBezTo>
                          <a:pt x="80859" y="62809"/>
                          <a:pt x="72226" y="71935"/>
                          <a:pt x="63867" y="81157"/>
                        </a:cubicBezTo>
                        <a:cubicBezTo>
                          <a:pt x="68611" y="65375"/>
                          <a:pt x="76187" y="51619"/>
                          <a:pt x="83860" y="45874"/>
                        </a:cubicBezTo>
                        <a:cubicBezTo>
                          <a:pt x="93405" y="38734"/>
                          <a:pt x="111518" y="32408"/>
                          <a:pt x="109945" y="19741"/>
                        </a:cubicBezTo>
                        <a:cubicBezTo>
                          <a:pt x="109783" y="18434"/>
                          <a:pt x="109372" y="17054"/>
                          <a:pt x="108371" y="16199"/>
                        </a:cubicBezTo>
                        <a:cubicBezTo>
                          <a:pt x="105112" y="13408"/>
                          <a:pt x="97560" y="17571"/>
                          <a:pt x="94325" y="18870"/>
                        </a:cubicBezTo>
                        <a:cubicBezTo>
                          <a:pt x="85530" y="22388"/>
                          <a:pt x="76494" y="26059"/>
                          <a:pt x="68643" y="31416"/>
                        </a:cubicBezTo>
                        <a:cubicBezTo>
                          <a:pt x="51095" y="43389"/>
                          <a:pt x="39944" y="62446"/>
                          <a:pt x="29367" y="80866"/>
                        </a:cubicBezTo>
                        <a:cubicBezTo>
                          <a:pt x="30593" y="61930"/>
                          <a:pt x="35765" y="47068"/>
                          <a:pt x="40235" y="39291"/>
                        </a:cubicBezTo>
                        <a:cubicBezTo>
                          <a:pt x="42454" y="35434"/>
                          <a:pt x="51862" y="19902"/>
                          <a:pt x="53434" y="15739"/>
                        </a:cubicBezTo>
                        <a:cubicBezTo>
                          <a:pt x="55008" y="11576"/>
                          <a:pt x="55403" y="6727"/>
                          <a:pt x="53322" y="2798"/>
                        </a:cubicBezTo>
                        <a:cubicBezTo>
                          <a:pt x="52781" y="1781"/>
                          <a:pt x="52039" y="813"/>
                          <a:pt x="50998" y="329"/>
                        </a:cubicBezTo>
                        <a:cubicBezTo>
                          <a:pt x="48586" y="-776"/>
                          <a:pt x="45931" y="1111"/>
                          <a:pt x="43987" y="2911"/>
                        </a:cubicBezTo>
                        <a:cubicBezTo>
                          <a:pt x="36265" y="10051"/>
                          <a:pt x="29085" y="17781"/>
                          <a:pt x="22533" y="26002"/>
                        </a:cubicBezTo>
                        <a:cubicBezTo>
                          <a:pt x="19475" y="29834"/>
                          <a:pt x="15530" y="34030"/>
                          <a:pt x="13594" y="38556"/>
                        </a:cubicBezTo>
                        <a:cubicBezTo>
                          <a:pt x="11810" y="42736"/>
                          <a:pt x="10754" y="47786"/>
                          <a:pt x="9318" y="52175"/>
                        </a:cubicBezTo>
                        <a:cubicBezTo>
                          <a:pt x="4929" y="65552"/>
                          <a:pt x="1080" y="79244"/>
                          <a:pt x="208" y="93291"/>
                        </a:cubicBezTo>
                        <a:cubicBezTo>
                          <a:pt x="-1413" y="119327"/>
                          <a:pt x="6155" y="193628"/>
                          <a:pt x="32546" y="258230"/>
                        </a:cubicBezTo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3" name="任意多边形 642">
                    <a:extLst>
                      <a:ext uri="{FF2B5EF4-FFF2-40B4-BE49-F238E27FC236}">
                        <a16:creationId xmlns:a16="http://schemas.microsoft.com/office/drawing/2014/main" id="{DF6397B0-5650-D112-8DA5-51EB91C89811}"/>
                      </a:ext>
                    </a:extLst>
                  </p:cNvPr>
                  <p:cNvSpPr/>
                  <p:nvPr/>
                </p:nvSpPr>
                <p:spPr>
                  <a:xfrm>
                    <a:off x="7194002" y="3542564"/>
                    <a:ext cx="913439" cy="1179116"/>
                  </a:xfrm>
                  <a:custGeom>
                    <a:avLst/>
                    <a:gdLst>
                      <a:gd name="connsiteX0" fmla="*/ 813343 w 913439"/>
                      <a:gd name="connsiteY0" fmla="*/ 137894 h 1179116"/>
                      <a:gd name="connsiteX1" fmla="*/ 881729 w 913439"/>
                      <a:gd name="connsiteY1" fmla="*/ 827938 h 1179116"/>
                      <a:gd name="connsiteX2" fmla="*/ 786548 w 913439"/>
                      <a:gd name="connsiteY2" fmla="*/ 1179116 h 1179116"/>
                      <a:gd name="connsiteX3" fmla="*/ 0 w 913439"/>
                      <a:gd name="connsiteY3" fmla="*/ 902674 h 1179116"/>
                      <a:gd name="connsiteX4" fmla="*/ 158121 w 913439"/>
                      <a:gd name="connsiteY4" fmla="*/ 339108 h 1179116"/>
                      <a:gd name="connsiteX5" fmla="*/ 253811 w 913439"/>
                      <a:gd name="connsiteY5" fmla="*/ 1735 h 1179116"/>
                      <a:gd name="connsiteX6" fmla="*/ 813343 w 913439"/>
                      <a:gd name="connsiteY6" fmla="*/ 137894 h 11791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13439" h="1179116">
                        <a:moveTo>
                          <a:pt x="813343" y="137894"/>
                        </a:moveTo>
                        <a:cubicBezTo>
                          <a:pt x="813343" y="137894"/>
                          <a:pt x="981702" y="183036"/>
                          <a:pt x="881729" y="827938"/>
                        </a:cubicBezTo>
                        <a:cubicBezTo>
                          <a:pt x="849730" y="1034348"/>
                          <a:pt x="786548" y="1179116"/>
                          <a:pt x="786548" y="1179116"/>
                        </a:cubicBezTo>
                        <a:cubicBezTo>
                          <a:pt x="536263" y="1011611"/>
                          <a:pt x="0" y="902674"/>
                          <a:pt x="0" y="902674"/>
                        </a:cubicBezTo>
                        <a:cubicBezTo>
                          <a:pt x="0" y="902674"/>
                          <a:pt x="115384" y="724011"/>
                          <a:pt x="158121" y="339108"/>
                        </a:cubicBezTo>
                        <a:cubicBezTo>
                          <a:pt x="173741" y="198382"/>
                          <a:pt x="199858" y="48377"/>
                          <a:pt x="253811" y="1735"/>
                        </a:cubicBezTo>
                        <a:cubicBezTo>
                          <a:pt x="441260" y="-18049"/>
                          <a:pt x="813343" y="137894"/>
                          <a:pt x="813343" y="13789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FDBFF"/>
                      </a:gs>
                      <a:gs pos="67000">
                        <a:srgbClr val="DFEDFF"/>
                      </a:gs>
                      <a:gs pos="100000">
                        <a:srgbClr val="FFFFFF"/>
                      </a:gs>
                    </a:gsLst>
                    <a:lin ang="12327773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4" name="任意多边形 643">
                    <a:extLst>
                      <a:ext uri="{FF2B5EF4-FFF2-40B4-BE49-F238E27FC236}">
                        <a16:creationId xmlns:a16="http://schemas.microsoft.com/office/drawing/2014/main" id="{0E7958A2-592F-0004-9129-C21B45203A9E}"/>
                      </a:ext>
                    </a:extLst>
                  </p:cNvPr>
                  <p:cNvSpPr/>
                  <p:nvPr/>
                </p:nvSpPr>
                <p:spPr>
                  <a:xfrm>
                    <a:off x="7199617" y="3647181"/>
                    <a:ext cx="874632" cy="1064563"/>
                  </a:xfrm>
                  <a:custGeom>
                    <a:avLst/>
                    <a:gdLst>
                      <a:gd name="connsiteX0" fmla="*/ 730942 w 913606"/>
                      <a:gd name="connsiteY0" fmla="*/ 686 h 1064563"/>
                      <a:gd name="connsiteX1" fmla="*/ 683235 w 913606"/>
                      <a:gd name="connsiteY1" fmla="*/ 28328 h 1064563"/>
                      <a:gd name="connsiteX2" fmla="*/ 550383 w 913606"/>
                      <a:gd name="connsiteY2" fmla="*/ 394142 h 1064563"/>
                      <a:gd name="connsiteX3" fmla="*/ 430183 w 913606"/>
                      <a:gd name="connsiteY3" fmla="*/ 514342 h 1064563"/>
                      <a:gd name="connsiteX4" fmla="*/ 262759 w 913606"/>
                      <a:gd name="connsiteY4" fmla="*/ 660296 h 1064563"/>
                      <a:gd name="connsiteX5" fmla="*/ 610484 w 913606"/>
                      <a:gd name="connsiteY5" fmla="*/ 754743 h 1064563"/>
                      <a:gd name="connsiteX6" fmla="*/ 520337 w 913606"/>
                      <a:gd name="connsiteY6" fmla="*/ 797675 h 1064563"/>
                      <a:gd name="connsiteX7" fmla="*/ 35243 w 913606"/>
                      <a:gd name="connsiteY7" fmla="*/ 784798 h 1064563"/>
                      <a:gd name="connsiteX8" fmla="*/ 9489 w 913606"/>
                      <a:gd name="connsiteY8" fmla="*/ 776213 h 1064563"/>
                      <a:gd name="connsiteX9" fmla="*/ 170 w 913606"/>
                      <a:gd name="connsiteY9" fmla="*/ 788122 h 1064563"/>
                      <a:gd name="connsiteX10" fmla="*/ 5196 w 913606"/>
                      <a:gd name="connsiteY10" fmla="*/ 789090 h 1064563"/>
                      <a:gd name="connsiteX11" fmla="*/ 299590 w 913606"/>
                      <a:gd name="connsiteY11" fmla="*/ 863527 h 1064563"/>
                      <a:gd name="connsiteX12" fmla="*/ 786718 w 913606"/>
                      <a:gd name="connsiteY12" fmla="*/ 1064564 h 1064563"/>
                      <a:gd name="connsiteX13" fmla="*/ 881899 w 913606"/>
                      <a:gd name="connsiteY13" fmla="*/ 713385 h 1064563"/>
                      <a:gd name="connsiteX14" fmla="*/ 904329 w 913606"/>
                      <a:gd name="connsiteY14" fmla="*/ 212622 h 1064563"/>
                      <a:gd name="connsiteX15" fmla="*/ 730942 w 913606"/>
                      <a:gd name="connsiteY15" fmla="*/ 686 h 10645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913606" h="1064563">
                        <a:moveTo>
                          <a:pt x="730942" y="686"/>
                        </a:moveTo>
                        <a:cubicBezTo>
                          <a:pt x="715443" y="3050"/>
                          <a:pt x="699460" y="11643"/>
                          <a:pt x="683235" y="28328"/>
                        </a:cubicBezTo>
                        <a:cubicBezTo>
                          <a:pt x="585633" y="128664"/>
                          <a:pt x="619827" y="283486"/>
                          <a:pt x="550383" y="394142"/>
                        </a:cubicBezTo>
                        <a:cubicBezTo>
                          <a:pt x="529293" y="427754"/>
                          <a:pt x="496148" y="456493"/>
                          <a:pt x="430183" y="514342"/>
                        </a:cubicBezTo>
                        <a:cubicBezTo>
                          <a:pt x="318398" y="612379"/>
                          <a:pt x="259305" y="630178"/>
                          <a:pt x="262759" y="660296"/>
                        </a:cubicBezTo>
                        <a:cubicBezTo>
                          <a:pt x="270504" y="727779"/>
                          <a:pt x="607910" y="713958"/>
                          <a:pt x="610484" y="754743"/>
                        </a:cubicBezTo>
                        <a:cubicBezTo>
                          <a:pt x="611549" y="771582"/>
                          <a:pt x="555362" y="787654"/>
                          <a:pt x="520337" y="797675"/>
                        </a:cubicBezTo>
                        <a:cubicBezTo>
                          <a:pt x="459785" y="814989"/>
                          <a:pt x="273191" y="860349"/>
                          <a:pt x="35243" y="784798"/>
                        </a:cubicBezTo>
                        <a:cubicBezTo>
                          <a:pt x="23770" y="781159"/>
                          <a:pt x="14612" y="778004"/>
                          <a:pt x="9489" y="776213"/>
                        </a:cubicBezTo>
                        <a:cubicBezTo>
                          <a:pt x="2316" y="782369"/>
                          <a:pt x="-790" y="786347"/>
                          <a:pt x="170" y="788122"/>
                        </a:cubicBezTo>
                        <a:cubicBezTo>
                          <a:pt x="686" y="789073"/>
                          <a:pt x="2357" y="789397"/>
                          <a:pt x="5196" y="789090"/>
                        </a:cubicBezTo>
                        <a:cubicBezTo>
                          <a:pt x="96844" y="807203"/>
                          <a:pt x="195575" y="831327"/>
                          <a:pt x="299590" y="863527"/>
                        </a:cubicBezTo>
                        <a:cubicBezTo>
                          <a:pt x="489129" y="922199"/>
                          <a:pt x="651922" y="994007"/>
                          <a:pt x="786718" y="1064564"/>
                        </a:cubicBezTo>
                        <a:cubicBezTo>
                          <a:pt x="786718" y="1064564"/>
                          <a:pt x="849900" y="919795"/>
                          <a:pt x="881899" y="713385"/>
                        </a:cubicBezTo>
                        <a:cubicBezTo>
                          <a:pt x="919271" y="472298"/>
                          <a:pt x="919142" y="315057"/>
                          <a:pt x="904329" y="212622"/>
                        </a:cubicBezTo>
                        <a:cubicBezTo>
                          <a:pt x="883142" y="153587"/>
                          <a:pt x="813860" y="-11957"/>
                          <a:pt x="730942" y="686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D1E5FF"/>
                      </a:gs>
                      <a:gs pos="50000">
                        <a:srgbClr val="E8F2FF"/>
                      </a:gs>
                      <a:gs pos="100000">
                        <a:srgbClr val="FFFFFF"/>
                      </a:gs>
                    </a:gsLst>
                    <a:lin ang="15521404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645" name="组合 644">
                    <a:extLst>
                      <a:ext uri="{FF2B5EF4-FFF2-40B4-BE49-F238E27FC236}">
                        <a16:creationId xmlns:a16="http://schemas.microsoft.com/office/drawing/2014/main" id="{C5F9E528-A6C4-3CFD-6DE6-CB144E545A0F}"/>
                      </a:ext>
                    </a:extLst>
                  </p:cNvPr>
                  <p:cNvGrpSpPr/>
                  <p:nvPr/>
                </p:nvGrpSpPr>
                <p:grpSpPr>
                  <a:xfrm>
                    <a:off x="7137834" y="3647035"/>
                    <a:ext cx="990545" cy="704241"/>
                    <a:chOff x="7137834" y="3647035"/>
                    <a:chExt cx="990545" cy="704241"/>
                  </a:xfrm>
                  <a:solidFill>
                    <a:srgbClr val="FEDBC5"/>
                  </a:solidFill>
                </p:grpSpPr>
                <p:sp>
                  <p:nvSpPr>
                    <p:cNvPr id="648" name="任意多边形 647">
                      <a:extLst>
                        <a:ext uri="{FF2B5EF4-FFF2-40B4-BE49-F238E27FC236}">
                          <a16:creationId xmlns:a16="http://schemas.microsoft.com/office/drawing/2014/main" id="{DBAFBD89-5960-0112-B758-B0B3FD1A8E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92866" y="3647035"/>
                      <a:ext cx="835513" cy="704241"/>
                    </a:xfrm>
                    <a:custGeom>
                      <a:avLst/>
                      <a:gdLst>
                        <a:gd name="connsiteX0" fmla="*/ 551552 w 835513"/>
                        <a:gd name="connsiteY0" fmla="*/ 44932 h 704241"/>
                        <a:gd name="connsiteX1" fmla="*/ 454459 w 835513"/>
                        <a:gd name="connsiteY1" fmla="*/ 479899 h 704241"/>
                        <a:gd name="connsiteX2" fmla="*/ 6317 w 835513"/>
                        <a:gd name="connsiteY2" fmla="*/ 447335 h 704241"/>
                        <a:gd name="connsiteX3" fmla="*/ 0 w 835513"/>
                        <a:gd name="connsiteY3" fmla="*/ 502958 h 704241"/>
                        <a:gd name="connsiteX4" fmla="*/ 632985 w 835513"/>
                        <a:gd name="connsiteY4" fmla="*/ 687414 h 704241"/>
                        <a:gd name="connsiteX5" fmla="*/ 835078 w 835513"/>
                        <a:gd name="connsiteY5" fmla="*/ 0 h 704241"/>
                        <a:gd name="connsiteX6" fmla="*/ 551552 w 835513"/>
                        <a:gd name="connsiteY6" fmla="*/ 44932 h 7042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35513" h="704241">
                          <a:moveTo>
                            <a:pt x="551552" y="44932"/>
                          </a:moveTo>
                          <a:cubicBezTo>
                            <a:pt x="517577" y="210250"/>
                            <a:pt x="454459" y="479899"/>
                            <a:pt x="454459" y="479899"/>
                          </a:cubicBezTo>
                          <a:lnTo>
                            <a:pt x="6317" y="447335"/>
                          </a:lnTo>
                          <a:lnTo>
                            <a:pt x="0" y="502958"/>
                          </a:lnTo>
                          <a:cubicBezTo>
                            <a:pt x="0" y="502958"/>
                            <a:pt x="556135" y="773220"/>
                            <a:pt x="632985" y="687414"/>
                          </a:cubicBezTo>
                          <a:cubicBezTo>
                            <a:pt x="699056" y="613646"/>
                            <a:pt x="844486" y="283582"/>
                            <a:pt x="835078" y="0"/>
                          </a:cubicBezTo>
                          <a:cubicBezTo>
                            <a:pt x="743988" y="19735"/>
                            <a:pt x="645806" y="22865"/>
                            <a:pt x="551552" y="44932"/>
                          </a:cubicBezTo>
                          <a:close/>
                        </a:path>
                      </a:pathLst>
                    </a:custGeom>
                    <a:solidFill>
                      <a:srgbClr val="FEDBC5"/>
                    </a:soli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49" name="任意多边形 648">
                      <a:extLst>
                        <a:ext uri="{FF2B5EF4-FFF2-40B4-BE49-F238E27FC236}">
                          <a16:creationId xmlns:a16="http://schemas.microsoft.com/office/drawing/2014/main" id="{33CEAF30-D3FE-580A-F13E-3C4C5254FD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7834" y="4055976"/>
                      <a:ext cx="178033" cy="143209"/>
                    </a:xfrm>
                    <a:custGeom>
                      <a:avLst/>
                      <a:gdLst>
                        <a:gd name="connsiteX0" fmla="*/ 175703 w 178033"/>
                        <a:gd name="connsiteY0" fmla="*/ 42639 h 143209"/>
                        <a:gd name="connsiteX1" fmla="*/ 27957 w 178033"/>
                        <a:gd name="connsiteY1" fmla="*/ 305 h 143209"/>
                        <a:gd name="connsiteX2" fmla="*/ 15822 w 178033"/>
                        <a:gd name="connsiteY2" fmla="*/ 1071 h 143209"/>
                        <a:gd name="connsiteX3" fmla="*/ 2526 w 178033"/>
                        <a:gd name="connsiteY3" fmla="*/ 18144 h 143209"/>
                        <a:gd name="connsiteX4" fmla="*/ 4752 w 178033"/>
                        <a:gd name="connsiteY4" fmla="*/ 38258 h 143209"/>
                        <a:gd name="connsiteX5" fmla="*/ 12256 w 178033"/>
                        <a:gd name="connsiteY5" fmla="*/ 40380 h 143209"/>
                        <a:gd name="connsiteX6" fmla="*/ 15411 w 178033"/>
                        <a:gd name="connsiteY6" fmla="*/ 51288 h 143209"/>
                        <a:gd name="connsiteX7" fmla="*/ 10045 w 178033"/>
                        <a:gd name="connsiteY7" fmla="*/ 62301 h 143209"/>
                        <a:gd name="connsiteX8" fmla="*/ 12167 w 178033"/>
                        <a:gd name="connsiteY8" fmla="*/ 98390 h 143209"/>
                        <a:gd name="connsiteX9" fmla="*/ 22761 w 178033"/>
                        <a:gd name="connsiteY9" fmla="*/ 122442 h 143209"/>
                        <a:gd name="connsiteX10" fmla="*/ 62416 w 178033"/>
                        <a:gd name="connsiteY10" fmla="*/ 142354 h 143209"/>
                        <a:gd name="connsiteX11" fmla="*/ 76519 w 178033"/>
                        <a:gd name="connsiteY11" fmla="*/ 142209 h 143209"/>
                        <a:gd name="connsiteX12" fmla="*/ 83853 w 178033"/>
                        <a:gd name="connsiteY12" fmla="*/ 131341 h 143209"/>
                        <a:gd name="connsiteX13" fmla="*/ 78843 w 178033"/>
                        <a:gd name="connsiteY13" fmla="*/ 122805 h 143209"/>
                        <a:gd name="connsiteX14" fmla="*/ 79045 w 178033"/>
                        <a:gd name="connsiteY14" fmla="*/ 113744 h 143209"/>
                        <a:gd name="connsiteX15" fmla="*/ 84209 w 178033"/>
                        <a:gd name="connsiteY15" fmla="*/ 112655 h 143209"/>
                        <a:gd name="connsiteX16" fmla="*/ 139775 w 178033"/>
                        <a:gd name="connsiteY16" fmla="*/ 107556 h 143209"/>
                        <a:gd name="connsiteX17" fmla="*/ 178034 w 178033"/>
                        <a:gd name="connsiteY17" fmla="*/ 70127 h 14320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178033" h="143209">
                          <a:moveTo>
                            <a:pt x="175703" y="42639"/>
                          </a:moveTo>
                          <a:cubicBezTo>
                            <a:pt x="134797" y="10527"/>
                            <a:pt x="79763" y="4807"/>
                            <a:pt x="27957" y="305"/>
                          </a:cubicBezTo>
                          <a:cubicBezTo>
                            <a:pt x="23882" y="-50"/>
                            <a:pt x="19646" y="-381"/>
                            <a:pt x="15822" y="1071"/>
                          </a:cubicBezTo>
                          <a:cubicBezTo>
                            <a:pt x="8876" y="3710"/>
                            <a:pt x="5358" y="11269"/>
                            <a:pt x="2526" y="18144"/>
                          </a:cubicBezTo>
                          <a:cubicBezTo>
                            <a:pt x="-339" y="25082"/>
                            <a:pt x="-2081" y="35168"/>
                            <a:pt x="4752" y="38258"/>
                          </a:cubicBezTo>
                          <a:cubicBezTo>
                            <a:pt x="7133" y="39331"/>
                            <a:pt x="9981" y="39105"/>
                            <a:pt x="12256" y="40380"/>
                          </a:cubicBezTo>
                          <a:cubicBezTo>
                            <a:pt x="15822" y="42389"/>
                            <a:pt x="16565" y="47367"/>
                            <a:pt x="15411" y="51288"/>
                          </a:cubicBezTo>
                          <a:cubicBezTo>
                            <a:pt x="14257" y="55209"/>
                            <a:pt x="11707" y="58558"/>
                            <a:pt x="10045" y="62301"/>
                          </a:cubicBezTo>
                          <a:cubicBezTo>
                            <a:pt x="5035" y="73564"/>
                            <a:pt x="8577" y="86595"/>
                            <a:pt x="12167" y="98390"/>
                          </a:cubicBezTo>
                          <a:cubicBezTo>
                            <a:pt x="14733" y="106821"/>
                            <a:pt x="17403" y="115447"/>
                            <a:pt x="22761" y="122442"/>
                          </a:cubicBezTo>
                          <a:cubicBezTo>
                            <a:pt x="31967" y="134471"/>
                            <a:pt x="47506" y="139683"/>
                            <a:pt x="62416" y="142354"/>
                          </a:cubicBezTo>
                          <a:cubicBezTo>
                            <a:pt x="67104" y="143193"/>
                            <a:pt x="72050" y="143822"/>
                            <a:pt x="76519" y="142209"/>
                          </a:cubicBezTo>
                          <a:cubicBezTo>
                            <a:pt x="80997" y="140587"/>
                            <a:pt x="84757" y="136013"/>
                            <a:pt x="83853" y="131341"/>
                          </a:cubicBezTo>
                          <a:cubicBezTo>
                            <a:pt x="83224" y="128073"/>
                            <a:pt x="80610" y="125621"/>
                            <a:pt x="78843" y="122805"/>
                          </a:cubicBezTo>
                          <a:cubicBezTo>
                            <a:pt x="77076" y="119989"/>
                            <a:pt x="76382" y="115737"/>
                            <a:pt x="79045" y="113744"/>
                          </a:cubicBezTo>
                          <a:cubicBezTo>
                            <a:pt x="80481" y="112663"/>
                            <a:pt x="82417" y="112639"/>
                            <a:pt x="84209" y="112655"/>
                          </a:cubicBezTo>
                          <a:cubicBezTo>
                            <a:pt x="102894" y="112824"/>
                            <a:pt x="121992" y="113308"/>
                            <a:pt x="139775" y="107556"/>
                          </a:cubicBezTo>
                          <a:cubicBezTo>
                            <a:pt x="157557" y="101803"/>
                            <a:pt x="174105" y="88394"/>
                            <a:pt x="178034" y="70127"/>
                          </a:cubicBezTo>
                        </a:path>
                      </a:pathLst>
                    </a:custGeom>
                    <a:solidFill>
                      <a:srgbClr val="FEDBC5"/>
                    </a:solidFill>
                    <a:ln w="8062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646" name="任意多边形 645">
                    <a:extLst>
                      <a:ext uri="{FF2B5EF4-FFF2-40B4-BE49-F238E27FC236}">
                        <a16:creationId xmlns:a16="http://schemas.microsoft.com/office/drawing/2014/main" id="{5F9296CA-C231-1A5C-50EF-D5D49DF517AE}"/>
                      </a:ext>
                    </a:extLst>
                  </p:cNvPr>
                  <p:cNvSpPr/>
                  <p:nvPr/>
                </p:nvSpPr>
                <p:spPr>
                  <a:xfrm>
                    <a:off x="7822763" y="3647044"/>
                    <a:ext cx="305613" cy="146745"/>
                  </a:xfrm>
                  <a:custGeom>
                    <a:avLst/>
                    <a:gdLst>
                      <a:gd name="connsiteX0" fmla="*/ 300453 w 305613"/>
                      <a:gd name="connsiteY0" fmla="*/ 122306 h 146745"/>
                      <a:gd name="connsiteX1" fmla="*/ 305189 w 305613"/>
                      <a:gd name="connsiteY1" fmla="*/ 0 h 146745"/>
                      <a:gd name="connsiteX2" fmla="*/ 21647 w 305613"/>
                      <a:gd name="connsiteY2" fmla="*/ 44924 h 146745"/>
                      <a:gd name="connsiteX3" fmla="*/ 0 w 305613"/>
                      <a:gd name="connsiteY3" fmla="*/ 146745 h 146745"/>
                      <a:gd name="connsiteX4" fmla="*/ 300453 w 305613"/>
                      <a:gd name="connsiteY4" fmla="*/ 122306 h 1467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05613" h="146745">
                        <a:moveTo>
                          <a:pt x="300453" y="122306"/>
                        </a:moveTo>
                        <a:cubicBezTo>
                          <a:pt x="304657" y="81183"/>
                          <a:pt x="306520" y="40123"/>
                          <a:pt x="305189" y="0"/>
                        </a:cubicBezTo>
                        <a:cubicBezTo>
                          <a:pt x="214090" y="19735"/>
                          <a:pt x="115900" y="22865"/>
                          <a:pt x="21647" y="44924"/>
                        </a:cubicBezTo>
                        <a:cubicBezTo>
                          <a:pt x="15265" y="75979"/>
                          <a:pt x="7826" y="110793"/>
                          <a:pt x="0" y="146745"/>
                        </a:cubicBezTo>
                        <a:cubicBezTo>
                          <a:pt x="99740" y="127575"/>
                          <a:pt x="199874" y="122783"/>
                          <a:pt x="300453" y="122306"/>
                        </a:cubicBez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7" name="任意多边形 646">
                    <a:extLst>
                      <a:ext uri="{FF2B5EF4-FFF2-40B4-BE49-F238E27FC236}">
                        <a16:creationId xmlns:a16="http://schemas.microsoft.com/office/drawing/2014/main" id="{A21A1A8B-F3C7-27F7-60DA-660DF36F44D1}"/>
                      </a:ext>
                    </a:extLst>
                  </p:cNvPr>
                  <p:cNvSpPr/>
                  <p:nvPr/>
                </p:nvSpPr>
                <p:spPr>
                  <a:xfrm>
                    <a:off x="7794515" y="3302957"/>
                    <a:ext cx="333905" cy="441292"/>
                  </a:xfrm>
                  <a:custGeom>
                    <a:avLst/>
                    <a:gdLst>
                      <a:gd name="connsiteX0" fmla="*/ 331791 w 333905"/>
                      <a:gd name="connsiteY0" fmla="*/ 312596 h 441292"/>
                      <a:gd name="connsiteX1" fmla="*/ 211639 w 333905"/>
                      <a:gd name="connsiteY1" fmla="*/ 81159 h 441292"/>
                      <a:gd name="connsiteX2" fmla="*/ 60319 w 333905"/>
                      <a:gd name="connsiteY2" fmla="*/ 13950 h 441292"/>
                      <a:gd name="connsiteX3" fmla="*/ 3438 w 333905"/>
                      <a:gd name="connsiteY3" fmla="*/ 0 h 441292"/>
                      <a:gd name="connsiteX4" fmla="*/ 1292 w 333905"/>
                      <a:gd name="connsiteY4" fmla="*/ 49370 h 441292"/>
                      <a:gd name="connsiteX5" fmla="*/ 15831 w 333905"/>
                      <a:gd name="connsiteY5" fmla="*/ 94632 h 441292"/>
                      <a:gd name="connsiteX6" fmla="*/ 15798 w 333905"/>
                      <a:gd name="connsiteY6" fmla="*/ 103830 h 441292"/>
                      <a:gd name="connsiteX7" fmla="*/ 70800 w 333905"/>
                      <a:gd name="connsiteY7" fmla="*/ 271625 h 441292"/>
                      <a:gd name="connsiteX8" fmla="*/ 38930 w 333905"/>
                      <a:gd name="connsiteY8" fmla="*/ 441292 h 441292"/>
                      <a:gd name="connsiteX9" fmla="*/ 205943 w 333905"/>
                      <a:gd name="connsiteY9" fmla="*/ 428746 h 441292"/>
                      <a:gd name="connsiteX10" fmla="*/ 331936 w 333905"/>
                      <a:gd name="connsiteY10" fmla="*/ 428787 h 441292"/>
                      <a:gd name="connsiteX11" fmla="*/ 331791 w 333905"/>
                      <a:gd name="connsiteY11" fmla="*/ 312596 h 4412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33905" h="441292">
                        <a:moveTo>
                          <a:pt x="331791" y="312596"/>
                        </a:moveTo>
                        <a:cubicBezTo>
                          <a:pt x="329120" y="277475"/>
                          <a:pt x="308635" y="154515"/>
                          <a:pt x="211639" y="81159"/>
                        </a:cubicBezTo>
                        <a:cubicBezTo>
                          <a:pt x="162729" y="44166"/>
                          <a:pt x="102331" y="26343"/>
                          <a:pt x="60319" y="13950"/>
                        </a:cubicBezTo>
                        <a:cubicBezTo>
                          <a:pt x="36978" y="7060"/>
                          <a:pt x="17202" y="2703"/>
                          <a:pt x="3438" y="0"/>
                        </a:cubicBezTo>
                        <a:cubicBezTo>
                          <a:pt x="961" y="10868"/>
                          <a:pt x="-1621" y="28287"/>
                          <a:pt x="1292" y="49370"/>
                        </a:cubicBezTo>
                        <a:cubicBezTo>
                          <a:pt x="4067" y="69484"/>
                          <a:pt x="10748" y="84967"/>
                          <a:pt x="15831" y="94632"/>
                        </a:cubicBezTo>
                        <a:cubicBezTo>
                          <a:pt x="15831" y="97698"/>
                          <a:pt x="15903" y="100764"/>
                          <a:pt x="15798" y="103830"/>
                        </a:cubicBezTo>
                        <a:lnTo>
                          <a:pt x="70800" y="271625"/>
                        </a:lnTo>
                        <a:cubicBezTo>
                          <a:pt x="69138" y="294475"/>
                          <a:pt x="55930" y="361513"/>
                          <a:pt x="38930" y="441292"/>
                        </a:cubicBezTo>
                        <a:cubicBezTo>
                          <a:pt x="94343" y="434975"/>
                          <a:pt x="149537" y="427560"/>
                          <a:pt x="205943" y="428746"/>
                        </a:cubicBezTo>
                        <a:cubicBezTo>
                          <a:pt x="248365" y="429642"/>
                          <a:pt x="290280" y="430457"/>
                          <a:pt x="331936" y="428787"/>
                        </a:cubicBezTo>
                        <a:cubicBezTo>
                          <a:pt x="334494" y="389502"/>
                          <a:pt x="334679" y="350516"/>
                          <a:pt x="331791" y="312596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FDBFF"/>
                      </a:gs>
                      <a:gs pos="50000">
                        <a:srgbClr val="DFEDFF"/>
                      </a:gs>
                      <a:gs pos="100000">
                        <a:srgbClr val="FFFFFF"/>
                      </a:gs>
                    </a:gsLst>
                    <a:lin ang="12327792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26" name="组合 625">
                  <a:extLst>
                    <a:ext uri="{FF2B5EF4-FFF2-40B4-BE49-F238E27FC236}">
                      <a16:creationId xmlns:a16="http://schemas.microsoft.com/office/drawing/2014/main" id="{02C77CA2-67DC-FF04-F74D-95C2E6CE31E7}"/>
                    </a:ext>
                  </a:extLst>
                </p:cNvPr>
                <p:cNvGrpSpPr/>
                <p:nvPr/>
              </p:nvGrpSpPr>
              <p:grpSpPr>
                <a:xfrm>
                  <a:off x="7326849" y="2627912"/>
                  <a:ext cx="740486" cy="793831"/>
                  <a:chOff x="7326849" y="2627912"/>
                  <a:chExt cx="740486" cy="793831"/>
                </a:xfrm>
              </p:grpSpPr>
              <p:sp>
                <p:nvSpPr>
                  <p:cNvPr id="627" name="任意多边形 626">
                    <a:extLst>
                      <a:ext uri="{FF2B5EF4-FFF2-40B4-BE49-F238E27FC236}">
                        <a16:creationId xmlns:a16="http://schemas.microsoft.com/office/drawing/2014/main" id="{F0C8AC24-0A0A-784D-69D7-72FE10F12559}"/>
                      </a:ext>
                    </a:extLst>
                  </p:cNvPr>
                  <p:cNvSpPr/>
                  <p:nvPr/>
                </p:nvSpPr>
                <p:spPr>
                  <a:xfrm>
                    <a:off x="7326849" y="2837805"/>
                    <a:ext cx="322374" cy="499822"/>
                  </a:xfrm>
                  <a:custGeom>
                    <a:avLst/>
                    <a:gdLst>
                      <a:gd name="connsiteX0" fmla="*/ 268874 w 322374"/>
                      <a:gd name="connsiteY0" fmla="*/ 490301 h 499822"/>
                      <a:gd name="connsiteX1" fmla="*/ 322374 w 322374"/>
                      <a:gd name="connsiteY1" fmla="*/ 346501 h 499822"/>
                      <a:gd name="connsiteX2" fmla="*/ 228622 w 322374"/>
                      <a:gd name="connsiteY2" fmla="*/ 59683 h 499822"/>
                      <a:gd name="connsiteX3" fmla="*/ 167392 w 322374"/>
                      <a:gd name="connsiteY3" fmla="*/ 6078 h 499822"/>
                      <a:gd name="connsiteX4" fmla="*/ 51911 w 322374"/>
                      <a:gd name="connsiteY4" fmla="*/ 18253 h 499822"/>
                      <a:gd name="connsiteX5" fmla="*/ 54711 w 322374"/>
                      <a:gd name="connsiteY5" fmla="*/ 216166 h 499822"/>
                      <a:gd name="connsiteX6" fmla="*/ 37897 w 322374"/>
                      <a:gd name="connsiteY6" fmla="*/ 235337 h 499822"/>
                      <a:gd name="connsiteX7" fmla="*/ 21446 w 322374"/>
                      <a:gd name="connsiteY7" fmla="*/ 328847 h 499822"/>
                      <a:gd name="connsiteX8" fmla="*/ 36469 w 322374"/>
                      <a:gd name="connsiteY8" fmla="*/ 378217 h 499822"/>
                      <a:gd name="connsiteX9" fmla="*/ 0 w 322374"/>
                      <a:gd name="connsiteY9" fmla="*/ 440358 h 499822"/>
                      <a:gd name="connsiteX10" fmla="*/ 268874 w 322374"/>
                      <a:gd name="connsiteY10" fmla="*/ 490301 h 4998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22374" h="499822">
                        <a:moveTo>
                          <a:pt x="268874" y="490301"/>
                        </a:moveTo>
                        <a:cubicBezTo>
                          <a:pt x="304140" y="453017"/>
                          <a:pt x="322439" y="398081"/>
                          <a:pt x="322374" y="346501"/>
                        </a:cubicBezTo>
                        <a:cubicBezTo>
                          <a:pt x="322237" y="244268"/>
                          <a:pt x="289077" y="142172"/>
                          <a:pt x="228622" y="59683"/>
                        </a:cubicBezTo>
                        <a:cubicBezTo>
                          <a:pt x="212356" y="37487"/>
                          <a:pt x="193097" y="15889"/>
                          <a:pt x="167392" y="6078"/>
                        </a:cubicBezTo>
                        <a:cubicBezTo>
                          <a:pt x="130423" y="-8034"/>
                          <a:pt x="89235" y="5117"/>
                          <a:pt x="51911" y="18253"/>
                        </a:cubicBezTo>
                        <a:cubicBezTo>
                          <a:pt x="87210" y="146884"/>
                          <a:pt x="75059" y="196230"/>
                          <a:pt x="54711" y="216166"/>
                        </a:cubicBezTo>
                        <a:cubicBezTo>
                          <a:pt x="51621" y="219192"/>
                          <a:pt x="44892" y="224920"/>
                          <a:pt x="37897" y="235337"/>
                        </a:cubicBezTo>
                        <a:cubicBezTo>
                          <a:pt x="11513" y="274597"/>
                          <a:pt x="20203" y="322514"/>
                          <a:pt x="21446" y="328847"/>
                        </a:cubicBezTo>
                        <a:cubicBezTo>
                          <a:pt x="26956" y="356989"/>
                          <a:pt x="36800" y="358998"/>
                          <a:pt x="36469" y="378217"/>
                        </a:cubicBezTo>
                        <a:cubicBezTo>
                          <a:pt x="36009" y="405019"/>
                          <a:pt x="16419" y="426465"/>
                          <a:pt x="0" y="440358"/>
                        </a:cubicBezTo>
                        <a:cubicBezTo>
                          <a:pt x="84684" y="500531"/>
                          <a:pt x="178066" y="510560"/>
                          <a:pt x="268874" y="49030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32675"/>
                      </a:gs>
                      <a:gs pos="60100">
                        <a:srgbClr val="363BB5"/>
                      </a:gs>
                      <a:gs pos="100000">
                        <a:srgbClr val="4247DB"/>
                      </a:gs>
                    </a:gsLst>
                    <a:lin ang="16833688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28" name="任意多边形 627">
                    <a:extLst>
                      <a:ext uri="{FF2B5EF4-FFF2-40B4-BE49-F238E27FC236}">
                        <a16:creationId xmlns:a16="http://schemas.microsoft.com/office/drawing/2014/main" id="{FF6CC6ED-657E-9315-6C9C-62FBE9C15CB7}"/>
                      </a:ext>
                    </a:extLst>
                  </p:cNvPr>
                  <p:cNvSpPr/>
                  <p:nvPr/>
                </p:nvSpPr>
                <p:spPr>
                  <a:xfrm>
                    <a:off x="7394711" y="2817035"/>
                    <a:ext cx="309161" cy="379747"/>
                  </a:xfrm>
                  <a:custGeom>
                    <a:avLst/>
                    <a:gdLst>
                      <a:gd name="connsiteX0" fmla="*/ 0 w 309161"/>
                      <a:gd name="connsiteY0" fmla="*/ 89361 h 379747"/>
                      <a:gd name="connsiteX1" fmla="*/ 119305 w 309161"/>
                      <a:gd name="connsiteY1" fmla="*/ 378655 h 379747"/>
                      <a:gd name="connsiteX2" fmla="*/ 308901 w 309161"/>
                      <a:gd name="connsiteY2" fmla="*/ 252105 h 379747"/>
                      <a:gd name="connsiteX3" fmla="*/ 226064 w 309161"/>
                      <a:gd name="connsiteY3" fmla="*/ 12632 h 379747"/>
                      <a:gd name="connsiteX4" fmla="*/ 0 w 309161"/>
                      <a:gd name="connsiteY4" fmla="*/ 89361 h 3797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09161" h="379747">
                        <a:moveTo>
                          <a:pt x="0" y="89361"/>
                        </a:moveTo>
                        <a:cubicBezTo>
                          <a:pt x="0" y="89361"/>
                          <a:pt x="19904" y="366472"/>
                          <a:pt x="119305" y="378655"/>
                        </a:cubicBezTo>
                        <a:cubicBezTo>
                          <a:pt x="206418" y="389330"/>
                          <a:pt x="303979" y="319902"/>
                          <a:pt x="308901" y="252105"/>
                        </a:cubicBezTo>
                        <a:cubicBezTo>
                          <a:pt x="313822" y="184308"/>
                          <a:pt x="247824" y="37797"/>
                          <a:pt x="226064" y="12632"/>
                        </a:cubicBezTo>
                        <a:cubicBezTo>
                          <a:pt x="204312" y="-12533"/>
                          <a:pt x="6947" y="-6345"/>
                          <a:pt x="0" y="89361"/>
                        </a:cubicBez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29" name="任意多边形 628">
                    <a:extLst>
                      <a:ext uri="{FF2B5EF4-FFF2-40B4-BE49-F238E27FC236}">
                        <a16:creationId xmlns:a16="http://schemas.microsoft.com/office/drawing/2014/main" id="{3634F8A9-F897-248B-DD30-71692E21D933}"/>
                      </a:ext>
                    </a:extLst>
                  </p:cNvPr>
                  <p:cNvSpPr/>
                  <p:nvPr/>
                </p:nvSpPr>
                <p:spPr>
                  <a:xfrm>
                    <a:off x="7572624" y="3039877"/>
                    <a:ext cx="227451" cy="381867"/>
                  </a:xfrm>
                  <a:custGeom>
                    <a:avLst/>
                    <a:gdLst>
                      <a:gd name="connsiteX0" fmla="*/ 0 w 227451"/>
                      <a:gd name="connsiteY0" fmla="*/ 96690 h 381867"/>
                      <a:gd name="connsiteX1" fmla="*/ 9036 w 227451"/>
                      <a:gd name="connsiteY1" fmla="*/ 309344 h 381867"/>
                      <a:gd name="connsiteX2" fmla="*/ 105395 w 227451"/>
                      <a:gd name="connsiteY2" fmla="*/ 381733 h 381867"/>
                      <a:gd name="connsiteX3" fmla="*/ 227451 w 227451"/>
                      <a:gd name="connsiteY3" fmla="*/ 267688 h 381867"/>
                      <a:gd name="connsiteX4" fmla="*/ 126954 w 227451"/>
                      <a:gd name="connsiteY4" fmla="*/ 0 h 3818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7451" h="381867">
                        <a:moveTo>
                          <a:pt x="0" y="96690"/>
                        </a:moveTo>
                        <a:lnTo>
                          <a:pt x="9036" y="309344"/>
                        </a:lnTo>
                        <a:cubicBezTo>
                          <a:pt x="9036" y="309344"/>
                          <a:pt x="40914" y="377053"/>
                          <a:pt x="105395" y="381733"/>
                        </a:cubicBezTo>
                        <a:cubicBezTo>
                          <a:pt x="169877" y="386412"/>
                          <a:pt x="227451" y="267688"/>
                          <a:pt x="227451" y="267688"/>
                        </a:cubicBezTo>
                        <a:lnTo>
                          <a:pt x="126954" y="0"/>
                        </a:lnTo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0" name="任意多边形 629">
                    <a:extLst>
                      <a:ext uri="{FF2B5EF4-FFF2-40B4-BE49-F238E27FC236}">
                        <a16:creationId xmlns:a16="http://schemas.microsoft.com/office/drawing/2014/main" id="{DC8CEDDD-02B1-A53E-1DD4-6D108E01C0FA}"/>
                      </a:ext>
                    </a:extLst>
                  </p:cNvPr>
                  <p:cNvSpPr/>
                  <p:nvPr/>
                </p:nvSpPr>
                <p:spPr>
                  <a:xfrm>
                    <a:off x="7574455" y="3136889"/>
                    <a:ext cx="91526" cy="125936"/>
                  </a:xfrm>
                  <a:custGeom>
                    <a:avLst/>
                    <a:gdLst>
                      <a:gd name="connsiteX0" fmla="*/ 88412 w 91526"/>
                      <a:gd name="connsiteY0" fmla="*/ 5075 h 125936"/>
                      <a:gd name="connsiteX1" fmla="*/ 91526 w 91526"/>
                      <a:gd name="connsiteY1" fmla="*/ 0 h 125936"/>
                      <a:gd name="connsiteX2" fmla="*/ 75164 w 91526"/>
                      <a:gd name="connsiteY2" fmla="*/ 14402 h 125936"/>
                      <a:gd name="connsiteX3" fmla="*/ 40785 w 91526"/>
                      <a:gd name="connsiteY3" fmla="*/ 37880 h 125936"/>
                      <a:gd name="connsiteX4" fmla="*/ 0 w 91526"/>
                      <a:gd name="connsiteY4" fmla="*/ 55792 h 125936"/>
                      <a:gd name="connsiteX5" fmla="*/ 2977 w 91526"/>
                      <a:gd name="connsiteY5" fmla="*/ 125937 h 125936"/>
                      <a:gd name="connsiteX6" fmla="*/ 88412 w 91526"/>
                      <a:gd name="connsiteY6" fmla="*/ 5075 h 1259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1526" h="125936">
                        <a:moveTo>
                          <a:pt x="88412" y="5075"/>
                        </a:moveTo>
                        <a:cubicBezTo>
                          <a:pt x="89436" y="3421"/>
                          <a:pt x="90493" y="1686"/>
                          <a:pt x="91526" y="0"/>
                        </a:cubicBezTo>
                        <a:cubicBezTo>
                          <a:pt x="86233" y="5002"/>
                          <a:pt x="80803" y="9827"/>
                          <a:pt x="75164" y="14402"/>
                        </a:cubicBezTo>
                        <a:cubicBezTo>
                          <a:pt x="64675" y="24140"/>
                          <a:pt x="53153" y="32200"/>
                          <a:pt x="40785" y="37880"/>
                        </a:cubicBezTo>
                        <a:cubicBezTo>
                          <a:pt x="28142" y="45013"/>
                          <a:pt x="14571" y="51007"/>
                          <a:pt x="0" y="55792"/>
                        </a:cubicBezTo>
                        <a:lnTo>
                          <a:pt x="2977" y="125937"/>
                        </a:lnTo>
                        <a:cubicBezTo>
                          <a:pt x="33547" y="87193"/>
                          <a:pt x="62448" y="47175"/>
                          <a:pt x="88412" y="5075"/>
                        </a:cubicBezTo>
                        <a:close/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1" name="任意多边形 630">
                    <a:extLst>
                      <a:ext uri="{FF2B5EF4-FFF2-40B4-BE49-F238E27FC236}">
                        <a16:creationId xmlns:a16="http://schemas.microsoft.com/office/drawing/2014/main" id="{86D13AC7-E03A-4BF4-3AEC-AAF10FF694F3}"/>
                      </a:ext>
                    </a:extLst>
                  </p:cNvPr>
                  <p:cNvSpPr/>
                  <p:nvPr/>
                </p:nvSpPr>
                <p:spPr>
                  <a:xfrm>
                    <a:off x="7330483" y="2697043"/>
                    <a:ext cx="736852" cy="583604"/>
                  </a:xfrm>
                  <a:custGeom>
                    <a:avLst/>
                    <a:gdLst>
                      <a:gd name="connsiteX0" fmla="*/ 67165 w 736852"/>
                      <a:gd name="connsiteY0" fmla="*/ 271066 h 583604"/>
                      <a:gd name="connsiteX1" fmla="*/ 143361 w 736852"/>
                      <a:gd name="connsiteY1" fmla="*/ 267847 h 583604"/>
                      <a:gd name="connsiteX2" fmla="*/ 235661 w 736852"/>
                      <a:gd name="connsiteY2" fmla="*/ 218478 h 583604"/>
                      <a:gd name="connsiteX3" fmla="*/ 298981 w 736852"/>
                      <a:gd name="connsiteY3" fmla="*/ 246378 h 583604"/>
                      <a:gd name="connsiteX4" fmla="*/ 351570 w 736852"/>
                      <a:gd name="connsiteY4" fmla="*/ 329012 h 583604"/>
                      <a:gd name="connsiteX5" fmla="*/ 382689 w 736852"/>
                      <a:gd name="connsiteY5" fmla="*/ 467455 h 583604"/>
                      <a:gd name="connsiteX6" fmla="*/ 407910 w 736852"/>
                      <a:gd name="connsiteY6" fmla="*/ 579934 h 583604"/>
                      <a:gd name="connsiteX7" fmla="*/ 605921 w 736852"/>
                      <a:gd name="connsiteY7" fmla="*/ 546879 h 583604"/>
                      <a:gd name="connsiteX8" fmla="*/ 736852 w 736852"/>
                      <a:gd name="connsiteY8" fmla="*/ 417021 h 583604"/>
                      <a:gd name="connsiteX9" fmla="*/ 693921 w 736852"/>
                      <a:gd name="connsiteY9" fmla="*/ 337605 h 583604"/>
                      <a:gd name="connsiteX10" fmla="*/ 649917 w 736852"/>
                      <a:gd name="connsiteY10" fmla="*/ 329020 h 583604"/>
                      <a:gd name="connsiteX11" fmla="*/ 611278 w 736852"/>
                      <a:gd name="connsiteY11" fmla="*/ 287162 h 583604"/>
                      <a:gd name="connsiteX12" fmla="*/ 600548 w 736852"/>
                      <a:gd name="connsiteY12" fmla="*/ 251751 h 583604"/>
                      <a:gd name="connsiteX13" fmla="*/ 487447 w 736852"/>
                      <a:gd name="connsiteY13" fmla="*/ 165453 h 583604"/>
                      <a:gd name="connsiteX14" fmla="*/ 452600 w 736852"/>
                      <a:gd name="connsiteY14" fmla="*/ 95001 h 583604"/>
                      <a:gd name="connsiteX15" fmla="*/ 330132 w 736852"/>
                      <a:gd name="connsiteY15" fmla="*/ 13940 h 583604"/>
                      <a:gd name="connsiteX16" fmla="*/ 175303 w 736852"/>
                      <a:gd name="connsiteY16" fmla="*/ 12754 h 583604"/>
                      <a:gd name="connsiteX17" fmla="*/ 48132 w 736852"/>
                      <a:gd name="connsiteY17" fmla="*/ 104175 h 583604"/>
                      <a:gd name="connsiteX18" fmla="*/ 868 w 736852"/>
                      <a:gd name="connsiteY18" fmla="*/ 170851 h 583604"/>
                      <a:gd name="connsiteX19" fmla="*/ 5313 w 736852"/>
                      <a:gd name="connsiteY19" fmla="*/ 212677 h 583604"/>
                      <a:gd name="connsiteX20" fmla="*/ 67165 w 736852"/>
                      <a:gd name="connsiteY20" fmla="*/ 271066 h 583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736852" h="583604">
                        <a:moveTo>
                          <a:pt x="67165" y="271066"/>
                        </a:moveTo>
                        <a:cubicBezTo>
                          <a:pt x="99276" y="281902"/>
                          <a:pt x="128063" y="272874"/>
                          <a:pt x="143361" y="267847"/>
                        </a:cubicBezTo>
                        <a:cubicBezTo>
                          <a:pt x="194344" y="251089"/>
                          <a:pt x="199177" y="219575"/>
                          <a:pt x="235661" y="218478"/>
                        </a:cubicBezTo>
                        <a:cubicBezTo>
                          <a:pt x="263408" y="217647"/>
                          <a:pt x="285015" y="235082"/>
                          <a:pt x="298981" y="246378"/>
                        </a:cubicBezTo>
                        <a:cubicBezTo>
                          <a:pt x="311785" y="256737"/>
                          <a:pt x="331310" y="276270"/>
                          <a:pt x="351570" y="329012"/>
                        </a:cubicBezTo>
                        <a:cubicBezTo>
                          <a:pt x="369465" y="375622"/>
                          <a:pt x="370611" y="403071"/>
                          <a:pt x="382689" y="467455"/>
                        </a:cubicBezTo>
                        <a:cubicBezTo>
                          <a:pt x="387723" y="494274"/>
                          <a:pt x="395695" y="533050"/>
                          <a:pt x="407910" y="579934"/>
                        </a:cubicBezTo>
                        <a:cubicBezTo>
                          <a:pt x="435334" y="584170"/>
                          <a:pt x="518106" y="593352"/>
                          <a:pt x="605921" y="546879"/>
                        </a:cubicBezTo>
                        <a:cubicBezTo>
                          <a:pt x="684643" y="505215"/>
                          <a:pt x="723160" y="442266"/>
                          <a:pt x="736852" y="417021"/>
                        </a:cubicBezTo>
                        <a:cubicBezTo>
                          <a:pt x="727340" y="361318"/>
                          <a:pt x="708993" y="343519"/>
                          <a:pt x="693921" y="337605"/>
                        </a:cubicBezTo>
                        <a:cubicBezTo>
                          <a:pt x="678737" y="331643"/>
                          <a:pt x="669410" y="338726"/>
                          <a:pt x="649917" y="329020"/>
                        </a:cubicBezTo>
                        <a:cubicBezTo>
                          <a:pt x="626341" y="317273"/>
                          <a:pt x="614893" y="294392"/>
                          <a:pt x="611278" y="287162"/>
                        </a:cubicBezTo>
                        <a:cubicBezTo>
                          <a:pt x="602677" y="269961"/>
                          <a:pt x="605784" y="264507"/>
                          <a:pt x="600548" y="251751"/>
                        </a:cubicBezTo>
                        <a:cubicBezTo>
                          <a:pt x="581151" y="204495"/>
                          <a:pt x="511232" y="211523"/>
                          <a:pt x="487447" y="165453"/>
                        </a:cubicBezTo>
                        <a:cubicBezTo>
                          <a:pt x="475183" y="141700"/>
                          <a:pt x="468834" y="116947"/>
                          <a:pt x="452600" y="95001"/>
                        </a:cubicBezTo>
                        <a:cubicBezTo>
                          <a:pt x="422457" y="54257"/>
                          <a:pt x="377001" y="30512"/>
                          <a:pt x="330132" y="13940"/>
                        </a:cubicBezTo>
                        <a:cubicBezTo>
                          <a:pt x="280618" y="-3568"/>
                          <a:pt x="224930" y="-5271"/>
                          <a:pt x="175303" y="12754"/>
                        </a:cubicBezTo>
                        <a:cubicBezTo>
                          <a:pt x="130040" y="29197"/>
                          <a:pt x="83906" y="63592"/>
                          <a:pt x="48132" y="104175"/>
                        </a:cubicBezTo>
                        <a:cubicBezTo>
                          <a:pt x="23959" y="119972"/>
                          <a:pt x="5943" y="141886"/>
                          <a:pt x="868" y="170851"/>
                        </a:cubicBezTo>
                        <a:cubicBezTo>
                          <a:pt x="77" y="175345"/>
                          <a:pt x="-1940" y="192554"/>
                          <a:pt x="5313" y="212677"/>
                        </a:cubicBezTo>
                        <a:cubicBezTo>
                          <a:pt x="20401" y="254543"/>
                          <a:pt x="61759" y="269243"/>
                          <a:pt x="67165" y="271066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232675"/>
                      </a:gs>
                      <a:gs pos="60100">
                        <a:srgbClr val="363BB5"/>
                      </a:gs>
                      <a:gs pos="100000">
                        <a:srgbClr val="4247DB"/>
                      </a:gs>
                    </a:gsLst>
                    <a:lin ang="17173982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2" name="任意多边形 631">
                    <a:extLst>
                      <a:ext uri="{FF2B5EF4-FFF2-40B4-BE49-F238E27FC236}">
                        <a16:creationId xmlns:a16="http://schemas.microsoft.com/office/drawing/2014/main" id="{A4A52667-3FC6-7450-C16B-FC68AE02CEAD}"/>
                      </a:ext>
                    </a:extLst>
                  </p:cNvPr>
                  <p:cNvSpPr/>
                  <p:nvPr/>
                </p:nvSpPr>
                <p:spPr>
                  <a:xfrm>
                    <a:off x="7403110" y="2666148"/>
                    <a:ext cx="127978" cy="94490"/>
                  </a:xfrm>
                  <a:custGeom>
                    <a:avLst/>
                    <a:gdLst>
                      <a:gd name="connsiteX0" fmla="*/ 109631 w 127978"/>
                      <a:gd name="connsiteY0" fmla="*/ 80271 h 94490"/>
                      <a:gd name="connsiteX1" fmla="*/ 78875 w 127978"/>
                      <a:gd name="connsiteY1" fmla="*/ 44512 h 94490"/>
                      <a:gd name="connsiteX2" fmla="*/ 0 w 127978"/>
                      <a:gd name="connsiteY2" fmla="*/ 0 h 94490"/>
                      <a:gd name="connsiteX3" fmla="*/ 23930 w 127978"/>
                      <a:gd name="connsiteY3" fmla="*/ 59632 h 94490"/>
                      <a:gd name="connsiteX4" fmla="*/ 105371 w 127978"/>
                      <a:gd name="connsiteY4" fmla="*/ 93366 h 94490"/>
                      <a:gd name="connsiteX5" fmla="*/ 127978 w 127978"/>
                      <a:gd name="connsiteY5" fmla="*/ 93075 h 944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27978" h="94490">
                        <a:moveTo>
                          <a:pt x="109631" y="80271"/>
                        </a:moveTo>
                        <a:cubicBezTo>
                          <a:pt x="104895" y="64981"/>
                          <a:pt x="91841" y="53904"/>
                          <a:pt x="78875" y="44512"/>
                        </a:cubicBezTo>
                        <a:cubicBezTo>
                          <a:pt x="54364" y="26770"/>
                          <a:pt x="27851" y="11804"/>
                          <a:pt x="0" y="0"/>
                        </a:cubicBezTo>
                        <a:cubicBezTo>
                          <a:pt x="4688" y="21139"/>
                          <a:pt x="9835" y="43205"/>
                          <a:pt x="23930" y="59632"/>
                        </a:cubicBezTo>
                        <a:cubicBezTo>
                          <a:pt x="43512" y="82449"/>
                          <a:pt x="75591" y="89194"/>
                          <a:pt x="105371" y="93366"/>
                        </a:cubicBezTo>
                        <a:cubicBezTo>
                          <a:pt x="112899" y="94423"/>
                          <a:pt x="120733" y="95374"/>
                          <a:pt x="127978" y="93075"/>
                        </a:cubicBezTo>
                      </a:path>
                    </a:pathLst>
                  </a:custGeom>
                  <a:gradFill>
                    <a:gsLst>
                      <a:gs pos="0">
                        <a:srgbClr val="FFB0B0"/>
                      </a:gs>
                      <a:gs pos="50000">
                        <a:srgbClr val="FFC3C3"/>
                      </a:gs>
                      <a:gs pos="100000">
                        <a:srgbClr val="FFD6D6"/>
                      </a:gs>
                    </a:gsLst>
                    <a:lin ang="1662750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3" name="任意多边形 632">
                    <a:extLst>
                      <a:ext uri="{FF2B5EF4-FFF2-40B4-BE49-F238E27FC236}">
                        <a16:creationId xmlns:a16="http://schemas.microsoft.com/office/drawing/2014/main" id="{31B42ACF-CFA1-3990-AB66-13386474EC81}"/>
                      </a:ext>
                    </a:extLst>
                  </p:cNvPr>
                  <p:cNvSpPr/>
                  <p:nvPr/>
                </p:nvSpPr>
                <p:spPr>
                  <a:xfrm>
                    <a:off x="7510065" y="2627912"/>
                    <a:ext cx="105909" cy="129019"/>
                  </a:xfrm>
                  <a:custGeom>
                    <a:avLst/>
                    <a:gdLst>
                      <a:gd name="connsiteX0" fmla="*/ 3571 w 105909"/>
                      <a:gd name="connsiteY0" fmla="*/ 124219 h 129019"/>
                      <a:gd name="connsiteX1" fmla="*/ 12398 w 105909"/>
                      <a:gd name="connsiteY1" fmla="*/ 68935 h 129019"/>
                      <a:gd name="connsiteX2" fmla="*/ 56887 w 105909"/>
                      <a:gd name="connsiteY2" fmla="*/ 31692 h 129019"/>
                      <a:gd name="connsiteX3" fmla="*/ 105909 w 105909"/>
                      <a:gd name="connsiteY3" fmla="*/ 0 h 129019"/>
                      <a:gd name="connsiteX4" fmla="*/ 8082 w 105909"/>
                      <a:gd name="connsiteY4" fmla="*/ 129019 h 1290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5909" h="129019">
                        <a:moveTo>
                          <a:pt x="3571" y="124219"/>
                        </a:moveTo>
                        <a:cubicBezTo>
                          <a:pt x="-3989" y="106259"/>
                          <a:pt x="1159" y="84854"/>
                          <a:pt x="12398" y="68935"/>
                        </a:cubicBezTo>
                        <a:cubicBezTo>
                          <a:pt x="23629" y="53008"/>
                          <a:pt x="40137" y="41656"/>
                          <a:pt x="56887" y="31692"/>
                        </a:cubicBezTo>
                        <a:cubicBezTo>
                          <a:pt x="73636" y="21728"/>
                          <a:pt x="91128" y="12699"/>
                          <a:pt x="105909" y="0"/>
                        </a:cubicBezTo>
                        <a:cubicBezTo>
                          <a:pt x="100374" y="56534"/>
                          <a:pt x="61026" y="108429"/>
                          <a:pt x="8082" y="129019"/>
                        </a:cubicBezTo>
                      </a:path>
                    </a:pathLst>
                  </a:custGeom>
                  <a:gradFill>
                    <a:gsLst>
                      <a:gs pos="0">
                        <a:srgbClr val="FFB0B0"/>
                      </a:gs>
                      <a:gs pos="50000">
                        <a:srgbClr val="FFC3C3"/>
                      </a:gs>
                      <a:gs pos="100000">
                        <a:srgbClr val="FFD6D6"/>
                      </a:gs>
                    </a:gsLst>
                    <a:lin ang="1317358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4" name="任意多边形 633">
                    <a:extLst>
                      <a:ext uri="{FF2B5EF4-FFF2-40B4-BE49-F238E27FC236}">
                        <a16:creationId xmlns:a16="http://schemas.microsoft.com/office/drawing/2014/main" id="{10000243-1E1B-396C-845B-0B8125D00100}"/>
                      </a:ext>
                    </a:extLst>
                  </p:cNvPr>
                  <p:cNvSpPr/>
                  <p:nvPr/>
                </p:nvSpPr>
                <p:spPr>
                  <a:xfrm>
                    <a:off x="7380930" y="2740621"/>
                    <a:ext cx="312927" cy="293841"/>
                  </a:xfrm>
                  <a:custGeom>
                    <a:avLst/>
                    <a:gdLst>
                      <a:gd name="connsiteX0" fmla="*/ 283905 w 312927"/>
                      <a:gd name="connsiteY0" fmla="*/ 266289 h 293841"/>
                      <a:gd name="connsiteX1" fmla="*/ 76753 w 312927"/>
                      <a:gd name="connsiteY1" fmla="*/ 37772 h 293841"/>
                      <a:gd name="connsiteX2" fmla="*/ 0 w 312927"/>
                      <a:gd name="connsiteY2" fmla="*/ 57749 h 293841"/>
                      <a:gd name="connsiteX3" fmla="*/ 121145 w 312927"/>
                      <a:gd name="connsiteY3" fmla="*/ 537 h 293841"/>
                      <a:gd name="connsiteX4" fmla="*/ 256288 w 312927"/>
                      <a:gd name="connsiteY4" fmla="*/ 56733 h 293841"/>
                      <a:gd name="connsiteX5" fmla="*/ 298226 w 312927"/>
                      <a:gd name="connsiteY5" fmla="*/ 293842 h 2938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12927" h="293841">
                        <a:moveTo>
                          <a:pt x="283905" y="266289"/>
                        </a:moveTo>
                        <a:cubicBezTo>
                          <a:pt x="277757" y="128992"/>
                          <a:pt x="207765" y="40701"/>
                          <a:pt x="76753" y="37772"/>
                        </a:cubicBezTo>
                        <a:cubicBezTo>
                          <a:pt x="54009" y="37264"/>
                          <a:pt x="19195" y="44743"/>
                          <a:pt x="0" y="57749"/>
                        </a:cubicBezTo>
                        <a:cubicBezTo>
                          <a:pt x="23656" y="19909"/>
                          <a:pt x="76810" y="5104"/>
                          <a:pt x="121145" y="537"/>
                        </a:cubicBezTo>
                        <a:cubicBezTo>
                          <a:pt x="165480" y="-4029"/>
                          <a:pt x="227298" y="21006"/>
                          <a:pt x="256288" y="56733"/>
                        </a:cubicBezTo>
                        <a:cubicBezTo>
                          <a:pt x="333097" y="151405"/>
                          <a:pt x="314952" y="256405"/>
                          <a:pt x="298226" y="293842"/>
                        </a:cubicBezTo>
                      </a:path>
                    </a:pathLst>
                  </a:custGeom>
                  <a:gradFill>
                    <a:gsLst>
                      <a:gs pos="0">
                        <a:srgbClr val="FFB0B0"/>
                      </a:gs>
                      <a:gs pos="50000">
                        <a:srgbClr val="FFC3C3"/>
                      </a:gs>
                      <a:gs pos="100000">
                        <a:srgbClr val="FFD6D6"/>
                      </a:gs>
                    </a:gsLst>
                    <a:lin ang="8718290" scaled="1"/>
                  </a:gra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5" name="任意多边形 634">
                    <a:extLst>
                      <a:ext uri="{FF2B5EF4-FFF2-40B4-BE49-F238E27FC236}">
                        <a16:creationId xmlns:a16="http://schemas.microsoft.com/office/drawing/2014/main" id="{9F21D1D6-B0CF-931E-D8AF-B8FC3E2BF309}"/>
                      </a:ext>
                    </a:extLst>
                  </p:cNvPr>
                  <p:cNvSpPr/>
                  <p:nvPr/>
                </p:nvSpPr>
                <p:spPr>
                  <a:xfrm>
                    <a:off x="7647408" y="2962401"/>
                    <a:ext cx="76427" cy="96668"/>
                  </a:xfrm>
                  <a:custGeom>
                    <a:avLst/>
                    <a:gdLst>
                      <a:gd name="connsiteX0" fmla="*/ 24624 w 76427"/>
                      <a:gd name="connsiteY0" fmla="*/ 12268 h 96668"/>
                      <a:gd name="connsiteX1" fmla="*/ 53291 w 76427"/>
                      <a:gd name="connsiteY1" fmla="*/ 1214 h 96668"/>
                      <a:gd name="connsiteX2" fmla="*/ 63142 w 76427"/>
                      <a:gd name="connsiteY2" fmla="*/ 7992 h 96668"/>
                      <a:gd name="connsiteX3" fmla="*/ 72646 w 76427"/>
                      <a:gd name="connsiteY3" fmla="*/ 61323 h 96668"/>
                      <a:gd name="connsiteX4" fmla="*/ 29513 w 76427"/>
                      <a:gd name="connsiteY4" fmla="*/ 95677 h 96668"/>
                      <a:gd name="connsiteX5" fmla="*/ 12732 w 76427"/>
                      <a:gd name="connsiteY5" fmla="*/ 95677 h 96668"/>
                      <a:gd name="connsiteX6" fmla="*/ 0 w 76427"/>
                      <a:gd name="connsiteY6" fmla="*/ 85366 h 966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76427" h="96668">
                        <a:moveTo>
                          <a:pt x="24624" y="12268"/>
                        </a:moveTo>
                        <a:cubicBezTo>
                          <a:pt x="30797" y="3102"/>
                          <a:pt x="42939" y="-2634"/>
                          <a:pt x="53291" y="1214"/>
                        </a:cubicBezTo>
                        <a:cubicBezTo>
                          <a:pt x="57058" y="2618"/>
                          <a:pt x="60318" y="5135"/>
                          <a:pt x="63142" y="7992"/>
                        </a:cubicBezTo>
                        <a:cubicBezTo>
                          <a:pt x="76575" y="21611"/>
                          <a:pt x="79972" y="43653"/>
                          <a:pt x="72646" y="61323"/>
                        </a:cubicBezTo>
                        <a:cubicBezTo>
                          <a:pt x="65321" y="79000"/>
                          <a:pt x="48272" y="91877"/>
                          <a:pt x="29513" y="95677"/>
                        </a:cubicBezTo>
                        <a:cubicBezTo>
                          <a:pt x="23979" y="96799"/>
                          <a:pt x="18170" y="97186"/>
                          <a:pt x="12732" y="95677"/>
                        </a:cubicBezTo>
                        <a:cubicBezTo>
                          <a:pt x="7286" y="94168"/>
                          <a:pt x="2243" y="90546"/>
                          <a:pt x="0" y="85366"/>
                        </a:cubicBezTo>
                      </a:path>
                    </a:pathLst>
                  </a:custGeom>
                  <a:solidFill>
                    <a:srgbClr val="FEDBC5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874" name="组合 873">
              <a:extLst>
                <a:ext uri="{FF2B5EF4-FFF2-40B4-BE49-F238E27FC236}">
                  <a16:creationId xmlns:a16="http://schemas.microsoft.com/office/drawing/2014/main" id="{3CCAB2D1-16BA-8D60-4B0A-78568810EBC9}"/>
                </a:ext>
              </a:extLst>
            </p:cNvPr>
            <p:cNvGrpSpPr/>
            <p:nvPr/>
          </p:nvGrpSpPr>
          <p:grpSpPr>
            <a:xfrm>
              <a:off x="660400" y="2279611"/>
              <a:ext cx="6145598" cy="3854489"/>
              <a:chOff x="660400" y="2279611"/>
              <a:chExt cx="7085250" cy="3854489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83E64B7C-A83C-C562-AEAC-E9DD94A6ABE6}"/>
                  </a:ext>
                </a:extLst>
              </p:cNvPr>
              <p:cNvGrpSpPr/>
              <p:nvPr/>
            </p:nvGrpSpPr>
            <p:grpSpPr>
              <a:xfrm>
                <a:off x="660400" y="2279611"/>
                <a:ext cx="3312000" cy="1892339"/>
                <a:chOff x="660400" y="4538447"/>
                <a:chExt cx="3312000" cy="1892339"/>
              </a:xfrm>
            </p:grpSpPr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386A682-4402-3EE8-12E5-4DE4ABA2615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60400" y="4538447"/>
                  <a:ext cx="3312000" cy="648000"/>
                </a:xfrm>
                <a:prstGeom prst="roundRect">
                  <a:avLst/>
                </a:prstGeom>
                <a:solidFill>
                  <a:schemeClr val="accent1"/>
                </a:solidFill>
              </p:spPr>
              <p:txBody>
                <a:bodyPr wrap="square" anchor="ctr" anchorCtr="1">
                  <a:normAutofit/>
                </a:bodyPr>
                <a:lstStyle/>
                <a:p>
                  <a:pPr algn="ctr"/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逃避者</a:t>
                  </a:r>
                </a:p>
              </p:txBody>
            </p:sp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811497F-D975-AB15-641F-3754B679AFB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60400" y="5329568"/>
                  <a:ext cx="3312000" cy="110121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1">
                  <a:normAutofit/>
                </a:bodyPr>
                <a:lstStyle/>
                <a:p>
                  <a:pPr rtl="1">
                    <a:lnSpc>
                      <a:spcPct val="120000"/>
                    </a:lnSpc>
                  </a:pPr>
                  <a:r>
                    <a:rPr lang="zh-CN" altLang="en-US" sz="1400" dirty="0"/>
                    <a:t>深入挖掘五四精神，提升青年对历史的认识和理解，激发爱国情怀。</a:t>
                  </a:r>
                </a:p>
              </p:txBody>
            </p:sp>
          </p:grpSp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B870D8E8-4A83-A546-AF87-66E3D77930FB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4433650" y="2279695"/>
                <a:ext cx="3312000" cy="1892255"/>
                <a:chOff x="4352762" y="4538531"/>
                <a:chExt cx="3312000" cy="1892255"/>
              </a:xfrm>
            </p:grpSpPr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3FC176E-44B4-C910-A769-53FE5864A25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52762" y="4538531"/>
                  <a:ext cx="3312000" cy="648000"/>
                </a:xfrm>
                <a:prstGeom prst="roundRect">
                  <a:avLst/>
                </a:prstGeom>
                <a:solidFill>
                  <a:schemeClr val="accent2"/>
                </a:solidFill>
              </p:spPr>
              <p:txBody>
                <a:bodyPr wrap="square" anchor="ctr" anchorCtr="1">
                  <a:normAutofit/>
                </a:bodyPr>
                <a:lstStyle/>
                <a:p>
                  <a:pPr algn="ctr"/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硬扛者</a:t>
                  </a:r>
                </a:p>
              </p:txBody>
            </p:sp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1C5B81C1-A050-3DF4-1EFA-AB206E2228D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52762" y="5329568"/>
                  <a:ext cx="3312000" cy="110121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rtl="1">
                    <a:lnSpc>
                      <a:spcPct val="120000"/>
                    </a:lnSpc>
                  </a:pPr>
                  <a:r>
                    <a:rPr lang="zh-CN" altLang="en-US" sz="1400" dirty="0"/>
                    <a:t>通过实践活动，锻炼青年组织、沟通创新等综合能力，为未来发展打下基础。</a:t>
                  </a:r>
                </a:p>
              </p:txBody>
            </p:sp>
          </p:grp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5D717719-FEAC-DE8F-B76B-334399D8021B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660400" y="4368839"/>
                <a:ext cx="7085250" cy="1765261"/>
                <a:chOff x="6791383" y="4538447"/>
                <a:chExt cx="3312000" cy="1765261"/>
              </a:xfrm>
            </p:grpSpPr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609201C-A911-3432-CF13-FF46A8C4D0A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791383" y="4538447"/>
                  <a:ext cx="3312000" cy="648000"/>
                </a:xfrm>
                <a:prstGeom prst="roundRect">
                  <a:avLst/>
                </a:prstGeom>
                <a:solidFill>
                  <a:schemeClr val="accent1"/>
                </a:solidFill>
              </p:spPr>
              <p:txBody>
                <a:bodyPr wrap="square" anchor="ctr" anchorCtr="1">
                  <a:normAutofit/>
                </a:bodyPr>
                <a:lstStyle/>
                <a:p>
                  <a:pPr algn="ctr"/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穿越者</a:t>
                  </a:r>
                </a:p>
              </p:txBody>
            </p:sp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E12616D8-FF04-CDE9-33DF-3894067FD1B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791383" y="5329568"/>
                  <a:ext cx="3312000" cy="974140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rtl="1">
                    <a:lnSpc>
                      <a:spcPct val="120000"/>
                    </a:lnSpc>
                  </a:pPr>
                  <a:r>
                    <a:rPr lang="zh-CN" altLang="en-US" sz="1400" dirty="0"/>
                    <a:t>展示中国优秀传统文化，增强青年文化自信，培养社会主义核心价值观。</a:t>
                  </a:r>
                </a:p>
              </p:txBody>
            </p:sp>
          </p:grp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45943C0-CC9C-2FC3-2738-DC456AE9F3DE}"/>
                </a:ext>
              </a:extLst>
            </p:cNvPr>
            <p:cNvSpPr txBox="1"/>
            <p:nvPr/>
          </p:nvSpPr>
          <p:spPr>
            <a:xfrm>
              <a:off x="660400" y="1130300"/>
              <a:ext cx="4569768" cy="720000"/>
            </a:xfrm>
            <a:prstGeom prst="rect">
              <a:avLst/>
            </a:prstGeom>
            <a:noFill/>
          </p:spPr>
          <p:txBody>
            <a:bodyPr wrap="square" anchor="b">
              <a:normAutofit/>
            </a:bodyPr>
            <a:lstStyle/>
            <a:p>
              <a:r>
                <a:rPr lang="zh-CN" altLang="en-US" sz="2800" b="1" i="0" dirty="0">
                  <a:effectLst/>
                </a:rPr>
                <a:t>三种面对困难的态度，你选择哪一种？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81A42870-15A5-427C-D7DD-C2EF63168C24}"/>
              </a:ext>
            </a:extLst>
          </p:cNvPr>
          <p:cNvGrpSpPr/>
          <p:nvPr/>
        </p:nvGrpSpPr>
        <p:grpSpPr>
          <a:xfrm>
            <a:off x="660400" y="1130301"/>
            <a:ext cx="10858500" cy="5215059"/>
            <a:chOff x="660400" y="1130301"/>
            <a:chExt cx="10858500" cy="521505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226427F-BDEB-38D7-0016-FFBDF3FEF6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130301"/>
              <a:ext cx="10858500" cy="63447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2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坚守不是傻傻死撑，而是智慧的坚持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509A4D1A-1DCE-0A80-233E-D19753863718}"/>
                </a:ext>
              </a:extLst>
            </p:cNvPr>
            <p:cNvGrpSpPr/>
            <p:nvPr/>
          </p:nvGrpSpPr>
          <p:grpSpPr>
            <a:xfrm>
              <a:off x="753000" y="1860550"/>
              <a:ext cx="10635296" cy="4484810"/>
              <a:chOff x="753000" y="1663842"/>
              <a:chExt cx="10635296" cy="4738668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51CB3996-60D8-0A16-3217-2C360BEEC83F}"/>
                  </a:ext>
                </a:extLst>
              </p:cNvPr>
              <p:cNvGrpSpPr/>
              <p:nvPr/>
            </p:nvGrpSpPr>
            <p:grpSpPr>
              <a:xfrm>
                <a:off x="753000" y="1663842"/>
                <a:ext cx="2833210" cy="2416704"/>
                <a:chOff x="753000" y="1663842"/>
                <a:chExt cx="2833210" cy="2416704"/>
              </a:xfrm>
            </p:grpSpPr>
            <p:sp>
              <p:nvSpPr>
                <p:cNvPr id="22" name="任意多边形 21">
                  <a:extLst>
                    <a:ext uri="{FF2B5EF4-FFF2-40B4-BE49-F238E27FC236}">
                      <a16:creationId xmlns:a16="http://schemas.microsoft.com/office/drawing/2014/main" id="{893EFD4B-BDE3-7E33-227E-504B3A9E56A5}"/>
                    </a:ext>
                  </a:extLst>
                </p:cNvPr>
                <p:cNvSpPr/>
                <p:nvPr/>
              </p:nvSpPr>
              <p:spPr>
                <a:xfrm>
                  <a:off x="753000" y="1663842"/>
                  <a:ext cx="2833210" cy="2416704"/>
                </a:xfrm>
                <a:custGeom>
                  <a:avLst/>
                  <a:gdLst>
                    <a:gd name="connsiteX0" fmla="*/ 17652 w 2833210"/>
                    <a:gd name="connsiteY0" fmla="*/ 1851567 h 2416704"/>
                    <a:gd name="connsiteX1" fmla="*/ 17823 w 2833210"/>
                    <a:gd name="connsiteY1" fmla="*/ 1851567 h 2416704"/>
                    <a:gd name="connsiteX2" fmla="*/ 30449 w 2833210"/>
                    <a:gd name="connsiteY2" fmla="*/ 1954622 h 2416704"/>
                    <a:gd name="connsiteX3" fmla="*/ 38638 w 2833210"/>
                    <a:gd name="connsiteY3" fmla="*/ 2116030 h 2416704"/>
                    <a:gd name="connsiteX4" fmla="*/ 40686 w 2833210"/>
                    <a:gd name="connsiteY4" fmla="*/ 2145547 h 2416704"/>
                    <a:gd name="connsiteX5" fmla="*/ 74128 w 2833210"/>
                    <a:gd name="connsiteY5" fmla="*/ 2177454 h 2416704"/>
                    <a:gd name="connsiteX6" fmla="*/ 171040 w 2833210"/>
                    <a:gd name="connsiteY6" fmla="*/ 2182572 h 2416704"/>
                    <a:gd name="connsiteX7" fmla="*/ 343368 w 2833210"/>
                    <a:gd name="connsiteY7" fmla="*/ 2212090 h 2416704"/>
                    <a:gd name="connsiteX8" fmla="*/ 347804 w 2833210"/>
                    <a:gd name="connsiteY8" fmla="*/ 2217208 h 2416704"/>
                    <a:gd name="connsiteX9" fmla="*/ 330742 w 2833210"/>
                    <a:gd name="connsiteY9" fmla="*/ 2220109 h 2416704"/>
                    <a:gd name="connsiteX10" fmla="*/ 196122 w 2833210"/>
                    <a:gd name="connsiteY10" fmla="*/ 2217208 h 2416704"/>
                    <a:gd name="connsiteX11" fmla="*/ 128897 w 2833210"/>
                    <a:gd name="connsiteY11" fmla="*/ 2219256 h 2416704"/>
                    <a:gd name="connsiteX12" fmla="*/ 37956 w 2833210"/>
                    <a:gd name="connsiteY12" fmla="*/ 2212943 h 2416704"/>
                    <a:gd name="connsiteX13" fmla="*/ 4685 w 2833210"/>
                    <a:gd name="connsiteY13" fmla="*/ 2176259 h 2416704"/>
                    <a:gd name="connsiteX14" fmla="*/ 2979 w 2833210"/>
                    <a:gd name="connsiteY14" fmla="*/ 2028501 h 2416704"/>
                    <a:gd name="connsiteX15" fmla="*/ 5879 w 2833210"/>
                    <a:gd name="connsiteY15" fmla="*/ 1899000 h 2416704"/>
                    <a:gd name="connsiteX16" fmla="*/ 17652 w 2833210"/>
                    <a:gd name="connsiteY16" fmla="*/ 1851567 h 2416704"/>
                    <a:gd name="connsiteX17" fmla="*/ 2832390 w 2833210"/>
                    <a:gd name="connsiteY17" fmla="*/ 536760 h 2416704"/>
                    <a:gd name="connsiteX18" fmla="*/ 2832731 w 2833210"/>
                    <a:gd name="connsiteY18" fmla="*/ 536931 h 2416704"/>
                    <a:gd name="connsiteX19" fmla="*/ 2830171 w 2833210"/>
                    <a:gd name="connsiteY19" fmla="*/ 625654 h 2416704"/>
                    <a:gd name="connsiteX20" fmla="*/ 2827953 w 2833210"/>
                    <a:gd name="connsiteY20" fmla="*/ 649711 h 2416704"/>
                    <a:gd name="connsiteX21" fmla="*/ 2820958 w 2833210"/>
                    <a:gd name="connsiteY21" fmla="*/ 906155 h 2416704"/>
                    <a:gd name="connsiteX22" fmla="*/ 2809526 w 2833210"/>
                    <a:gd name="connsiteY22" fmla="*/ 1219245 h 2416704"/>
                    <a:gd name="connsiteX23" fmla="*/ 2799118 w 2833210"/>
                    <a:gd name="connsiteY23" fmla="*/ 1440370 h 2416704"/>
                    <a:gd name="connsiteX24" fmla="*/ 2778644 w 2833210"/>
                    <a:gd name="connsiteY24" fmla="*/ 1633343 h 2416704"/>
                    <a:gd name="connsiteX25" fmla="*/ 2763288 w 2833210"/>
                    <a:gd name="connsiteY25" fmla="*/ 1677533 h 2416704"/>
                    <a:gd name="connsiteX26" fmla="*/ 2760217 w 2833210"/>
                    <a:gd name="connsiteY26" fmla="*/ 1533017 h 2416704"/>
                    <a:gd name="connsiteX27" fmla="*/ 2766188 w 2833210"/>
                    <a:gd name="connsiteY27" fmla="*/ 1427915 h 2416704"/>
                    <a:gd name="connsiteX28" fmla="*/ 2774890 w 2833210"/>
                    <a:gd name="connsiteY28" fmla="*/ 1120114 h 2416704"/>
                    <a:gd name="connsiteX29" fmla="*/ 2788369 w 2833210"/>
                    <a:gd name="connsiteY29" fmla="*/ 888410 h 2416704"/>
                    <a:gd name="connsiteX30" fmla="*/ 2793317 w 2833210"/>
                    <a:gd name="connsiteY30" fmla="*/ 780578 h 2416704"/>
                    <a:gd name="connsiteX31" fmla="*/ 2822493 w 2833210"/>
                    <a:gd name="connsiteY31" fmla="*/ 542561 h 2416704"/>
                    <a:gd name="connsiteX32" fmla="*/ 2832390 w 2833210"/>
                    <a:gd name="connsiteY32" fmla="*/ 536760 h 2416704"/>
                    <a:gd name="connsiteX33" fmla="*/ 157902 w 2833210"/>
                    <a:gd name="connsiteY33" fmla="*/ 91097 h 2416704"/>
                    <a:gd name="connsiteX34" fmla="*/ 420147 w 2833210"/>
                    <a:gd name="connsiteY34" fmla="*/ 92974 h 2416704"/>
                    <a:gd name="connsiteX35" fmla="*/ 992922 w 2833210"/>
                    <a:gd name="connsiteY35" fmla="*/ 97581 h 2416704"/>
                    <a:gd name="connsiteX36" fmla="*/ 1252266 w 2833210"/>
                    <a:gd name="connsiteY36" fmla="*/ 103382 h 2416704"/>
                    <a:gd name="connsiteX37" fmla="*/ 1538398 w 2833210"/>
                    <a:gd name="connsiteY37" fmla="*/ 114131 h 2416704"/>
                    <a:gd name="connsiteX38" fmla="*/ 1778462 w 2833210"/>
                    <a:gd name="connsiteY38" fmla="*/ 125221 h 2416704"/>
                    <a:gd name="connsiteX39" fmla="*/ 2005047 w 2833210"/>
                    <a:gd name="connsiteY39" fmla="*/ 135970 h 2416704"/>
                    <a:gd name="connsiteX40" fmla="*/ 2236921 w 2833210"/>
                    <a:gd name="connsiteY40" fmla="*/ 146720 h 2416704"/>
                    <a:gd name="connsiteX41" fmla="*/ 2498654 w 2833210"/>
                    <a:gd name="connsiteY41" fmla="*/ 157298 h 2416704"/>
                    <a:gd name="connsiteX42" fmla="*/ 2722510 w 2833210"/>
                    <a:gd name="connsiteY42" fmla="*/ 166341 h 2416704"/>
                    <a:gd name="connsiteX43" fmla="*/ 2746396 w 2833210"/>
                    <a:gd name="connsiteY43" fmla="*/ 187498 h 2416704"/>
                    <a:gd name="connsiteX44" fmla="*/ 2748103 w 2833210"/>
                    <a:gd name="connsiteY44" fmla="*/ 276050 h 2416704"/>
                    <a:gd name="connsiteX45" fmla="*/ 2747250 w 2833210"/>
                    <a:gd name="connsiteY45" fmla="*/ 300279 h 2416704"/>
                    <a:gd name="connsiteX46" fmla="*/ 2733771 w 2833210"/>
                    <a:gd name="connsiteY46" fmla="*/ 651076 h 2416704"/>
                    <a:gd name="connsiteX47" fmla="*/ 2723192 w 2833210"/>
                    <a:gd name="connsiteY47" fmla="*/ 872201 h 2416704"/>
                    <a:gd name="connsiteX48" fmla="*/ 2717732 w 2833210"/>
                    <a:gd name="connsiteY48" fmla="*/ 1063808 h 2416704"/>
                    <a:gd name="connsiteX49" fmla="*/ 2713808 w 2833210"/>
                    <a:gd name="connsiteY49" fmla="*/ 1387989 h 2416704"/>
                    <a:gd name="connsiteX50" fmla="*/ 2699305 w 2833210"/>
                    <a:gd name="connsiteY50" fmla="*/ 1581644 h 2416704"/>
                    <a:gd name="connsiteX51" fmla="*/ 2698281 w 2833210"/>
                    <a:gd name="connsiteY51" fmla="*/ 1595123 h 2416704"/>
                    <a:gd name="connsiteX52" fmla="*/ 2693675 w 2833210"/>
                    <a:gd name="connsiteY52" fmla="*/ 1938242 h 2416704"/>
                    <a:gd name="connsiteX53" fmla="*/ 2697599 w 2833210"/>
                    <a:gd name="connsiteY53" fmla="*/ 2132580 h 2416704"/>
                    <a:gd name="connsiteX54" fmla="*/ 2663304 w 2833210"/>
                    <a:gd name="connsiteY54" fmla="*/ 2175406 h 2416704"/>
                    <a:gd name="connsiteX55" fmla="*/ 2636516 w 2833210"/>
                    <a:gd name="connsiteY55" fmla="*/ 2177453 h 2416704"/>
                    <a:gd name="connsiteX56" fmla="*/ 2433818 w 2833210"/>
                    <a:gd name="connsiteY56" fmla="*/ 2177453 h 2416704"/>
                    <a:gd name="connsiteX57" fmla="*/ 2433818 w 2833210"/>
                    <a:gd name="connsiteY57" fmla="*/ 2176941 h 2416704"/>
                    <a:gd name="connsiteX58" fmla="*/ 2231120 w 2833210"/>
                    <a:gd name="connsiteY58" fmla="*/ 2176429 h 2416704"/>
                    <a:gd name="connsiteX59" fmla="*/ 1880664 w 2833210"/>
                    <a:gd name="connsiteY59" fmla="*/ 2157490 h 2416704"/>
                    <a:gd name="connsiteX60" fmla="*/ 1761912 w 2833210"/>
                    <a:gd name="connsiteY60" fmla="*/ 2152201 h 2416704"/>
                    <a:gd name="connsiteX61" fmla="*/ 1573034 w 2833210"/>
                    <a:gd name="connsiteY61" fmla="*/ 2144353 h 2416704"/>
                    <a:gd name="connsiteX62" fmla="*/ 1284343 w 2833210"/>
                    <a:gd name="connsiteY62" fmla="*/ 2132750 h 2416704"/>
                    <a:gd name="connsiteX63" fmla="*/ 1208929 w 2833210"/>
                    <a:gd name="connsiteY63" fmla="*/ 2129167 h 2416704"/>
                    <a:gd name="connsiteX64" fmla="*/ 1170710 w 2833210"/>
                    <a:gd name="connsiteY64" fmla="*/ 2144523 h 2416704"/>
                    <a:gd name="connsiteX65" fmla="*/ 1059635 w 2833210"/>
                    <a:gd name="connsiteY65" fmla="*/ 2238365 h 2416704"/>
                    <a:gd name="connsiteX66" fmla="*/ 904370 w 2833210"/>
                    <a:gd name="connsiteY66" fmla="*/ 2330159 h 2416704"/>
                    <a:gd name="connsiteX67" fmla="*/ 709520 w 2833210"/>
                    <a:gd name="connsiteY67" fmla="*/ 2409498 h 2416704"/>
                    <a:gd name="connsiteX68" fmla="*/ 667206 w 2833210"/>
                    <a:gd name="connsiteY68" fmla="*/ 2416494 h 2416704"/>
                    <a:gd name="connsiteX69" fmla="*/ 637859 w 2833210"/>
                    <a:gd name="connsiteY69" fmla="*/ 2378274 h 2416704"/>
                    <a:gd name="connsiteX70" fmla="*/ 645708 w 2833210"/>
                    <a:gd name="connsiteY70" fmla="*/ 2358312 h 2416704"/>
                    <a:gd name="connsiteX71" fmla="*/ 746033 w 2833210"/>
                    <a:gd name="connsiteY71" fmla="*/ 2155784 h 2416704"/>
                    <a:gd name="connsiteX72" fmla="*/ 722999 w 2833210"/>
                    <a:gd name="connsiteY72" fmla="*/ 2117224 h 2416704"/>
                    <a:gd name="connsiteX73" fmla="*/ 415028 w 2833210"/>
                    <a:gd name="connsiteY73" fmla="*/ 2111423 h 2416704"/>
                    <a:gd name="connsiteX74" fmla="*/ 144935 w 2833210"/>
                    <a:gd name="connsiteY74" fmla="*/ 2106986 h 2416704"/>
                    <a:gd name="connsiteX75" fmla="*/ 114052 w 2833210"/>
                    <a:gd name="connsiteY75" fmla="*/ 2077640 h 2416704"/>
                    <a:gd name="connsiteX76" fmla="*/ 106716 w 2833210"/>
                    <a:gd name="connsiteY76" fmla="*/ 1877842 h 2416704"/>
                    <a:gd name="connsiteX77" fmla="*/ 95625 w 2833210"/>
                    <a:gd name="connsiteY77" fmla="*/ 1578231 h 2416704"/>
                    <a:gd name="connsiteX78" fmla="*/ 93919 w 2833210"/>
                    <a:gd name="connsiteY78" fmla="*/ 1181025 h 2416704"/>
                    <a:gd name="connsiteX79" fmla="*/ 98867 w 2833210"/>
                    <a:gd name="connsiteY79" fmla="*/ 951540 h 2416704"/>
                    <a:gd name="connsiteX80" fmla="*/ 115247 w 2833210"/>
                    <a:gd name="connsiteY80" fmla="*/ 600913 h 2416704"/>
                    <a:gd name="connsiteX81" fmla="*/ 118830 w 2833210"/>
                    <a:gd name="connsiteY81" fmla="*/ 501100 h 2416704"/>
                    <a:gd name="connsiteX82" fmla="*/ 125484 w 2833210"/>
                    <a:gd name="connsiteY82" fmla="*/ 268884 h 2416704"/>
                    <a:gd name="connsiteX83" fmla="*/ 134015 w 2833210"/>
                    <a:gd name="connsiteY83" fmla="*/ 112595 h 2416704"/>
                    <a:gd name="connsiteX84" fmla="*/ 157902 w 2833210"/>
                    <a:gd name="connsiteY84" fmla="*/ 91097 h 2416704"/>
                    <a:gd name="connsiteX85" fmla="*/ 333038 w 2833210"/>
                    <a:gd name="connsiteY85" fmla="*/ 31 h 2416704"/>
                    <a:gd name="connsiteX86" fmla="*/ 502217 w 2833210"/>
                    <a:gd name="connsiteY86" fmla="*/ 15171 h 2416704"/>
                    <a:gd name="connsiteX87" fmla="*/ 451371 w 2833210"/>
                    <a:gd name="connsiteY87" fmla="*/ 15171 h 2416704"/>
                    <a:gd name="connsiteX88" fmla="*/ 169335 w 2833210"/>
                    <a:gd name="connsiteY88" fmla="*/ 35816 h 2416704"/>
                    <a:gd name="connsiteX89" fmla="*/ 88631 w 2833210"/>
                    <a:gd name="connsiteY89" fmla="*/ 41446 h 2416704"/>
                    <a:gd name="connsiteX90" fmla="*/ 71057 w 2833210"/>
                    <a:gd name="connsiteY90" fmla="*/ 59020 h 2416704"/>
                    <a:gd name="connsiteX91" fmla="*/ 71057 w 2833210"/>
                    <a:gd name="connsiteY91" fmla="*/ 83249 h 2416704"/>
                    <a:gd name="connsiteX92" fmla="*/ 59454 w 2833210"/>
                    <a:gd name="connsiteY92" fmla="*/ 274174 h 2416704"/>
                    <a:gd name="connsiteX93" fmla="*/ 50241 w 2833210"/>
                    <a:gd name="connsiteY93" fmla="*/ 293795 h 2416704"/>
                    <a:gd name="connsiteX94" fmla="*/ 43416 w 2833210"/>
                    <a:gd name="connsiteY94" fmla="*/ 273662 h 2416704"/>
                    <a:gd name="connsiteX95" fmla="*/ 31814 w 2833210"/>
                    <a:gd name="connsiteY95" fmla="*/ 69599 h 2416704"/>
                    <a:gd name="connsiteX96" fmla="*/ 96991 w 2833210"/>
                    <a:gd name="connsiteY96" fmla="*/ 5275 h 2416704"/>
                    <a:gd name="connsiteX97" fmla="*/ 256181 w 2833210"/>
                    <a:gd name="connsiteY97" fmla="*/ 3739 h 2416704"/>
                    <a:gd name="connsiteX98" fmla="*/ 288428 w 2833210"/>
                    <a:gd name="connsiteY98" fmla="*/ 1521 h 2416704"/>
                    <a:gd name="connsiteX99" fmla="*/ 333038 w 2833210"/>
                    <a:gd name="connsiteY99" fmla="*/ 31 h 2416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</a:cxnLst>
                  <a:rect l="l" t="t" r="r" b="b"/>
                  <a:pathLst>
                    <a:path w="2833210" h="2416704">
                      <a:moveTo>
                        <a:pt x="17652" y="1851567"/>
                      </a:moveTo>
                      <a:lnTo>
                        <a:pt x="17823" y="1851567"/>
                      </a:lnTo>
                      <a:cubicBezTo>
                        <a:pt x="28401" y="1888421"/>
                        <a:pt x="28060" y="1921863"/>
                        <a:pt x="30449" y="1954622"/>
                      </a:cubicBezTo>
                      <a:cubicBezTo>
                        <a:pt x="34373" y="2008368"/>
                        <a:pt x="40515" y="2062114"/>
                        <a:pt x="38638" y="2116030"/>
                      </a:cubicBezTo>
                      <a:cubicBezTo>
                        <a:pt x="38297" y="2125755"/>
                        <a:pt x="38980" y="2135822"/>
                        <a:pt x="40686" y="2145547"/>
                      </a:cubicBezTo>
                      <a:cubicBezTo>
                        <a:pt x="45463" y="2173359"/>
                        <a:pt x="45805" y="2174041"/>
                        <a:pt x="74128" y="2177454"/>
                      </a:cubicBezTo>
                      <a:cubicBezTo>
                        <a:pt x="106204" y="2181207"/>
                        <a:pt x="138793" y="2177795"/>
                        <a:pt x="171040" y="2182572"/>
                      </a:cubicBezTo>
                      <a:cubicBezTo>
                        <a:pt x="228710" y="2191274"/>
                        <a:pt x="286551" y="2198269"/>
                        <a:pt x="343368" y="2212090"/>
                      </a:cubicBezTo>
                      <a:cubicBezTo>
                        <a:pt x="344733" y="2212431"/>
                        <a:pt x="345586" y="2214478"/>
                        <a:pt x="347804" y="2217208"/>
                      </a:cubicBezTo>
                      <a:cubicBezTo>
                        <a:pt x="342685" y="2221815"/>
                        <a:pt x="336372" y="2220109"/>
                        <a:pt x="330742" y="2220109"/>
                      </a:cubicBezTo>
                      <a:cubicBezTo>
                        <a:pt x="285869" y="2219768"/>
                        <a:pt x="240995" y="2222327"/>
                        <a:pt x="196122" y="2217208"/>
                      </a:cubicBezTo>
                      <a:cubicBezTo>
                        <a:pt x="173941" y="2214649"/>
                        <a:pt x="151419" y="2216185"/>
                        <a:pt x="128897" y="2219256"/>
                      </a:cubicBezTo>
                      <a:cubicBezTo>
                        <a:pt x="98526" y="2223351"/>
                        <a:pt x="67985" y="2220450"/>
                        <a:pt x="37956" y="2212943"/>
                      </a:cubicBezTo>
                      <a:cubicBezTo>
                        <a:pt x="18505" y="2207995"/>
                        <a:pt x="8097" y="2197416"/>
                        <a:pt x="4685" y="2176259"/>
                      </a:cubicBezTo>
                      <a:cubicBezTo>
                        <a:pt x="-3334" y="2126950"/>
                        <a:pt x="931" y="2077811"/>
                        <a:pt x="2979" y="2028501"/>
                      </a:cubicBezTo>
                      <a:cubicBezTo>
                        <a:pt x="4685" y="1985334"/>
                        <a:pt x="5197" y="1942167"/>
                        <a:pt x="5879" y="1899000"/>
                      </a:cubicBezTo>
                      <a:cubicBezTo>
                        <a:pt x="6050" y="1883985"/>
                        <a:pt x="7244" y="1869141"/>
                        <a:pt x="17652" y="1851567"/>
                      </a:cubicBezTo>
                      <a:close/>
                      <a:moveTo>
                        <a:pt x="2832390" y="536760"/>
                      </a:moveTo>
                      <a:lnTo>
                        <a:pt x="2832731" y="536931"/>
                      </a:lnTo>
                      <a:cubicBezTo>
                        <a:pt x="2833755" y="566789"/>
                        <a:pt x="2833242" y="596307"/>
                        <a:pt x="2830171" y="625654"/>
                      </a:cubicBezTo>
                      <a:cubicBezTo>
                        <a:pt x="2829318" y="633673"/>
                        <a:pt x="2828295" y="641692"/>
                        <a:pt x="2827953" y="649711"/>
                      </a:cubicBezTo>
                      <a:cubicBezTo>
                        <a:pt x="2825565" y="735192"/>
                        <a:pt x="2824541" y="820674"/>
                        <a:pt x="2820958" y="906155"/>
                      </a:cubicBezTo>
                      <a:cubicBezTo>
                        <a:pt x="2816692" y="1010575"/>
                        <a:pt x="2813962" y="1114825"/>
                        <a:pt x="2809526" y="1219245"/>
                      </a:cubicBezTo>
                      <a:cubicBezTo>
                        <a:pt x="2806455" y="1292953"/>
                        <a:pt x="2805943" y="1366832"/>
                        <a:pt x="2799118" y="1440370"/>
                      </a:cubicBezTo>
                      <a:cubicBezTo>
                        <a:pt x="2793147" y="1504694"/>
                        <a:pt x="2790075" y="1569530"/>
                        <a:pt x="2778644" y="1633343"/>
                      </a:cubicBezTo>
                      <a:cubicBezTo>
                        <a:pt x="2775914" y="1648187"/>
                        <a:pt x="2772331" y="1662860"/>
                        <a:pt x="2763288" y="1677533"/>
                      </a:cubicBezTo>
                      <a:cubicBezTo>
                        <a:pt x="2755439" y="1628053"/>
                        <a:pt x="2755951" y="1580791"/>
                        <a:pt x="2760217" y="1533017"/>
                      </a:cubicBezTo>
                      <a:cubicBezTo>
                        <a:pt x="2763458" y="1498040"/>
                        <a:pt x="2766188" y="1462892"/>
                        <a:pt x="2766188" y="1427915"/>
                      </a:cubicBezTo>
                      <a:cubicBezTo>
                        <a:pt x="2766188" y="1325201"/>
                        <a:pt x="2772501" y="1222657"/>
                        <a:pt x="2774890" y="1120114"/>
                      </a:cubicBezTo>
                      <a:cubicBezTo>
                        <a:pt x="2776767" y="1042822"/>
                        <a:pt x="2783592" y="965702"/>
                        <a:pt x="2788369" y="888410"/>
                      </a:cubicBezTo>
                      <a:cubicBezTo>
                        <a:pt x="2790587" y="852409"/>
                        <a:pt x="2789563" y="816408"/>
                        <a:pt x="2793317" y="780578"/>
                      </a:cubicBezTo>
                      <a:cubicBezTo>
                        <a:pt x="2801848" y="701068"/>
                        <a:pt x="2808844" y="621388"/>
                        <a:pt x="2822493" y="542561"/>
                      </a:cubicBezTo>
                      <a:cubicBezTo>
                        <a:pt x="2823005" y="539831"/>
                        <a:pt x="2823858" y="537443"/>
                        <a:pt x="2832390" y="536760"/>
                      </a:cubicBezTo>
                      <a:close/>
                      <a:moveTo>
                        <a:pt x="157902" y="91097"/>
                      </a:moveTo>
                      <a:cubicBezTo>
                        <a:pt x="245260" y="91438"/>
                        <a:pt x="332789" y="90585"/>
                        <a:pt x="420147" y="92974"/>
                      </a:cubicBezTo>
                      <a:cubicBezTo>
                        <a:pt x="611072" y="98092"/>
                        <a:pt x="801997" y="93998"/>
                        <a:pt x="992922" y="97581"/>
                      </a:cubicBezTo>
                      <a:cubicBezTo>
                        <a:pt x="1079427" y="99116"/>
                        <a:pt x="1165761" y="100822"/>
                        <a:pt x="1252266" y="103382"/>
                      </a:cubicBezTo>
                      <a:cubicBezTo>
                        <a:pt x="1347644" y="106282"/>
                        <a:pt x="1443021" y="109695"/>
                        <a:pt x="1538398" y="114131"/>
                      </a:cubicBezTo>
                      <a:cubicBezTo>
                        <a:pt x="1618420" y="117885"/>
                        <a:pt x="1698441" y="121638"/>
                        <a:pt x="1778462" y="125221"/>
                      </a:cubicBezTo>
                      <a:cubicBezTo>
                        <a:pt x="1854048" y="128463"/>
                        <a:pt x="1929462" y="132558"/>
                        <a:pt x="2005047" y="135970"/>
                      </a:cubicBezTo>
                      <a:cubicBezTo>
                        <a:pt x="2082339" y="139553"/>
                        <a:pt x="2159630" y="143478"/>
                        <a:pt x="2236921" y="146720"/>
                      </a:cubicBezTo>
                      <a:cubicBezTo>
                        <a:pt x="2324109" y="150473"/>
                        <a:pt x="2411296" y="155080"/>
                        <a:pt x="2498654" y="157298"/>
                      </a:cubicBezTo>
                      <a:cubicBezTo>
                        <a:pt x="2573387" y="159345"/>
                        <a:pt x="2647948" y="163270"/>
                        <a:pt x="2722510" y="166341"/>
                      </a:cubicBezTo>
                      <a:cubicBezTo>
                        <a:pt x="2742813" y="167194"/>
                        <a:pt x="2742643" y="167706"/>
                        <a:pt x="2746396" y="187498"/>
                      </a:cubicBezTo>
                      <a:cubicBezTo>
                        <a:pt x="2751856" y="217015"/>
                        <a:pt x="2753051" y="246362"/>
                        <a:pt x="2748103" y="276050"/>
                      </a:cubicBezTo>
                      <a:cubicBezTo>
                        <a:pt x="2746738" y="283899"/>
                        <a:pt x="2747079" y="292259"/>
                        <a:pt x="2747250" y="300279"/>
                      </a:cubicBezTo>
                      <a:cubicBezTo>
                        <a:pt x="2747932" y="417495"/>
                        <a:pt x="2736500" y="534030"/>
                        <a:pt x="2733771" y="651076"/>
                      </a:cubicBezTo>
                      <a:cubicBezTo>
                        <a:pt x="2732064" y="724784"/>
                        <a:pt x="2728140" y="798663"/>
                        <a:pt x="2723192" y="872201"/>
                      </a:cubicBezTo>
                      <a:cubicBezTo>
                        <a:pt x="2718926" y="936013"/>
                        <a:pt x="2720974" y="999996"/>
                        <a:pt x="2717732" y="1063808"/>
                      </a:cubicBezTo>
                      <a:cubicBezTo>
                        <a:pt x="2712443" y="1171812"/>
                        <a:pt x="2715855" y="1279986"/>
                        <a:pt x="2713808" y="1387989"/>
                      </a:cubicBezTo>
                      <a:cubicBezTo>
                        <a:pt x="2712613" y="1452825"/>
                        <a:pt x="2706983" y="1517320"/>
                        <a:pt x="2699305" y="1581644"/>
                      </a:cubicBezTo>
                      <a:cubicBezTo>
                        <a:pt x="2698793" y="1586080"/>
                        <a:pt x="2698452" y="1590687"/>
                        <a:pt x="2698281" y="1595123"/>
                      </a:cubicBezTo>
                      <a:cubicBezTo>
                        <a:pt x="2693333" y="1709439"/>
                        <a:pt x="2689750" y="1823755"/>
                        <a:pt x="2693675" y="1938242"/>
                      </a:cubicBezTo>
                      <a:cubicBezTo>
                        <a:pt x="2695893" y="2003078"/>
                        <a:pt x="2696916" y="2067914"/>
                        <a:pt x="2697599" y="2132580"/>
                      </a:cubicBezTo>
                      <a:cubicBezTo>
                        <a:pt x="2697940" y="2160050"/>
                        <a:pt x="2689921" y="2169775"/>
                        <a:pt x="2663304" y="2175406"/>
                      </a:cubicBezTo>
                      <a:cubicBezTo>
                        <a:pt x="2654602" y="2177282"/>
                        <a:pt x="2645389" y="2177453"/>
                        <a:pt x="2636516" y="2177453"/>
                      </a:cubicBezTo>
                      <a:cubicBezTo>
                        <a:pt x="2568950" y="2177453"/>
                        <a:pt x="2501384" y="2177453"/>
                        <a:pt x="2433818" y="2177453"/>
                      </a:cubicBezTo>
                      <a:lnTo>
                        <a:pt x="2433818" y="2176941"/>
                      </a:lnTo>
                      <a:cubicBezTo>
                        <a:pt x="2366252" y="2176941"/>
                        <a:pt x="2298687" y="2179159"/>
                        <a:pt x="2231120" y="2176429"/>
                      </a:cubicBezTo>
                      <a:cubicBezTo>
                        <a:pt x="2114245" y="2171652"/>
                        <a:pt x="1997540" y="2163803"/>
                        <a:pt x="1880664" y="2157490"/>
                      </a:cubicBezTo>
                      <a:cubicBezTo>
                        <a:pt x="1841080" y="2155272"/>
                        <a:pt x="1801496" y="2154931"/>
                        <a:pt x="1761912" y="2152201"/>
                      </a:cubicBezTo>
                      <a:cubicBezTo>
                        <a:pt x="1699123" y="2148106"/>
                        <a:pt x="1635994" y="2147424"/>
                        <a:pt x="1573034" y="2144353"/>
                      </a:cubicBezTo>
                      <a:cubicBezTo>
                        <a:pt x="1476804" y="2139575"/>
                        <a:pt x="1380574" y="2135480"/>
                        <a:pt x="1284343" y="2132750"/>
                      </a:cubicBezTo>
                      <a:cubicBezTo>
                        <a:pt x="1259262" y="2132068"/>
                        <a:pt x="1234010" y="2130873"/>
                        <a:pt x="1208929" y="2129167"/>
                      </a:cubicBezTo>
                      <a:cubicBezTo>
                        <a:pt x="1193061" y="2128144"/>
                        <a:pt x="1181800" y="2134115"/>
                        <a:pt x="1170710" y="2144523"/>
                      </a:cubicBezTo>
                      <a:cubicBezTo>
                        <a:pt x="1135391" y="2177794"/>
                        <a:pt x="1098366" y="2209018"/>
                        <a:pt x="1059635" y="2238365"/>
                      </a:cubicBezTo>
                      <a:cubicBezTo>
                        <a:pt x="1011179" y="2274707"/>
                        <a:pt x="959310" y="2304907"/>
                        <a:pt x="904370" y="2330159"/>
                      </a:cubicBezTo>
                      <a:cubicBezTo>
                        <a:pt x="840557" y="2359335"/>
                        <a:pt x="777086" y="2389194"/>
                        <a:pt x="709520" y="2409498"/>
                      </a:cubicBezTo>
                      <a:cubicBezTo>
                        <a:pt x="695700" y="2413593"/>
                        <a:pt x="681880" y="2417688"/>
                        <a:pt x="667206" y="2416494"/>
                      </a:cubicBezTo>
                      <a:cubicBezTo>
                        <a:pt x="643831" y="2414617"/>
                        <a:pt x="633082" y="2401308"/>
                        <a:pt x="637859" y="2378274"/>
                      </a:cubicBezTo>
                      <a:cubicBezTo>
                        <a:pt x="639224" y="2371279"/>
                        <a:pt x="642466" y="2364625"/>
                        <a:pt x="645708" y="2358312"/>
                      </a:cubicBezTo>
                      <a:cubicBezTo>
                        <a:pt x="679662" y="2291087"/>
                        <a:pt x="714298" y="2224203"/>
                        <a:pt x="746033" y="2155784"/>
                      </a:cubicBezTo>
                      <a:cubicBezTo>
                        <a:pt x="763095" y="2119101"/>
                        <a:pt x="762754" y="2119271"/>
                        <a:pt x="722999" y="2117224"/>
                      </a:cubicBezTo>
                      <a:cubicBezTo>
                        <a:pt x="620456" y="2111934"/>
                        <a:pt x="517572" y="2115347"/>
                        <a:pt x="415028" y="2111423"/>
                      </a:cubicBezTo>
                      <a:cubicBezTo>
                        <a:pt x="324940" y="2107840"/>
                        <a:pt x="234852" y="2109205"/>
                        <a:pt x="144935" y="2106986"/>
                      </a:cubicBezTo>
                      <a:cubicBezTo>
                        <a:pt x="114564" y="2106304"/>
                        <a:pt x="114905" y="2106475"/>
                        <a:pt x="114052" y="2077640"/>
                      </a:cubicBezTo>
                      <a:cubicBezTo>
                        <a:pt x="112005" y="2011097"/>
                        <a:pt x="112517" y="1944214"/>
                        <a:pt x="106716" y="1877842"/>
                      </a:cubicBezTo>
                      <a:cubicBezTo>
                        <a:pt x="98185" y="1778029"/>
                        <a:pt x="99208" y="1678215"/>
                        <a:pt x="95625" y="1578231"/>
                      </a:cubicBezTo>
                      <a:cubicBezTo>
                        <a:pt x="91019" y="1445829"/>
                        <a:pt x="92042" y="1313427"/>
                        <a:pt x="93919" y="1181025"/>
                      </a:cubicBezTo>
                      <a:cubicBezTo>
                        <a:pt x="95113" y="1104587"/>
                        <a:pt x="94602" y="1027807"/>
                        <a:pt x="98867" y="951540"/>
                      </a:cubicBezTo>
                      <a:cubicBezTo>
                        <a:pt x="105521" y="834664"/>
                        <a:pt x="111664" y="717959"/>
                        <a:pt x="115247" y="600913"/>
                      </a:cubicBezTo>
                      <a:cubicBezTo>
                        <a:pt x="116270" y="567642"/>
                        <a:pt x="117977" y="534371"/>
                        <a:pt x="118830" y="501100"/>
                      </a:cubicBezTo>
                      <a:cubicBezTo>
                        <a:pt x="121048" y="423638"/>
                        <a:pt x="122583" y="346176"/>
                        <a:pt x="125484" y="268884"/>
                      </a:cubicBezTo>
                      <a:cubicBezTo>
                        <a:pt x="127361" y="216674"/>
                        <a:pt x="130944" y="164635"/>
                        <a:pt x="134015" y="112595"/>
                      </a:cubicBezTo>
                      <a:cubicBezTo>
                        <a:pt x="135209" y="91268"/>
                        <a:pt x="135551" y="91097"/>
                        <a:pt x="157902" y="91097"/>
                      </a:cubicBezTo>
                      <a:close/>
                      <a:moveTo>
                        <a:pt x="333038" y="31"/>
                      </a:moveTo>
                      <a:cubicBezTo>
                        <a:pt x="388711" y="519"/>
                        <a:pt x="469457" y="6597"/>
                        <a:pt x="502217" y="15171"/>
                      </a:cubicBezTo>
                      <a:lnTo>
                        <a:pt x="451371" y="15171"/>
                      </a:lnTo>
                      <a:cubicBezTo>
                        <a:pt x="357188" y="20119"/>
                        <a:pt x="263006" y="24725"/>
                        <a:pt x="169335" y="35816"/>
                      </a:cubicBezTo>
                      <a:cubicBezTo>
                        <a:pt x="142547" y="39058"/>
                        <a:pt x="115589" y="40252"/>
                        <a:pt x="88631" y="41446"/>
                      </a:cubicBezTo>
                      <a:cubicBezTo>
                        <a:pt x="76346" y="41958"/>
                        <a:pt x="70204" y="46053"/>
                        <a:pt x="71057" y="59020"/>
                      </a:cubicBezTo>
                      <a:cubicBezTo>
                        <a:pt x="71569" y="67039"/>
                        <a:pt x="71057" y="75229"/>
                        <a:pt x="71057" y="83249"/>
                      </a:cubicBezTo>
                      <a:cubicBezTo>
                        <a:pt x="71057" y="147061"/>
                        <a:pt x="66962" y="210703"/>
                        <a:pt x="59454" y="274174"/>
                      </a:cubicBezTo>
                      <a:cubicBezTo>
                        <a:pt x="58601" y="281852"/>
                        <a:pt x="59796" y="294136"/>
                        <a:pt x="50241" y="293795"/>
                      </a:cubicBezTo>
                      <a:cubicBezTo>
                        <a:pt x="39321" y="293283"/>
                        <a:pt x="44781" y="280828"/>
                        <a:pt x="43416" y="273662"/>
                      </a:cubicBezTo>
                      <a:cubicBezTo>
                        <a:pt x="30449" y="206096"/>
                        <a:pt x="30449" y="137847"/>
                        <a:pt x="31814" y="69599"/>
                      </a:cubicBezTo>
                      <a:cubicBezTo>
                        <a:pt x="33008" y="14829"/>
                        <a:pt x="41539" y="6298"/>
                        <a:pt x="96991" y="5275"/>
                      </a:cubicBezTo>
                      <a:cubicBezTo>
                        <a:pt x="150054" y="4251"/>
                        <a:pt x="203118" y="4422"/>
                        <a:pt x="256181" y="3739"/>
                      </a:cubicBezTo>
                      <a:cubicBezTo>
                        <a:pt x="266930" y="3739"/>
                        <a:pt x="277679" y="2715"/>
                        <a:pt x="288428" y="1521"/>
                      </a:cubicBezTo>
                      <a:cubicBezTo>
                        <a:pt x="298708" y="327"/>
                        <a:pt x="314480" y="-132"/>
                        <a:pt x="333038" y="3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704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zh-CN" altLang="en-US"/>
                </a:p>
              </p:txBody>
            </p:sp>
            <p:sp>
              <p:nvSpPr>
                <p:cNvPr id="23" name="圆角矩形 22">
                  <a:extLst>
                    <a:ext uri="{FF2B5EF4-FFF2-40B4-BE49-F238E27FC236}">
                      <a16:creationId xmlns:a16="http://schemas.microsoft.com/office/drawing/2014/main" id="{AE7B18A8-A7C9-AD2D-90DE-B63BDC2BCF49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963370" y="2026798"/>
                  <a:ext cx="2457624" cy="597949"/>
                </a:xfrm>
                <a:prstGeom prst="roundRect">
                  <a:avLst>
                    <a:gd name="adj" fmla="val 0"/>
                  </a:avLst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迭代力</a:t>
                  </a:r>
                  <a:endParaRPr lang="en-US" altLang="zh-CN" sz="2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E2FCF81-AD23-1DCF-FEB1-AA8749A9210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963366" y="2623149"/>
                  <a:ext cx="2457628" cy="1085251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30000"/>
                    </a:lnSpc>
                  </a:pPr>
                  <a:r>
                    <a:rPr lang="zh-CN" altLang="en-US" sz="1400" dirty="0">
                      <a:solidFill>
                        <a:srgbClr val="FFFFFF"/>
                      </a:solidFill>
                    </a:rPr>
                    <a:t>激扬五四，青年担当，汇聚迭代力，共筑中国梦。</a:t>
                  </a:r>
                  <a:endParaRPr lang="en-US" altLang="zh-CN" sz="1400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324302F1-1548-8242-B236-AA92D022F304}"/>
                  </a:ext>
                </a:extLst>
              </p:cNvPr>
              <p:cNvGrpSpPr/>
              <p:nvPr/>
            </p:nvGrpSpPr>
            <p:grpSpPr>
              <a:xfrm>
                <a:off x="4654043" y="1663842"/>
                <a:ext cx="2833210" cy="2416704"/>
                <a:chOff x="4673045" y="1663842"/>
                <a:chExt cx="2833210" cy="2416704"/>
              </a:xfrm>
            </p:grpSpPr>
            <p:sp>
              <p:nvSpPr>
                <p:cNvPr id="19" name="任意多边形 18">
                  <a:extLst>
                    <a:ext uri="{FF2B5EF4-FFF2-40B4-BE49-F238E27FC236}">
                      <a16:creationId xmlns:a16="http://schemas.microsoft.com/office/drawing/2014/main" id="{D7674241-10B5-1919-A0FF-E828CBB96AB5}"/>
                    </a:ext>
                  </a:extLst>
                </p:cNvPr>
                <p:cNvSpPr/>
                <p:nvPr/>
              </p:nvSpPr>
              <p:spPr>
                <a:xfrm>
                  <a:off x="4673045" y="1663842"/>
                  <a:ext cx="2833210" cy="2416704"/>
                </a:xfrm>
                <a:custGeom>
                  <a:avLst/>
                  <a:gdLst>
                    <a:gd name="connsiteX0" fmla="*/ 17652 w 2833210"/>
                    <a:gd name="connsiteY0" fmla="*/ 1851567 h 2416704"/>
                    <a:gd name="connsiteX1" fmla="*/ 17823 w 2833210"/>
                    <a:gd name="connsiteY1" fmla="*/ 1851567 h 2416704"/>
                    <a:gd name="connsiteX2" fmla="*/ 30449 w 2833210"/>
                    <a:gd name="connsiteY2" fmla="*/ 1954622 h 2416704"/>
                    <a:gd name="connsiteX3" fmla="*/ 38638 w 2833210"/>
                    <a:gd name="connsiteY3" fmla="*/ 2116030 h 2416704"/>
                    <a:gd name="connsiteX4" fmla="*/ 40686 w 2833210"/>
                    <a:gd name="connsiteY4" fmla="*/ 2145547 h 2416704"/>
                    <a:gd name="connsiteX5" fmla="*/ 74128 w 2833210"/>
                    <a:gd name="connsiteY5" fmla="*/ 2177454 h 2416704"/>
                    <a:gd name="connsiteX6" fmla="*/ 171040 w 2833210"/>
                    <a:gd name="connsiteY6" fmla="*/ 2182572 h 2416704"/>
                    <a:gd name="connsiteX7" fmla="*/ 343368 w 2833210"/>
                    <a:gd name="connsiteY7" fmla="*/ 2212090 h 2416704"/>
                    <a:gd name="connsiteX8" fmla="*/ 347804 w 2833210"/>
                    <a:gd name="connsiteY8" fmla="*/ 2217208 h 2416704"/>
                    <a:gd name="connsiteX9" fmla="*/ 330742 w 2833210"/>
                    <a:gd name="connsiteY9" fmla="*/ 2220109 h 2416704"/>
                    <a:gd name="connsiteX10" fmla="*/ 196122 w 2833210"/>
                    <a:gd name="connsiteY10" fmla="*/ 2217208 h 2416704"/>
                    <a:gd name="connsiteX11" fmla="*/ 128897 w 2833210"/>
                    <a:gd name="connsiteY11" fmla="*/ 2219256 h 2416704"/>
                    <a:gd name="connsiteX12" fmla="*/ 37956 w 2833210"/>
                    <a:gd name="connsiteY12" fmla="*/ 2212943 h 2416704"/>
                    <a:gd name="connsiteX13" fmla="*/ 4685 w 2833210"/>
                    <a:gd name="connsiteY13" fmla="*/ 2176259 h 2416704"/>
                    <a:gd name="connsiteX14" fmla="*/ 2979 w 2833210"/>
                    <a:gd name="connsiteY14" fmla="*/ 2028501 h 2416704"/>
                    <a:gd name="connsiteX15" fmla="*/ 5879 w 2833210"/>
                    <a:gd name="connsiteY15" fmla="*/ 1899000 h 2416704"/>
                    <a:gd name="connsiteX16" fmla="*/ 17652 w 2833210"/>
                    <a:gd name="connsiteY16" fmla="*/ 1851567 h 2416704"/>
                    <a:gd name="connsiteX17" fmla="*/ 2832390 w 2833210"/>
                    <a:gd name="connsiteY17" fmla="*/ 536760 h 2416704"/>
                    <a:gd name="connsiteX18" fmla="*/ 2832731 w 2833210"/>
                    <a:gd name="connsiteY18" fmla="*/ 536931 h 2416704"/>
                    <a:gd name="connsiteX19" fmla="*/ 2830171 w 2833210"/>
                    <a:gd name="connsiteY19" fmla="*/ 625654 h 2416704"/>
                    <a:gd name="connsiteX20" fmla="*/ 2827953 w 2833210"/>
                    <a:gd name="connsiteY20" fmla="*/ 649711 h 2416704"/>
                    <a:gd name="connsiteX21" fmla="*/ 2820958 w 2833210"/>
                    <a:gd name="connsiteY21" fmla="*/ 906155 h 2416704"/>
                    <a:gd name="connsiteX22" fmla="*/ 2809526 w 2833210"/>
                    <a:gd name="connsiteY22" fmla="*/ 1219245 h 2416704"/>
                    <a:gd name="connsiteX23" fmla="*/ 2799118 w 2833210"/>
                    <a:gd name="connsiteY23" fmla="*/ 1440370 h 2416704"/>
                    <a:gd name="connsiteX24" fmla="*/ 2778644 w 2833210"/>
                    <a:gd name="connsiteY24" fmla="*/ 1633343 h 2416704"/>
                    <a:gd name="connsiteX25" fmla="*/ 2763288 w 2833210"/>
                    <a:gd name="connsiteY25" fmla="*/ 1677533 h 2416704"/>
                    <a:gd name="connsiteX26" fmla="*/ 2760217 w 2833210"/>
                    <a:gd name="connsiteY26" fmla="*/ 1533017 h 2416704"/>
                    <a:gd name="connsiteX27" fmla="*/ 2766188 w 2833210"/>
                    <a:gd name="connsiteY27" fmla="*/ 1427915 h 2416704"/>
                    <a:gd name="connsiteX28" fmla="*/ 2774890 w 2833210"/>
                    <a:gd name="connsiteY28" fmla="*/ 1120114 h 2416704"/>
                    <a:gd name="connsiteX29" fmla="*/ 2788369 w 2833210"/>
                    <a:gd name="connsiteY29" fmla="*/ 888410 h 2416704"/>
                    <a:gd name="connsiteX30" fmla="*/ 2793317 w 2833210"/>
                    <a:gd name="connsiteY30" fmla="*/ 780578 h 2416704"/>
                    <a:gd name="connsiteX31" fmla="*/ 2822493 w 2833210"/>
                    <a:gd name="connsiteY31" fmla="*/ 542561 h 2416704"/>
                    <a:gd name="connsiteX32" fmla="*/ 2832390 w 2833210"/>
                    <a:gd name="connsiteY32" fmla="*/ 536760 h 2416704"/>
                    <a:gd name="connsiteX33" fmla="*/ 157902 w 2833210"/>
                    <a:gd name="connsiteY33" fmla="*/ 91097 h 2416704"/>
                    <a:gd name="connsiteX34" fmla="*/ 420147 w 2833210"/>
                    <a:gd name="connsiteY34" fmla="*/ 92974 h 2416704"/>
                    <a:gd name="connsiteX35" fmla="*/ 992922 w 2833210"/>
                    <a:gd name="connsiteY35" fmla="*/ 97581 h 2416704"/>
                    <a:gd name="connsiteX36" fmla="*/ 1252266 w 2833210"/>
                    <a:gd name="connsiteY36" fmla="*/ 103382 h 2416704"/>
                    <a:gd name="connsiteX37" fmla="*/ 1538398 w 2833210"/>
                    <a:gd name="connsiteY37" fmla="*/ 114131 h 2416704"/>
                    <a:gd name="connsiteX38" fmla="*/ 1778462 w 2833210"/>
                    <a:gd name="connsiteY38" fmla="*/ 125221 h 2416704"/>
                    <a:gd name="connsiteX39" fmla="*/ 2005047 w 2833210"/>
                    <a:gd name="connsiteY39" fmla="*/ 135970 h 2416704"/>
                    <a:gd name="connsiteX40" fmla="*/ 2236921 w 2833210"/>
                    <a:gd name="connsiteY40" fmla="*/ 146720 h 2416704"/>
                    <a:gd name="connsiteX41" fmla="*/ 2498654 w 2833210"/>
                    <a:gd name="connsiteY41" fmla="*/ 157298 h 2416704"/>
                    <a:gd name="connsiteX42" fmla="*/ 2722510 w 2833210"/>
                    <a:gd name="connsiteY42" fmla="*/ 166341 h 2416704"/>
                    <a:gd name="connsiteX43" fmla="*/ 2746396 w 2833210"/>
                    <a:gd name="connsiteY43" fmla="*/ 187498 h 2416704"/>
                    <a:gd name="connsiteX44" fmla="*/ 2748103 w 2833210"/>
                    <a:gd name="connsiteY44" fmla="*/ 276050 h 2416704"/>
                    <a:gd name="connsiteX45" fmla="*/ 2747250 w 2833210"/>
                    <a:gd name="connsiteY45" fmla="*/ 300279 h 2416704"/>
                    <a:gd name="connsiteX46" fmla="*/ 2733771 w 2833210"/>
                    <a:gd name="connsiteY46" fmla="*/ 651076 h 2416704"/>
                    <a:gd name="connsiteX47" fmla="*/ 2723192 w 2833210"/>
                    <a:gd name="connsiteY47" fmla="*/ 872201 h 2416704"/>
                    <a:gd name="connsiteX48" fmla="*/ 2717732 w 2833210"/>
                    <a:gd name="connsiteY48" fmla="*/ 1063808 h 2416704"/>
                    <a:gd name="connsiteX49" fmla="*/ 2713808 w 2833210"/>
                    <a:gd name="connsiteY49" fmla="*/ 1387989 h 2416704"/>
                    <a:gd name="connsiteX50" fmla="*/ 2699305 w 2833210"/>
                    <a:gd name="connsiteY50" fmla="*/ 1581644 h 2416704"/>
                    <a:gd name="connsiteX51" fmla="*/ 2698281 w 2833210"/>
                    <a:gd name="connsiteY51" fmla="*/ 1595123 h 2416704"/>
                    <a:gd name="connsiteX52" fmla="*/ 2693675 w 2833210"/>
                    <a:gd name="connsiteY52" fmla="*/ 1938242 h 2416704"/>
                    <a:gd name="connsiteX53" fmla="*/ 2697599 w 2833210"/>
                    <a:gd name="connsiteY53" fmla="*/ 2132580 h 2416704"/>
                    <a:gd name="connsiteX54" fmla="*/ 2663304 w 2833210"/>
                    <a:gd name="connsiteY54" fmla="*/ 2175406 h 2416704"/>
                    <a:gd name="connsiteX55" fmla="*/ 2636516 w 2833210"/>
                    <a:gd name="connsiteY55" fmla="*/ 2177453 h 2416704"/>
                    <a:gd name="connsiteX56" fmla="*/ 2433818 w 2833210"/>
                    <a:gd name="connsiteY56" fmla="*/ 2177453 h 2416704"/>
                    <a:gd name="connsiteX57" fmla="*/ 2433818 w 2833210"/>
                    <a:gd name="connsiteY57" fmla="*/ 2176941 h 2416704"/>
                    <a:gd name="connsiteX58" fmla="*/ 2231120 w 2833210"/>
                    <a:gd name="connsiteY58" fmla="*/ 2176429 h 2416704"/>
                    <a:gd name="connsiteX59" fmla="*/ 1880664 w 2833210"/>
                    <a:gd name="connsiteY59" fmla="*/ 2157490 h 2416704"/>
                    <a:gd name="connsiteX60" fmla="*/ 1761912 w 2833210"/>
                    <a:gd name="connsiteY60" fmla="*/ 2152201 h 2416704"/>
                    <a:gd name="connsiteX61" fmla="*/ 1573034 w 2833210"/>
                    <a:gd name="connsiteY61" fmla="*/ 2144353 h 2416704"/>
                    <a:gd name="connsiteX62" fmla="*/ 1284343 w 2833210"/>
                    <a:gd name="connsiteY62" fmla="*/ 2132750 h 2416704"/>
                    <a:gd name="connsiteX63" fmla="*/ 1208929 w 2833210"/>
                    <a:gd name="connsiteY63" fmla="*/ 2129167 h 2416704"/>
                    <a:gd name="connsiteX64" fmla="*/ 1170710 w 2833210"/>
                    <a:gd name="connsiteY64" fmla="*/ 2144523 h 2416704"/>
                    <a:gd name="connsiteX65" fmla="*/ 1059635 w 2833210"/>
                    <a:gd name="connsiteY65" fmla="*/ 2238365 h 2416704"/>
                    <a:gd name="connsiteX66" fmla="*/ 904370 w 2833210"/>
                    <a:gd name="connsiteY66" fmla="*/ 2330159 h 2416704"/>
                    <a:gd name="connsiteX67" fmla="*/ 709520 w 2833210"/>
                    <a:gd name="connsiteY67" fmla="*/ 2409498 h 2416704"/>
                    <a:gd name="connsiteX68" fmla="*/ 667206 w 2833210"/>
                    <a:gd name="connsiteY68" fmla="*/ 2416494 h 2416704"/>
                    <a:gd name="connsiteX69" fmla="*/ 637859 w 2833210"/>
                    <a:gd name="connsiteY69" fmla="*/ 2378274 h 2416704"/>
                    <a:gd name="connsiteX70" fmla="*/ 645708 w 2833210"/>
                    <a:gd name="connsiteY70" fmla="*/ 2358312 h 2416704"/>
                    <a:gd name="connsiteX71" fmla="*/ 746033 w 2833210"/>
                    <a:gd name="connsiteY71" fmla="*/ 2155784 h 2416704"/>
                    <a:gd name="connsiteX72" fmla="*/ 722999 w 2833210"/>
                    <a:gd name="connsiteY72" fmla="*/ 2117224 h 2416704"/>
                    <a:gd name="connsiteX73" fmla="*/ 415028 w 2833210"/>
                    <a:gd name="connsiteY73" fmla="*/ 2111423 h 2416704"/>
                    <a:gd name="connsiteX74" fmla="*/ 144935 w 2833210"/>
                    <a:gd name="connsiteY74" fmla="*/ 2106986 h 2416704"/>
                    <a:gd name="connsiteX75" fmla="*/ 114052 w 2833210"/>
                    <a:gd name="connsiteY75" fmla="*/ 2077640 h 2416704"/>
                    <a:gd name="connsiteX76" fmla="*/ 106716 w 2833210"/>
                    <a:gd name="connsiteY76" fmla="*/ 1877842 h 2416704"/>
                    <a:gd name="connsiteX77" fmla="*/ 95625 w 2833210"/>
                    <a:gd name="connsiteY77" fmla="*/ 1578231 h 2416704"/>
                    <a:gd name="connsiteX78" fmla="*/ 93919 w 2833210"/>
                    <a:gd name="connsiteY78" fmla="*/ 1181025 h 2416704"/>
                    <a:gd name="connsiteX79" fmla="*/ 98867 w 2833210"/>
                    <a:gd name="connsiteY79" fmla="*/ 951540 h 2416704"/>
                    <a:gd name="connsiteX80" fmla="*/ 115247 w 2833210"/>
                    <a:gd name="connsiteY80" fmla="*/ 600913 h 2416704"/>
                    <a:gd name="connsiteX81" fmla="*/ 118830 w 2833210"/>
                    <a:gd name="connsiteY81" fmla="*/ 501100 h 2416704"/>
                    <a:gd name="connsiteX82" fmla="*/ 125484 w 2833210"/>
                    <a:gd name="connsiteY82" fmla="*/ 268884 h 2416704"/>
                    <a:gd name="connsiteX83" fmla="*/ 134015 w 2833210"/>
                    <a:gd name="connsiteY83" fmla="*/ 112595 h 2416704"/>
                    <a:gd name="connsiteX84" fmla="*/ 157902 w 2833210"/>
                    <a:gd name="connsiteY84" fmla="*/ 91097 h 2416704"/>
                    <a:gd name="connsiteX85" fmla="*/ 333038 w 2833210"/>
                    <a:gd name="connsiteY85" fmla="*/ 31 h 2416704"/>
                    <a:gd name="connsiteX86" fmla="*/ 502217 w 2833210"/>
                    <a:gd name="connsiteY86" fmla="*/ 15171 h 2416704"/>
                    <a:gd name="connsiteX87" fmla="*/ 451371 w 2833210"/>
                    <a:gd name="connsiteY87" fmla="*/ 15171 h 2416704"/>
                    <a:gd name="connsiteX88" fmla="*/ 169335 w 2833210"/>
                    <a:gd name="connsiteY88" fmla="*/ 35816 h 2416704"/>
                    <a:gd name="connsiteX89" fmla="*/ 88631 w 2833210"/>
                    <a:gd name="connsiteY89" fmla="*/ 41446 h 2416704"/>
                    <a:gd name="connsiteX90" fmla="*/ 71057 w 2833210"/>
                    <a:gd name="connsiteY90" fmla="*/ 59020 h 2416704"/>
                    <a:gd name="connsiteX91" fmla="*/ 71057 w 2833210"/>
                    <a:gd name="connsiteY91" fmla="*/ 83249 h 2416704"/>
                    <a:gd name="connsiteX92" fmla="*/ 59454 w 2833210"/>
                    <a:gd name="connsiteY92" fmla="*/ 274174 h 2416704"/>
                    <a:gd name="connsiteX93" fmla="*/ 50241 w 2833210"/>
                    <a:gd name="connsiteY93" fmla="*/ 293795 h 2416704"/>
                    <a:gd name="connsiteX94" fmla="*/ 43416 w 2833210"/>
                    <a:gd name="connsiteY94" fmla="*/ 273662 h 2416704"/>
                    <a:gd name="connsiteX95" fmla="*/ 31814 w 2833210"/>
                    <a:gd name="connsiteY95" fmla="*/ 69599 h 2416704"/>
                    <a:gd name="connsiteX96" fmla="*/ 96991 w 2833210"/>
                    <a:gd name="connsiteY96" fmla="*/ 5275 h 2416704"/>
                    <a:gd name="connsiteX97" fmla="*/ 256181 w 2833210"/>
                    <a:gd name="connsiteY97" fmla="*/ 3739 h 2416704"/>
                    <a:gd name="connsiteX98" fmla="*/ 288428 w 2833210"/>
                    <a:gd name="connsiteY98" fmla="*/ 1521 h 2416704"/>
                    <a:gd name="connsiteX99" fmla="*/ 333038 w 2833210"/>
                    <a:gd name="connsiteY99" fmla="*/ 31 h 2416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</a:cxnLst>
                  <a:rect l="l" t="t" r="r" b="b"/>
                  <a:pathLst>
                    <a:path w="2833210" h="2416704">
                      <a:moveTo>
                        <a:pt x="17652" y="1851567"/>
                      </a:moveTo>
                      <a:lnTo>
                        <a:pt x="17823" y="1851567"/>
                      </a:lnTo>
                      <a:cubicBezTo>
                        <a:pt x="28401" y="1888421"/>
                        <a:pt x="28060" y="1921863"/>
                        <a:pt x="30449" y="1954622"/>
                      </a:cubicBezTo>
                      <a:cubicBezTo>
                        <a:pt x="34373" y="2008368"/>
                        <a:pt x="40515" y="2062114"/>
                        <a:pt x="38638" y="2116030"/>
                      </a:cubicBezTo>
                      <a:cubicBezTo>
                        <a:pt x="38297" y="2125755"/>
                        <a:pt x="38980" y="2135822"/>
                        <a:pt x="40686" y="2145547"/>
                      </a:cubicBezTo>
                      <a:cubicBezTo>
                        <a:pt x="45463" y="2173359"/>
                        <a:pt x="45805" y="2174041"/>
                        <a:pt x="74128" y="2177454"/>
                      </a:cubicBezTo>
                      <a:cubicBezTo>
                        <a:pt x="106204" y="2181207"/>
                        <a:pt x="138793" y="2177795"/>
                        <a:pt x="171040" y="2182572"/>
                      </a:cubicBezTo>
                      <a:cubicBezTo>
                        <a:pt x="228710" y="2191274"/>
                        <a:pt x="286551" y="2198269"/>
                        <a:pt x="343368" y="2212090"/>
                      </a:cubicBezTo>
                      <a:cubicBezTo>
                        <a:pt x="344733" y="2212431"/>
                        <a:pt x="345586" y="2214478"/>
                        <a:pt x="347804" y="2217208"/>
                      </a:cubicBezTo>
                      <a:cubicBezTo>
                        <a:pt x="342685" y="2221815"/>
                        <a:pt x="336372" y="2220109"/>
                        <a:pt x="330742" y="2220109"/>
                      </a:cubicBezTo>
                      <a:cubicBezTo>
                        <a:pt x="285869" y="2219768"/>
                        <a:pt x="240995" y="2222327"/>
                        <a:pt x="196122" y="2217208"/>
                      </a:cubicBezTo>
                      <a:cubicBezTo>
                        <a:pt x="173941" y="2214649"/>
                        <a:pt x="151419" y="2216185"/>
                        <a:pt x="128897" y="2219256"/>
                      </a:cubicBezTo>
                      <a:cubicBezTo>
                        <a:pt x="98526" y="2223351"/>
                        <a:pt x="67985" y="2220450"/>
                        <a:pt x="37956" y="2212943"/>
                      </a:cubicBezTo>
                      <a:cubicBezTo>
                        <a:pt x="18505" y="2207995"/>
                        <a:pt x="8097" y="2197416"/>
                        <a:pt x="4685" y="2176259"/>
                      </a:cubicBezTo>
                      <a:cubicBezTo>
                        <a:pt x="-3334" y="2126950"/>
                        <a:pt x="931" y="2077811"/>
                        <a:pt x="2979" y="2028501"/>
                      </a:cubicBezTo>
                      <a:cubicBezTo>
                        <a:pt x="4685" y="1985334"/>
                        <a:pt x="5197" y="1942167"/>
                        <a:pt x="5879" y="1899000"/>
                      </a:cubicBezTo>
                      <a:cubicBezTo>
                        <a:pt x="6050" y="1883985"/>
                        <a:pt x="7244" y="1869141"/>
                        <a:pt x="17652" y="1851567"/>
                      </a:cubicBezTo>
                      <a:close/>
                      <a:moveTo>
                        <a:pt x="2832390" y="536760"/>
                      </a:moveTo>
                      <a:lnTo>
                        <a:pt x="2832731" y="536931"/>
                      </a:lnTo>
                      <a:cubicBezTo>
                        <a:pt x="2833755" y="566789"/>
                        <a:pt x="2833242" y="596307"/>
                        <a:pt x="2830171" y="625654"/>
                      </a:cubicBezTo>
                      <a:cubicBezTo>
                        <a:pt x="2829318" y="633673"/>
                        <a:pt x="2828295" y="641692"/>
                        <a:pt x="2827953" y="649711"/>
                      </a:cubicBezTo>
                      <a:cubicBezTo>
                        <a:pt x="2825565" y="735192"/>
                        <a:pt x="2824541" y="820674"/>
                        <a:pt x="2820958" y="906155"/>
                      </a:cubicBezTo>
                      <a:cubicBezTo>
                        <a:pt x="2816692" y="1010575"/>
                        <a:pt x="2813962" y="1114825"/>
                        <a:pt x="2809526" y="1219245"/>
                      </a:cubicBezTo>
                      <a:cubicBezTo>
                        <a:pt x="2806455" y="1292953"/>
                        <a:pt x="2805943" y="1366832"/>
                        <a:pt x="2799118" y="1440370"/>
                      </a:cubicBezTo>
                      <a:cubicBezTo>
                        <a:pt x="2793147" y="1504694"/>
                        <a:pt x="2790075" y="1569530"/>
                        <a:pt x="2778644" y="1633343"/>
                      </a:cubicBezTo>
                      <a:cubicBezTo>
                        <a:pt x="2775914" y="1648187"/>
                        <a:pt x="2772331" y="1662860"/>
                        <a:pt x="2763288" y="1677533"/>
                      </a:cubicBezTo>
                      <a:cubicBezTo>
                        <a:pt x="2755439" y="1628053"/>
                        <a:pt x="2755951" y="1580791"/>
                        <a:pt x="2760217" y="1533017"/>
                      </a:cubicBezTo>
                      <a:cubicBezTo>
                        <a:pt x="2763458" y="1498040"/>
                        <a:pt x="2766188" y="1462892"/>
                        <a:pt x="2766188" y="1427915"/>
                      </a:cubicBezTo>
                      <a:cubicBezTo>
                        <a:pt x="2766188" y="1325201"/>
                        <a:pt x="2772501" y="1222657"/>
                        <a:pt x="2774890" y="1120114"/>
                      </a:cubicBezTo>
                      <a:cubicBezTo>
                        <a:pt x="2776767" y="1042822"/>
                        <a:pt x="2783592" y="965702"/>
                        <a:pt x="2788369" y="888410"/>
                      </a:cubicBezTo>
                      <a:cubicBezTo>
                        <a:pt x="2790587" y="852409"/>
                        <a:pt x="2789563" y="816408"/>
                        <a:pt x="2793317" y="780578"/>
                      </a:cubicBezTo>
                      <a:cubicBezTo>
                        <a:pt x="2801848" y="701068"/>
                        <a:pt x="2808844" y="621388"/>
                        <a:pt x="2822493" y="542561"/>
                      </a:cubicBezTo>
                      <a:cubicBezTo>
                        <a:pt x="2823005" y="539831"/>
                        <a:pt x="2823858" y="537443"/>
                        <a:pt x="2832390" y="536760"/>
                      </a:cubicBezTo>
                      <a:close/>
                      <a:moveTo>
                        <a:pt x="157902" y="91097"/>
                      </a:moveTo>
                      <a:cubicBezTo>
                        <a:pt x="245260" y="91438"/>
                        <a:pt x="332789" y="90585"/>
                        <a:pt x="420147" y="92974"/>
                      </a:cubicBezTo>
                      <a:cubicBezTo>
                        <a:pt x="611072" y="98092"/>
                        <a:pt x="801997" y="93998"/>
                        <a:pt x="992922" y="97581"/>
                      </a:cubicBezTo>
                      <a:cubicBezTo>
                        <a:pt x="1079427" y="99116"/>
                        <a:pt x="1165761" y="100822"/>
                        <a:pt x="1252266" y="103382"/>
                      </a:cubicBezTo>
                      <a:cubicBezTo>
                        <a:pt x="1347644" y="106282"/>
                        <a:pt x="1443021" y="109695"/>
                        <a:pt x="1538398" y="114131"/>
                      </a:cubicBezTo>
                      <a:cubicBezTo>
                        <a:pt x="1618420" y="117885"/>
                        <a:pt x="1698441" y="121638"/>
                        <a:pt x="1778462" y="125221"/>
                      </a:cubicBezTo>
                      <a:cubicBezTo>
                        <a:pt x="1854048" y="128463"/>
                        <a:pt x="1929462" y="132558"/>
                        <a:pt x="2005047" y="135970"/>
                      </a:cubicBezTo>
                      <a:cubicBezTo>
                        <a:pt x="2082339" y="139553"/>
                        <a:pt x="2159630" y="143478"/>
                        <a:pt x="2236921" y="146720"/>
                      </a:cubicBezTo>
                      <a:cubicBezTo>
                        <a:pt x="2324109" y="150473"/>
                        <a:pt x="2411296" y="155080"/>
                        <a:pt x="2498654" y="157298"/>
                      </a:cubicBezTo>
                      <a:cubicBezTo>
                        <a:pt x="2573387" y="159345"/>
                        <a:pt x="2647948" y="163270"/>
                        <a:pt x="2722510" y="166341"/>
                      </a:cubicBezTo>
                      <a:cubicBezTo>
                        <a:pt x="2742813" y="167194"/>
                        <a:pt x="2742643" y="167706"/>
                        <a:pt x="2746396" y="187498"/>
                      </a:cubicBezTo>
                      <a:cubicBezTo>
                        <a:pt x="2751856" y="217015"/>
                        <a:pt x="2753051" y="246362"/>
                        <a:pt x="2748103" y="276050"/>
                      </a:cubicBezTo>
                      <a:cubicBezTo>
                        <a:pt x="2746738" y="283899"/>
                        <a:pt x="2747079" y="292259"/>
                        <a:pt x="2747250" y="300279"/>
                      </a:cubicBezTo>
                      <a:cubicBezTo>
                        <a:pt x="2747932" y="417495"/>
                        <a:pt x="2736500" y="534030"/>
                        <a:pt x="2733771" y="651076"/>
                      </a:cubicBezTo>
                      <a:cubicBezTo>
                        <a:pt x="2732064" y="724784"/>
                        <a:pt x="2728140" y="798663"/>
                        <a:pt x="2723192" y="872201"/>
                      </a:cubicBezTo>
                      <a:cubicBezTo>
                        <a:pt x="2718926" y="936013"/>
                        <a:pt x="2720974" y="999996"/>
                        <a:pt x="2717732" y="1063808"/>
                      </a:cubicBezTo>
                      <a:cubicBezTo>
                        <a:pt x="2712443" y="1171812"/>
                        <a:pt x="2715855" y="1279986"/>
                        <a:pt x="2713808" y="1387989"/>
                      </a:cubicBezTo>
                      <a:cubicBezTo>
                        <a:pt x="2712613" y="1452825"/>
                        <a:pt x="2706983" y="1517320"/>
                        <a:pt x="2699305" y="1581644"/>
                      </a:cubicBezTo>
                      <a:cubicBezTo>
                        <a:pt x="2698793" y="1586080"/>
                        <a:pt x="2698452" y="1590687"/>
                        <a:pt x="2698281" y="1595123"/>
                      </a:cubicBezTo>
                      <a:cubicBezTo>
                        <a:pt x="2693333" y="1709439"/>
                        <a:pt x="2689750" y="1823755"/>
                        <a:pt x="2693675" y="1938242"/>
                      </a:cubicBezTo>
                      <a:cubicBezTo>
                        <a:pt x="2695893" y="2003078"/>
                        <a:pt x="2696916" y="2067914"/>
                        <a:pt x="2697599" y="2132580"/>
                      </a:cubicBezTo>
                      <a:cubicBezTo>
                        <a:pt x="2697940" y="2160050"/>
                        <a:pt x="2689921" y="2169775"/>
                        <a:pt x="2663304" y="2175406"/>
                      </a:cubicBezTo>
                      <a:cubicBezTo>
                        <a:pt x="2654602" y="2177282"/>
                        <a:pt x="2645389" y="2177453"/>
                        <a:pt x="2636516" y="2177453"/>
                      </a:cubicBezTo>
                      <a:cubicBezTo>
                        <a:pt x="2568950" y="2177453"/>
                        <a:pt x="2501384" y="2177453"/>
                        <a:pt x="2433818" y="2177453"/>
                      </a:cubicBezTo>
                      <a:lnTo>
                        <a:pt x="2433818" y="2176941"/>
                      </a:lnTo>
                      <a:cubicBezTo>
                        <a:pt x="2366252" y="2176941"/>
                        <a:pt x="2298687" y="2179159"/>
                        <a:pt x="2231120" y="2176429"/>
                      </a:cubicBezTo>
                      <a:cubicBezTo>
                        <a:pt x="2114245" y="2171652"/>
                        <a:pt x="1997540" y="2163803"/>
                        <a:pt x="1880664" y="2157490"/>
                      </a:cubicBezTo>
                      <a:cubicBezTo>
                        <a:pt x="1841080" y="2155272"/>
                        <a:pt x="1801496" y="2154931"/>
                        <a:pt x="1761912" y="2152201"/>
                      </a:cubicBezTo>
                      <a:cubicBezTo>
                        <a:pt x="1699123" y="2148106"/>
                        <a:pt x="1635994" y="2147424"/>
                        <a:pt x="1573034" y="2144353"/>
                      </a:cubicBezTo>
                      <a:cubicBezTo>
                        <a:pt x="1476804" y="2139575"/>
                        <a:pt x="1380574" y="2135480"/>
                        <a:pt x="1284343" y="2132750"/>
                      </a:cubicBezTo>
                      <a:cubicBezTo>
                        <a:pt x="1259262" y="2132068"/>
                        <a:pt x="1234010" y="2130873"/>
                        <a:pt x="1208929" y="2129167"/>
                      </a:cubicBezTo>
                      <a:cubicBezTo>
                        <a:pt x="1193061" y="2128144"/>
                        <a:pt x="1181800" y="2134115"/>
                        <a:pt x="1170710" y="2144523"/>
                      </a:cubicBezTo>
                      <a:cubicBezTo>
                        <a:pt x="1135391" y="2177794"/>
                        <a:pt x="1098366" y="2209018"/>
                        <a:pt x="1059635" y="2238365"/>
                      </a:cubicBezTo>
                      <a:cubicBezTo>
                        <a:pt x="1011179" y="2274707"/>
                        <a:pt x="959310" y="2304907"/>
                        <a:pt x="904370" y="2330159"/>
                      </a:cubicBezTo>
                      <a:cubicBezTo>
                        <a:pt x="840557" y="2359335"/>
                        <a:pt x="777086" y="2389194"/>
                        <a:pt x="709520" y="2409498"/>
                      </a:cubicBezTo>
                      <a:cubicBezTo>
                        <a:pt x="695700" y="2413593"/>
                        <a:pt x="681880" y="2417688"/>
                        <a:pt x="667206" y="2416494"/>
                      </a:cubicBezTo>
                      <a:cubicBezTo>
                        <a:pt x="643831" y="2414617"/>
                        <a:pt x="633082" y="2401308"/>
                        <a:pt x="637859" y="2378274"/>
                      </a:cubicBezTo>
                      <a:cubicBezTo>
                        <a:pt x="639224" y="2371279"/>
                        <a:pt x="642466" y="2364625"/>
                        <a:pt x="645708" y="2358312"/>
                      </a:cubicBezTo>
                      <a:cubicBezTo>
                        <a:pt x="679662" y="2291087"/>
                        <a:pt x="714298" y="2224203"/>
                        <a:pt x="746033" y="2155784"/>
                      </a:cubicBezTo>
                      <a:cubicBezTo>
                        <a:pt x="763095" y="2119101"/>
                        <a:pt x="762754" y="2119271"/>
                        <a:pt x="722999" y="2117224"/>
                      </a:cubicBezTo>
                      <a:cubicBezTo>
                        <a:pt x="620456" y="2111934"/>
                        <a:pt x="517572" y="2115347"/>
                        <a:pt x="415028" y="2111423"/>
                      </a:cubicBezTo>
                      <a:cubicBezTo>
                        <a:pt x="324940" y="2107840"/>
                        <a:pt x="234852" y="2109205"/>
                        <a:pt x="144935" y="2106986"/>
                      </a:cubicBezTo>
                      <a:cubicBezTo>
                        <a:pt x="114564" y="2106304"/>
                        <a:pt x="114905" y="2106475"/>
                        <a:pt x="114052" y="2077640"/>
                      </a:cubicBezTo>
                      <a:cubicBezTo>
                        <a:pt x="112005" y="2011097"/>
                        <a:pt x="112517" y="1944214"/>
                        <a:pt x="106716" y="1877842"/>
                      </a:cubicBezTo>
                      <a:cubicBezTo>
                        <a:pt x="98185" y="1778029"/>
                        <a:pt x="99208" y="1678215"/>
                        <a:pt x="95625" y="1578231"/>
                      </a:cubicBezTo>
                      <a:cubicBezTo>
                        <a:pt x="91019" y="1445829"/>
                        <a:pt x="92042" y="1313427"/>
                        <a:pt x="93919" y="1181025"/>
                      </a:cubicBezTo>
                      <a:cubicBezTo>
                        <a:pt x="95113" y="1104587"/>
                        <a:pt x="94602" y="1027807"/>
                        <a:pt x="98867" y="951540"/>
                      </a:cubicBezTo>
                      <a:cubicBezTo>
                        <a:pt x="105521" y="834664"/>
                        <a:pt x="111664" y="717959"/>
                        <a:pt x="115247" y="600913"/>
                      </a:cubicBezTo>
                      <a:cubicBezTo>
                        <a:pt x="116270" y="567642"/>
                        <a:pt x="117977" y="534371"/>
                        <a:pt x="118830" y="501100"/>
                      </a:cubicBezTo>
                      <a:cubicBezTo>
                        <a:pt x="121048" y="423638"/>
                        <a:pt x="122583" y="346176"/>
                        <a:pt x="125484" y="268884"/>
                      </a:cubicBezTo>
                      <a:cubicBezTo>
                        <a:pt x="127361" y="216674"/>
                        <a:pt x="130944" y="164635"/>
                        <a:pt x="134015" y="112595"/>
                      </a:cubicBezTo>
                      <a:cubicBezTo>
                        <a:pt x="135209" y="91268"/>
                        <a:pt x="135551" y="91097"/>
                        <a:pt x="157902" y="91097"/>
                      </a:cubicBezTo>
                      <a:close/>
                      <a:moveTo>
                        <a:pt x="333038" y="31"/>
                      </a:moveTo>
                      <a:cubicBezTo>
                        <a:pt x="388711" y="519"/>
                        <a:pt x="469457" y="6597"/>
                        <a:pt x="502217" y="15171"/>
                      </a:cubicBezTo>
                      <a:lnTo>
                        <a:pt x="451371" y="15171"/>
                      </a:lnTo>
                      <a:cubicBezTo>
                        <a:pt x="357188" y="20119"/>
                        <a:pt x="263006" y="24725"/>
                        <a:pt x="169335" y="35816"/>
                      </a:cubicBezTo>
                      <a:cubicBezTo>
                        <a:pt x="142547" y="39058"/>
                        <a:pt x="115589" y="40252"/>
                        <a:pt x="88631" y="41446"/>
                      </a:cubicBezTo>
                      <a:cubicBezTo>
                        <a:pt x="76346" y="41958"/>
                        <a:pt x="70204" y="46053"/>
                        <a:pt x="71057" y="59020"/>
                      </a:cubicBezTo>
                      <a:cubicBezTo>
                        <a:pt x="71569" y="67039"/>
                        <a:pt x="71057" y="75229"/>
                        <a:pt x="71057" y="83249"/>
                      </a:cubicBezTo>
                      <a:cubicBezTo>
                        <a:pt x="71057" y="147061"/>
                        <a:pt x="66962" y="210703"/>
                        <a:pt x="59454" y="274174"/>
                      </a:cubicBezTo>
                      <a:cubicBezTo>
                        <a:pt x="58601" y="281852"/>
                        <a:pt x="59796" y="294136"/>
                        <a:pt x="50241" y="293795"/>
                      </a:cubicBezTo>
                      <a:cubicBezTo>
                        <a:pt x="39321" y="293283"/>
                        <a:pt x="44781" y="280828"/>
                        <a:pt x="43416" y="273662"/>
                      </a:cubicBezTo>
                      <a:cubicBezTo>
                        <a:pt x="30449" y="206096"/>
                        <a:pt x="30449" y="137847"/>
                        <a:pt x="31814" y="69599"/>
                      </a:cubicBezTo>
                      <a:cubicBezTo>
                        <a:pt x="33008" y="14829"/>
                        <a:pt x="41539" y="6298"/>
                        <a:pt x="96991" y="5275"/>
                      </a:cubicBezTo>
                      <a:cubicBezTo>
                        <a:pt x="150054" y="4251"/>
                        <a:pt x="203118" y="4422"/>
                        <a:pt x="256181" y="3739"/>
                      </a:cubicBezTo>
                      <a:cubicBezTo>
                        <a:pt x="266930" y="3739"/>
                        <a:pt x="277679" y="2715"/>
                        <a:pt x="288428" y="1521"/>
                      </a:cubicBezTo>
                      <a:cubicBezTo>
                        <a:pt x="298708" y="327"/>
                        <a:pt x="314480" y="-132"/>
                        <a:pt x="333038" y="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704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zh-CN" altLang="en-US"/>
                </a:p>
              </p:txBody>
            </p:sp>
            <p:sp>
              <p:nvSpPr>
                <p:cNvPr id="20" name="圆角矩形 19">
                  <a:extLst>
                    <a:ext uri="{FF2B5EF4-FFF2-40B4-BE49-F238E27FC236}">
                      <a16:creationId xmlns:a16="http://schemas.microsoft.com/office/drawing/2014/main" id="{E0C199C7-B123-EA8E-214D-A9C1B4ED01EF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4860841" y="2049947"/>
                  <a:ext cx="2457624" cy="597949"/>
                </a:xfrm>
                <a:prstGeom prst="roundRect">
                  <a:avLst>
                    <a:gd name="adj" fmla="val 0"/>
                  </a:avLst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耐力</a:t>
                  </a:r>
                  <a:endParaRPr lang="en-US" altLang="zh-CN" sz="2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CB7FD3C-81FB-14FF-6B5D-0415870AFB9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4860836" y="2646298"/>
                  <a:ext cx="2457628" cy="1085251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30000"/>
                    </a:lnSpc>
                  </a:pPr>
                  <a:r>
                    <a:rPr lang="zh-CN" altLang="en-US" sz="1400">
                      <a:solidFill>
                        <a:srgbClr val="FFFFFF"/>
                      </a:solidFill>
                    </a:rPr>
                    <a:t>五四青年节，放飞梦想，启航新征程，书写青春华章。</a:t>
                  </a:r>
                  <a:endParaRPr lang="en-US" altLang="zh-CN" sz="1400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A9C272B1-C08C-5DFB-06EF-0298DFE37450}"/>
                  </a:ext>
                </a:extLst>
              </p:cNvPr>
              <p:cNvGrpSpPr/>
              <p:nvPr/>
            </p:nvGrpSpPr>
            <p:grpSpPr>
              <a:xfrm>
                <a:off x="8555086" y="1663842"/>
                <a:ext cx="2833210" cy="2416704"/>
                <a:chOff x="8555086" y="1663842"/>
                <a:chExt cx="2833210" cy="2416704"/>
              </a:xfrm>
            </p:grpSpPr>
            <p:sp>
              <p:nvSpPr>
                <p:cNvPr id="16" name="任意多边形 15">
                  <a:extLst>
                    <a:ext uri="{FF2B5EF4-FFF2-40B4-BE49-F238E27FC236}">
                      <a16:creationId xmlns:a16="http://schemas.microsoft.com/office/drawing/2014/main" id="{588AEA1A-888C-CBD6-779F-881DBD64FEA2}"/>
                    </a:ext>
                  </a:extLst>
                </p:cNvPr>
                <p:cNvSpPr/>
                <p:nvPr/>
              </p:nvSpPr>
              <p:spPr>
                <a:xfrm>
                  <a:off x="8555086" y="1663842"/>
                  <a:ext cx="2833210" cy="2416704"/>
                </a:xfrm>
                <a:custGeom>
                  <a:avLst/>
                  <a:gdLst>
                    <a:gd name="connsiteX0" fmla="*/ 17652 w 2833210"/>
                    <a:gd name="connsiteY0" fmla="*/ 1851567 h 2416704"/>
                    <a:gd name="connsiteX1" fmla="*/ 17823 w 2833210"/>
                    <a:gd name="connsiteY1" fmla="*/ 1851567 h 2416704"/>
                    <a:gd name="connsiteX2" fmla="*/ 30449 w 2833210"/>
                    <a:gd name="connsiteY2" fmla="*/ 1954622 h 2416704"/>
                    <a:gd name="connsiteX3" fmla="*/ 38638 w 2833210"/>
                    <a:gd name="connsiteY3" fmla="*/ 2116030 h 2416704"/>
                    <a:gd name="connsiteX4" fmla="*/ 40686 w 2833210"/>
                    <a:gd name="connsiteY4" fmla="*/ 2145547 h 2416704"/>
                    <a:gd name="connsiteX5" fmla="*/ 74128 w 2833210"/>
                    <a:gd name="connsiteY5" fmla="*/ 2177454 h 2416704"/>
                    <a:gd name="connsiteX6" fmla="*/ 171040 w 2833210"/>
                    <a:gd name="connsiteY6" fmla="*/ 2182572 h 2416704"/>
                    <a:gd name="connsiteX7" fmla="*/ 343368 w 2833210"/>
                    <a:gd name="connsiteY7" fmla="*/ 2212090 h 2416704"/>
                    <a:gd name="connsiteX8" fmla="*/ 347804 w 2833210"/>
                    <a:gd name="connsiteY8" fmla="*/ 2217208 h 2416704"/>
                    <a:gd name="connsiteX9" fmla="*/ 330742 w 2833210"/>
                    <a:gd name="connsiteY9" fmla="*/ 2220109 h 2416704"/>
                    <a:gd name="connsiteX10" fmla="*/ 196122 w 2833210"/>
                    <a:gd name="connsiteY10" fmla="*/ 2217208 h 2416704"/>
                    <a:gd name="connsiteX11" fmla="*/ 128897 w 2833210"/>
                    <a:gd name="connsiteY11" fmla="*/ 2219256 h 2416704"/>
                    <a:gd name="connsiteX12" fmla="*/ 37956 w 2833210"/>
                    <a:gd name="connsiteY12" fmla="*/ 2212943 h 2416704"/>
                    <a:gd name="connsiteX13" fmla="*/ 4685 w 2833210"/>
                    <a:gd name="connsiteY13" fmla="*/ 2176259 h 2416704"/>
                    <a:gd name="connsiteX14" fmla="*/ 2979 w 2833210"/>
                    <a:gd name="connsiteY14" fmla="*/ 2028501 h 2416704"/>
                    <a:gd name="connsiteX15" fmla="*/ 5879 w 2833210"/>
                    <a:gd name="connsiteY15" fmla="*/ 1899000 h 2416704"/>
                    <a:gd name="connsiteX16" fmla="*/ 17652 w 2833210"/>
                    <a:gd name="connsiteY16" fmla="*/ 1851567 h 2416704"/>
                    <a:gd name="connsiteX17" fmla="*/ 2832390 w 2833210"/>
                    <a:gd name="connsiteY17" fmla="*/ 536760 h 2416704"/>
                    <a:gd name="connsiteX18" fmla="*/ 2832731 w 2833210"/>
                    <a:gd name="connsiteY18" fmla="*/ 536931 h 2416704"/>
                    <a:gd name="connsiteX19" fmla="*/ 2830171 w 2833210"/>
                    <a:gd name="connsiteY19" fmla="*/ 625654 h 2416704"/>
                    <a:gd name="connsiteX20" fmla="*/ 2827953 w 2833210"/>
                    <a:gd name="connsiteY20" fmla="*/ 649711 h 2416704"/>
                    <a:gd name="connsiteX21" fmla="*/ 2820958 w 2833210"/>
                    <a:gd name="connsiteY21" fmla="*/ 906155 h 2416704"/>
                    <a:gd name="connsiteX22" fmla="*/ 2809526 w 2833210"/>
                    <a:gd name="connsiteY22" fmla="*/ 1219245 h 2416704"/>
                    <a:gd name="connsiteX23" fmla="*/ 2799118 w 2833210"/>
                    <a:gd name="connsiteY23" fmla="*/ 1440370 h 2416704"/>
                    <a:gd name="connsiteX24" fmla="*/ 2778644 w 2833210"/>
                    <a:gd name="connsiteY24" fmla="*/ 1633343 h 2416704"/>
                    <a:gd name="connsiteX25" fmla="*/ 2763288 w 2833210"/>
                    <a:gd name="connsiteY25" fmla="*/ 1677533 h 2416704"/>
                    <a:gd name="connsiteX26" fmla="*/ 2760217 w 2833210"/>
                    <a:gd name="connsiteY26" fmla="*/ 1533017 h 2416704"/>
                    <a:gd name="connsiteX27" fmla="*/ 2766188 w 2833210"/>
                    <a:gd name="connsiteY27" fmla="*/ 1427915 h 2416704"/>
                    <a:gd name="connsiteX28" fmla="*/ 2774890 w 2833210"/>
                    <a:gd name="connsiteY28" fmla="*/ 1120114 h 2416704"/>
                    <a:gd name="connsiteX29" fmla="*/ 2788369 w 2833210"/>
                    <a:gd name="connsiteY29" fmla="*/ 888410 h 2416704"/>
                    <a:gd name="connsiteX30" fmla="*/ 2793317 w 2833210"/>
                    <a:gd name="connsiteY30" fmla="*/ 780578 h 2416704"/>
                    <a:gd name="connsiteX31" fmla="*/ 2822493 w 2833210"/>
                    <a:gd name="connsiteY31" fmla="*/ 542561 h 2416704"/>
                    <a:gd name="connsiteX32" fmla="*/ 2832390 w 2833210"/>
                    <a:gd name="connsiteY32" fmla="*/ 536760 h 2416704"/>
                    <a:gd name="connsiteX33" fmla="*/ 157902 w 2833210"/>
                    <a:gd name="connsiteY33" fmla="*/ 91097 h 2416704"/>
                    <a:gd name="connsiteX34" fmla="*/ 420147 w 2833210"/>
                    <a:gd name="connsiteY34" fmla="*/ 92974 h 2416704"/>
                    <a:gd name="connsiteX35" fmla="*/ 992922 w 2833210"/>
                    <a:gd name="connsiteY35" fmla="*/ 97581 h 2416704"/>
                    <a:gd name="connsiteX36" fmla="*/ 1252266 w 2833210"/>
                    <a:gd name="connsiteY36" fmla="*/ 103382 h 2416704"/>
                    <a:gd name="connsiteX37" fmla="*/ 1538398 w 2833210"/>
                    <a:gd name="connsiteY37" fmla="*/ 114131 h 2416704"/>
                    <a:gd name="connsiteX38" fmla="*/ 1778462 w 2833210"/>
                    <a:gd name="connsiteY38" fmla="*/ 125221 h 2416704"/>
                    <a:gd name="connsiteX39" fmla="*/ 2005047 w 2833210"/>
                    <a:gd name="connsiteY39" fmla="*/ 135970 h 2416704"/>
                    <a:gd name="connsiteX40" fmla="*/ 2236921 w 2833210"/>
                    <a:gd name="connsiteY40" fmla="*/ 146720 h 2416704"/>
                    <a:gd name="connsiteX41" fmla="*/ 2498654 w 2833210"/>
                    <a:gd name="connsiteY41" fmla="*/ 157298 h 2416704"/>
                    <a:gd name="connsiteX42" fmla="*/ 2722510 w 2833210"/>
                    <a:gd name="connsiteY42" fmla="*/ 166341 h 2416704"/>
                    <a:gd name="connsiteX43" fmla="*/ 2746396 w 2833210"/>
                    <a:gd name="connsiteY43" fmla="*/ 187498 h 2416704"/>
                    <a:gd name="connsiteX44" fmla="*/ 2748103 w 2833210"/>
                    <a:gd name="connsiteY44" fmla="*/ 276050 h 2416704"/>
                    <a:gd name="connsiteX45" fmla="*/ 2747250 w 2833210"/>
                    <a:gd name="connsiteY45" fmla="*/ 300279 h 2416704"/>
                    <a:gd name="connsiteX46" fmla="*/ 2733771 w 2833210"/>
                    <a:gd name="connsiteY46" fmla="*/ 651076 h 2416704"/>
                    <a:gd name="connsiteX47" fmla="*/ 2723192 w 2833210"/>
                    <a:gd name="connsiteY47" fmla="*/ 872201 h 2416704"/>
                    <a:gd name="connsiteX48" fmla="*/ 2717732 w 2833210"/>
                    <a:gd name="connsiteY48" fmla="*/ 1063808 h 2416704"/>
                    <a:gd name="connsiteX49" fmla="*/ 2713808 w 2833210"/>
                    <a:gd name="connsiteY49" fmla="*/ 1387989 h 2416704"/>
                    <a:gd name="connsiteX50" fmla="*/ 2699305 w 2833210"/>
                    <a:gd name="connsiteY50" fmla="*/ 1581644 h 2416704"/>
                    <a:gd name="connsiteX51" fmla="*/ 2698281 w 2833210"/>
                    <a:gd name="connsiteY51" fmla="*/ 1595123 h 2416704"/>
                    <a:gd name="connsiteX52" fmla="*/ 2693675 w 2833210"/>
                    <a:gd name="connsiteY52" fmla="*/ 1938242 h 2416704"/>
                    <a:gd name="connsiteX53" fmla="*/ 2697599 w 2833210"/>
                    <a:gd name="connsiteY53" fmla="*/ 2132580 h 2416704"/>
                    <a:gd name="connsiteX54" fmla="*/ 2663304 w 2833210"/>
                    <a:gd name="connsiteY54" fmla="*/ 2175406 h 2416704"/>
                    <a:gd name="connsiteX55" fmla="*/ 2636516 w 2833210"/>
                    <a:gd name="connsiteY55" fmla="*/ 2177453 h 2416704"/>
                    <a:gd name="connsiteX56" fmla="*/ 2433818 w 2833210"/>
                    <a:gd name="connsiteY56" fmla="*/ 2177453 h 2416704"/>
                    <a:gd name="connsiteX57" fmla="*/ 2433818 w 2833210"/>
                    <a:gd name="connsiteY57" fmla="*/ 2176941 h 2416704"/>
                    <a:gd name="connsiteX58" fmla="*/ 2231120 w 2833210"/>
                    <a:gd name="connsiteY58" fmla="*/ 2176429 h 2416704"/>
                    <a:gd name="connsiteX59" fmla="*/ 1880664 w 2833210"/>
                    <a:gd name="connsiteY59" fmla="*/ 2157490 h 2416704"/>
                    <a:gd name="connsiteX60" fmla="*/ 1761912 w 2833210"/>
                    <a:gd name="connsiteY60" fmla="*/ 2152201 h 2416704"/>
                    <a:gd name="connsiteX61" fmla="*/ 1573034 w 2833210"/>
                    <a:gd name="connsiteY61" fmla="*/ 2144353 h 2416704"/>
                    <a:gd name="connsiteX62" fmla="*/ 1284343 w 2833210"/>
                    <a:gd name="connsiteY62" fmla="*/ 2132750 h 2416704"/>
                    <a:gd name="connsiteX63" fmla="*/ 1208929 w 2833210"/>
                    <a:gd name="connsiteY63" fmla="*/ 2129167 h 2416704"/>
                    <a:gd name="connsiteX64" fmla="*/ 1170710 w 2833210"/>
                    <a:gd name="connsiteY64" fmla="*/ 2144523 h 2416704"/>
                    <a:gd name="connsiteX65" fmla="*/ 1059635 w 2833210"/>
                    <a:gd name="connsiteY65" fmla="*/ 2238365 h 2416704"/>
                    <a:gd name="connsiteX66" fmla="*/ 904370 w 2833210"/>
                    <a:gd name="connsiteY66" fmla="*/ 2330159 h 2416704"/>
                    <a:gd name="connsiteX67" fmla="*/ 709520 w 2833210"/>
                    <a:gd name="connsiteY67" fmla="*/ 2409498 h 2416704"/>
                    <a:gd name="connsiteX68" fmla="*/ 667206 w 2833210"/>
                    <a:gd name="connsiteY68" fmla="*/ 2416494 h 2416704"/>
                    <a:gd name="connsiteX69" fmla="*/ 637859 w 2833210"/>
                    <a:gd name="connsiteY69" fmla="*/ 2378274 h 2416704"/>
                    <a:gd name="connsiteX70" fmla="*/ 645708 w 2833210"/>
                    <a:gd name="connsiteY70" fmla="*/ 2358312 h 2416704"/>
                    <a:gd name="connsiteX71" fmla="*/ 746033 w 2833210"/>
                    <a:gd name="connsiteY71" fmla="*/ 2155784 h 2416704"/>
                    <a:gd name="connsiteX72" fmla="*/ 722999 w 2833210"/>
                    <a:gd name="connsiteY72" fmla="*/ 2117224 h 2416704"/>
                    <a:gd name="connsiteX73" fmla="*/ 415028 w 2833210"/>
                    <a:gd name="connsiteY73" fmla="*/ 2111423 h 2416704"/>
                    <a:gd name="connsiteX74" fmla="*/ 144935 w 2833210"/>
                    <a:gd name="connsiteY74" fmla="*/ 2106986 h 2416704"/>
                    <a:gd name="connsiteX75" fmla="*/ 114052 w 2833210"/>
                    <a:gd name="connsiteY75" fmla="*/ 2077640 h 2416704"/>
                    <a:gd name="connsiteX76" fmla="*/ 106716 w 2833210"/>
                    <a:gd name="connsiteY76" fmla="*/ 1877842 h 2416704"/>
                    <a:gd name="connsiteX77" fmla="*/ 95625 w 2833210"/>
                    <a:gd name="connsiteY77" fmla="*/ 1578231 h 2416704"/>
                    <a:gd name="connsiteX78" fmla="*/ 93919 w 2833210"/>
                    <a:gd name="connsiteY78" fmla="*/ 1181025 h 2416704"/>
                    <a:gd name="connsiteX79" fmla="*/ 98867 w 2833210"/>
                    <a:gd name="connsiteY79" fmla="*/ 951540 h 2416704"/>
                    <a:gd name="connsiteX80" fmla="*/ 115247 w 2833210"/>
                    <a:gd name="connsiteY80" fmla="*/ 600913 h 2416704"/>
                    <a:gd name="connsiteX81" fmla="*/ 118830 w 2833210"/>
                    <a:gd name="connsiteY81" fmla="*/ 501100 h 2416704"/>
                    <a:gd name="connsiteX82" fmla="*/ 125484 w 2833210"/>
                    <a:gd name="connsiteY82" fmla="*/ 268884 h 2416704"/>
                    <a:gd name="connsiteX83" fmla="*/ 134015 w 2833210"/>
                    <a:gd name="connsiteY83" fmla="*/ 112595 h 2416704"/>
                    <a:gd name="connsiteX84" fmla="*/ 157902 w 2833210"/>
                    <a:gd name="connsiteY84" fmla="*/ 91097 h 2416704"/>
                    <a:gd name="connsiteX85" fmla="*/ 333038 w 2833210"/>
                    <a:gd name="connsiteY85" fmla="*/ 31 h 2416704"/>
                    <a:gd name="connsiteX86" fmla="*/ 502217 w 2833210"/>
                    <a:gd name="connsiteY86" fmla="*/ 15171 h 2416704"/>
                    <a:gd name="connsiteX87" fmla="*/ 451371 w 2833210"/>
                    <a:gd name="connsiteY87" fmla="*/ 15171 h 2416704"/>
                    <a:gd name="connsiteX88" fmla="*/ 169335 w 2833210"/>
                    <a:gd name="connsiteY88" fmla="*/ 35816 h 2416704"/>
                    <a:gd name="connsiteX89" fmla="*/ 88631 w 2833210"/>
                    <a:gd name="connsiteY89" fmla="*/ 41446 h 2416704"/>
                    <a:gd name="connsiteX90" fmla="*/ 71057 w 2833210"/>
                    <a:gd name="connsiteY90" fmla="*/ 59020 h 2416704"/>
                    <a:gd name="connsiteX91" fmla="*/ 71057 w 2833210"/>
                    <a:gd name="connsiteY91" fmla="*/ 83249 h 2416704"/>
                    <a:gd name="connsiteX92" fmla="*/ 59454 w 2833210"/>
                    <a:gd name="connsiteY92" fmla="*/ 274174 h 2416704"/>
                    <a:gd name="connsiteX93" fmla="*/ 50241 w 2833210"/>
                    <a:gd name="connsiteY93" fmla="*/ 293795 h 2416704"/>
                    <a:gd name="connsiteX94" fmla="*/ 43416 w 2833210"/>
                    <a:gd name="connsiteY94" fmla="*/ 273662 h 2416704"/>
                    <a:gd name="connsiteX95" fmla="*/ 31814 w 2833210"/>
                    <a:gd name="connsiteY95" fmla="*/ 69599 h 2416704"/>
                    <a:gd name="connsiteX96" fmla="*/ 96991 w 2833210"/>
                    <a:gd name="connsiteY96" fmla="*/ 5275 h 2416704"/>
                    <a:gd name="connsiteX97" fmla="*/ 256181 w 2833210"/>
                    <a:gd name="connsiteY97" fmla="*/ 3739 h 2416704"/>
                    <a:gd name="connsiteX98" fmla="*/ 288428 w 2833210"/>
                    <a:gd name="connsiteY98" fmla="*/ 1521 h 2416704"/>
                    <a:gd name="connsiteX99" fmla="*/ 333038 w 2833210"/>
                    <a:gd name="connsiteY99" fmla="*/ 31 h 2416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</a:cxnLst>
                  <a:rect l="l" t="t" r="r" b="b"/>
                  <a:pathLst>
                    <a:path w="2833210" h="2416704">
                      <a:moveTo>
                        <a:pt x="17652" y="1851567"/>
                      </a:moveTo>
                      <a:lnTo>
                        <a:pt x="17823" y="1851567"/>
                      </a:lnTo>
                      <a:cubicBezTo>
                        <a:pt x="28401" y="1888421"/>
                        <a:pt x="28060" y="1921863"/>
                        <a:pt x="30449" y="1954622"/>
                      </a:cubicBezTo>
                      <a:cubicBezTo>
                        <a:pt x="34373" y="2008368"/>
                        <a:pt x="40515" y="2062114"/>
                        <a:pt x="38638" y="2116030"/>
                      </a:cubicBezTo>
                      <a:cubicBezTo>
                        <a:pt x="38297" y="2125755"/>
                        <a:pt x="38980" y="2135822"/>
                        <a:pt x="40686" y="2145547"/>
                      </a:cubicBezTo>
                      <a:cubicBezTo>
                        <a:pt x="45463" y="2173359"/>
                        <a:pt x="45805" y="2174041"/>
                        <a:pt x="74128" y="2177454"/>
                      </a:cubicBezTo>
                      <a:cubicBezTo>
                        <a:pt x="106204" y="2181207"/>
                        <a:pt x="138793" y="2177795"/>
                        <a:pt x="171040" y="2182572"/>
                      </a:cubicBezTo>
                      <a:cubicBezTo>
                        <a:pt x="228710" y="2191274"/>
                        <a:pt x="286551" y="2198269"/>
                        <a:pt x="343368" y="2212090"/>
                      </a:cubicBezTo>
                      <a:cubicBezTo>
                        <a:pt x="344733" y="2212431"/>
                        <a:pt x="345586" y="2214478"/>
                        <a:pt x="347804" y="2217208"/>
                      </a:cubicBezTo>
                      <a:cubicBezTo>
                        <a:pt x="342685" y="2221815"/>
                        <a:pt x="336372" y="2220109"/>
                        <a:pt x="330742" y="2220109"/>
                      </a:cubicBezTo>
                      <a:cubicBezTo>
                        <a:pt x="285869" y="2219768"/>
                        <a:pt x="240995" y="2222327"/>
                        <a:pt x="196122" y="2217208"/>
                      </a:cubicBezTo>
                      <a:cubicBezTo>
                        <a:pt x="173941" y="2214649"/>
                        <a:pt x="151419" y="2216185"/>
                        <a:pt x="128897" y="2219256"/>
                      </a:cubicBezTo>
                      <a:cubicBezTo>
                        <a:pt x="98526" y="2223351"/>
                        <a:pt x="67985" y="2220450"/>
                        <a:pt x="37956" y="2212943"/>
                      </a:cubicBezTo>
                      <a:cubicBezTo>
                        <a:pt x="18505" y="2207995"/>
                        <a:pt x="8097" y="2197416"/>
                        <a:pt x="4685" y="2176259"/>
                      </a:cubicBezTo>
                      <a:cubicBezTo>
                        <a:pt x="-3334" y="2126950"/>
                        <a:pt x="931" y="2077811"/>
                        <a:pt x="2979" y="2028501"/>
                      </a:cubicBezTo>
                      <a:cubicBezTo>
                        <a:pt x="4685" y="1985334"/>
                        <a:pt x="5197" y="1942167"/>
                        <a:pt x="5879" y="1899000"/>
                      </a:cubicBezTo>
                      <a:cubicBezTo>
                        <a:pt x="6050" y="1883985"/>
                        <a:pt x="7244" y="1869141"/>
                        <a:pt x="17652" y="1851567"/>
                      </a:cubicBezTo>
                      <a:close/>
                      <a:moveTo>
                        <a:pt x="2832390" y="536760"/>
                      </a:moveTo>
                      <a:lnTo>
                        <a:pt x="2832731" y="536931"/>
                      </a:lnTo>
                      <a:cubicBezTo>
                        <a:pt x="2833755" y="566789"/>
                        <a:pt x="2833242" y="596307"/>
                        <a:pt x="2830171" y="625654"/>
                      </a:cubicBezTo>
                      <a:cubicBezTo>
                        <a:pt x="2829318" y="633673"/>
                        <a:pt x="2828295" y="641692"/>
                        <a:pt x="2827953" y="649711"/>
                      </a:cubicBezTo>
                      <a:cubicBezTo>
                        <a:pt x="2825565" y="735192"/>
                        <a:pt x="2824541" y="820674"/>
                        <a:pt x="2820958" y="906155"/>
                      </a:cubicBezTo>
                      <a:cubicBezTo>
                        <a:pt x="2816692" y="1010575"/>
                        <a:pt x="2813962" y="1114825"/>
                        <a:pt x="2809526" y="1219245"/>
                      </a:cubicBezTo>
                      <a:cubicBezTo>
                        <a:pt x="2806455" y="1292953"/>
                        <a:pt x="2805943" y="1366832"/>
                        <a:pt x="2799118" y="1440370"/>
                      </a:cubicBezTo>
                      <a:cubicBezTo>
                        <a:pt x="2793147" y="1504694"/>
                        <a:pt x="2790075" y="1569530"/>
                        <a:pt x="2778644" y="1633343"/>
                      </a:cubicBezTo>
                      <a:cubicBezTo>
                        <a:pt x="2775914" y="1648187"/>
                        <a:pt x="2772331" y="1662860"/>
                        <a:pt x="2763288" y="1677533"/>
                      </a:cubicBezTo>
                      <a:cubicBezTo>
                        <a:pt x="2755439" y="1628053"/>
                        <a:pt x="2755951" y="1580791"/>
                        <a:pt x="2760217" y="1533017"/>
                      </a:cubicBezTo>
                      <a:cubicBezTo>
                        <a:pt x="2763458" y="1498040"/>
                        <a:pt x="2766188" y="1462892"/>
                        <a:pt x="2766188" y="1427915"/>
                      </a:cubicBezTo>
                      <a:cubicBezTo>
                        <a:pt x="2766188" y="1325201"/>
                        <a:pt x="2772501" y="1222657"/>
                        <a:pt x="2774890" y="1120114"/>
                      </a:cubicBezTo>
                      <a:cubicBezTo>
                        <a:pt x="2776767" y="1042822"/>
                        <a:pt x="2783592" y="965702"/>
                        <a:pt x="2788369" y="888410"/>
                      </a:cubicBezTo>
                      <a:cubicBezTo>
                        <a:pt x="2790587" y="852409"/>
                        <a:pt x="2789563" y="816408"/>
                        <a:pt x="2793317" y="780578"/>
                      </a:cubicBezTo>
                      <a:cubicBezTo>
                        <a:pt x="2801848" y="701068"/>
                        <a:pt x="2808844" y="621388"/>
                        <a:pt x="2822493" y="542561"/>
                      </a:cubicBezTo>
                      <a:cubicBezTo>
                        <a:pt x="2823005" y="539831"/>
                        <a:pt x="2823858" y="537443"/>
                        <a:pt x="2832390" y="536760"/>
                      </a:cubicBezTo>
                      <a:close/>
                      <a:moveTo>
                        <a:pt x="157902" y="91097"/>
                      </a:moveTo>
                      <a:cubicBezTo>
                        <a:pt x="245260" y="91438"/>
                        <a:pt x="332789" y="90585"/>
                        <a:pt x="420147" y="92974"/>
                      </a:cubicBezTo>
                      <a:cubicBezTo>
                        <a:pt x="611072" y="98092"/>
                        <a:pt x="801997" y="93998"/>
                        <a:pt x="992922" y="97581"/>
                      </a:cubicBezTo>
                      <a:cubicBezTo>
                        <a:pt x="1079427" y="99116"/>
                        <a:pt x="1165761" y="100822"/>
                        <a:pt x="1252266" y="103382"/>
                      </a:cubicBezTo>
                      <a:cubicBezTo>
                        <a:pt x="1347644" y="106282"/>
                        <a:pt x="1443021" y="109695"/>
                        <a:pt x="1538398" y="114131"/>
                      </a:cubicBezTo>
                      <a:cubicBezTo>
                        <a:pt x="1618420" y="117885"/>
                        <a:pt x="1698441" y="121638"/>
                        <a:pt x="1778462" y="125221"/>
                      </a:cubicBezTo>
                      <a:cubicBezTo>
                        <a:pt x="1854048" y="128463"/>
                        <a:pt x="1929462" y="132558"/>
                        <a:pt x="2005047" y="135970"/>
                      </a:cubicBezTo>
                      <a:cubicBezTo>
                        <a:pt x="2082339" y="139553"/>
                        <a:pt x="2159630" y="143478"/>
                        <a:pt x="2236921" y="146720"/>
                      </a:cubicBezTo>
                      <a:cubicBezTo>
                        <a:pt x="2324109" y="150473"/>
                        <a:pt x="2411296" y="155080"/>
                        <a:pt x="2498654" y="157298"/>
                      </a:cubicBezTo>
                      <a:cubicBezTo>
                        <a:pt x="2573387" y="159345"/>
                        <a:pt x="2647948" y="163270"/>
                        <a:pt x="2722510" y="166341"/>
                      </a:cubicBezTo>
                      <a:cubicBezTo>
                        <a:pt x="2742813" y="167194"/>
                        <a:pt x="2742643" y="167706"/>
                        <a:pt x="2746396" y="187498"/>
                      </a:cubicBezTo>
                      <a:cubicBezTo>
                        <a:pt x="2751856" y="217015"/>
                        <a:pt x="2753051" y="246362"/>
                        <a:pt x="2748103" y="276050"/>
                      </a:cubicBezTo>
                      <a:cubicBezTo>
                        <a:pt x="2746738" y="283899"/>
                        <a:pt x="2747079" y="292259"/>
                        <a:pt x="2747250" y="300279"/>
                      </a:cubicBezTo>
                      <a:cubicBezTo>
                        <a:pt x="2747932" y="417495"/>
                        <a:pt x="2736500" y="534030"/>
                        <a:pt x="2733771" y="651076"/>
                      </a:cubicBezTo>
                      <a:cubicBezTo>
                        <a:pt x="2732064" y="724784"/>
                        <a:pt x="2728140" y="798663"/>
                        <a:pt x="2723192" y="872201"/>
                      </a:cubicBezTo>
                      <a:cubicBezTo>
                        <a:pt x="2718926" y="936013"/>
                        <a:pt x="2720974" y="999996"/>
                        <a:pt x="2717732" y="1063808"/>
                      </a:cubicBezTo>
                      <a:cubicBezTo>
                        <a:pt x="2712443" y="1171812"/>
                        <a:pt x="2715855" y="1279986"/>
                        <a:pt x="2713808" y="1387989"/>
                      </a:cubicBezTo>
                      <a:cubicBezTo>
                        <a:pt x="2712613" y="1452825"/>
                        <a:pt x="2706983" y="1517320"/>
                        <a:pt x="2699305" y="1581644"/>
                      </a:cubicBezTo>
                      <a:cubicBezTo>
                        <a:pt x="2698793" y="1586080"/>
                        <a:pt x="2698452" y="1590687"/>
                        <a:pt x="2698281" y="1595123"/>
                      </a:cubicBezTo>
                      <a:cubicBezTo>
                        <a:pt x="2693333" y="1709439"/>
                        <a:pt x="2689750" y="1823755"/>
                        <a:pt x="2693675" y="1938242"/>
                      </a:cubicBezTo>
                      <a:cubicBezTo>
                        <a:pt x="2695893" y="2003078"/>
                        <a:pt x="2696916" y="2067914"/>
                        <a:pt x="2697599" y="2132580"/>
                      </a:cubicBezTo>
                      <a:cubicBezTo>
                        <a:pt x="2697940" y="2160050"/>
                        <a:pt x="2689921" y="2169775"/>
                        <a:pt x="2663304" y="2175406"/>
                      </a:cubicBezTo>
                      <a:cubicBezTo>
                        <a:pt x="2654602" y="2177282"/>
                        <a:pt x="2645389" y="2177453"/>
                        <a:pt x="2636516" y="2177453"/>
                      </a:cubicBezTo>
                      <a:cubicBezTo>
                        <a:pt x="2568950" y="2177453"/>
                        <a:pt x="2501384" y="2177453"/>
                        <a:pt x="2433818" y="2177453"/>
                      </a:cubicBezTo>
                      <a:lnTo>
                        <a:pt x="2433818" y="2176941"/>
                      </a:lnTo>
                      <a:cubicBezTo>
                        <a:pt x="2366252" y="2176941"/>
                        <a:pt x="2298687" y="2179159"/>
                        <a:pt x="2231120" y="2176429"/>
                      </a:cubicBezTo>
                      <a:cubicBezTo>
                        <a:pt x="2114245" y="2171652"/>
                        <a:pt x="1997540" y="2163803"/>
                        <a:pt x="1880664" y="2157490"/>
                      </a:cubicBezTo>
                      <a:cubicBezTo>
                        <a:pt x="1841080" y="2155272"/>
                        <a:pt x="1801496" y="2154931"/>
                        <a:pt x="1761912" y="2152201"/>
                      </a:cubicBezTo>
                      <a:cubicBezTo>
                        <a:pt x="1699123" y="2148106"/>
                        <a:pt x="1635994" y="2147424"/>
                        <a:pt x="1573034" y="2144353"/>
                      </a:cubicBezTo>
                      <a:cubicBezTo>
                        <a:pt x="1476804" y="2139575"/>
                        <a:pt x="1380574" y="2135480"/>
                        <a:pt x="1284343" y="2132750"/>
                      </a:cubicBezTo>
                      <a:cubicBezTo>
                        <a:pt x="1259262" y="2132068"/>
                        <a:pt x="1234010" y="2130873"/>
                        <a:pt x="1208929" y="2129167"/>
                      </a:cubicBezTo>
                      <a:cubicBezTo>
                        <a:pt x="1193061" y="2128144"/>
                        <a:pt x="1181800" y="2134115"/>
                        <a:pt x="1170710" y="2144523"/>
                      </a:cubicBezTo>
                      <a:cubicBezTo>
                        <a:pt x="1135391" y="2177794"/>
                        <a:pt x="1098366" y="2209018"/>
                        <a:pt x="1059635" y="2238365"/>
                      </a:cubicBezTo>
                      <a:cubicBezTo>
                        <a:pt x="1011179" y="2274707"/>
                        <a:pt x="959310" y="2304907"/>
                        <a:pt x="904370" y="2330159"/>
                      </a:cubicBezTo>
                      <a:cubicBezTo>
                        <a:pt x="840557" y="2359335"/>
                        <a:pt x="777086" y="2389194"/>
                        <a:pt x="709520" y="2409498"/>
                      </a:cubicBezTo>
                      <a:cubicBezTo>
                        <a:pt x="695700" y="2413593"/>
                        <a:pt x="681880" y="2417688"/>
                        <a:pt x="667206" y="2416494"/>
                      </a:cubicBezTo>
                      <a:cubicBezTo>
                        <a:pt x="643831" y="2414617"/>
                        <a:pt x="633082" y="2401308"/>
                        <a:pt x="637859" y="2378274"/>
                      </a:cubicBezTo>
                      <a:cubicBezTo>
                        <a:pt x="639224" y="2371279"/>
                        <a:pt x="642466" y="2364625"/>
                        <a:pt x="645708" y="2358312"/>
                      </a:cubicBezTo>
                      <a:cubicBezTo>
                        <a:pt x="679662" y="2291087"/>
                        <a:pt x="714298" y="2224203"/>
                        <a:pt x="746033" y="2155784"/>
                      </a:cubicBezTo>
                      <a:cubicBezTo>
                        <a:pt x="763095" y="2119101"/>
                        <a:pt x="762754" y="2119271"/>
                        <a:pt x="722999" y="2117224"/>
                      </a:cubicBezTo>
                      <a:cubicBezTo>
                        <a:pt x="620456" y="2111934"/>
                        <a:pt x="517572" y="2115347"/>
                        <a:pt x="415028" y="2111423"/>
                      </a:cubicBezTo>
                      <a:cubicBezTo>
                        <a:pt x="324940" y="2107840"/>
                        <a:pt x="234852" y="2109205"/>
                        <a:pt x="144935" y="2106986"/>
                      </a:cubicBezTo>
                      <a:cubicBezTo>
                        <a:pt x="114564" y="2106304"/>
                        <a:pt x="114905" y="2106475"/>
                        <a:pt x="114052" y="2077640"/>
                      </a:cubicBezTo>
                      <a:cubicBezTo>
                        <a:pt x="112005" y="2011097"/>
                        <a:pt x="112517" y="1944214"/>
                        <a:pt x="106716" y="1877842"/>
                      </a:cubicBezTo>
                      <a:cubicBezTo>
                        <a:pt x="98185" y="1778029"/>
                        <a:pt x="99208" y="1678215"/>
                        <a:pt x="95625" y="1578231"/>
                      </a:cubicBezTo>
                      <a:cubicBezTo>
                        <a:pt x="91019" y="1445829"/>
                        <a:pt x="92042" y="1313427"/>
                        <a:pt x="93919" y="1181025"/>
                      </a:cubicBezTo>
                      <a:cubicBezTo>
                        <a:pt x="95113" y="1104587"/>
                        <a:pt x="94602" y="1027807"/>
                        <a:pt x="98867" y="951540"/>
                      </a:cubicBezTo>
                      <a:cubicBezTo>
                        <a:pt x="105521" y="834664"/>
                        <a:pt x="111664" y="717959"/>
                        <a:pt x="115247" y="600913"/>
                      </a:cubicBezTo>
                      <a:cubicBezTo>
                        <a:pt x="116270" y="567642"/>
                        <a:pt x="117977" y="534371"/>
                        <a:pt x="118830" y="501100"/>
                      </a:cubicBezTo>
                      <a:cubicBezTo>
                        <a:pt x="121048" y="423638"/>
                        <a:pt x="122583" y="346176"/>
                        <a:pt x="125484" y="268884"/>
                      </a:cubicBezTo>
                      <a:cubicBezTo>
                        <a:pt x="127361" y="216674"/>
                        <a:pt x="130944" y="164635"/>
                        <a:pt x="134015" y="112595"/>
                      </a:cubicBezTo>
                      <a:cubicBezTo>
                        <a:pt x="135209" y="91268"/>
                        <a:pt x="135551" y="91097"/>
                        <a:pt x="157902" y="91097"/>
                      </a:cubicBezTo>
                      <a:close/>
                      <a:moveTo>
                        <a:pt x="333038" y="31"/>
                      </a:moveTo>
                      <a:cubicBezTo>
                        <a:pt x="388711" y="519"/>
                        <a:pt x="469457" y="6597"/>
                        <a:pt x="502217" y="15171"/>
                      </a:cubicBezTo>
                      <a:lnTo>
                        <a:pt x="451371" y="15171"/>
                      </a:lnTo>
                      <a:cubicBezTo>
                        <a:pt x="357188" y="20119"/>
                        <a:pt x="263006" y="24725"/>
                        <a:pt x="169335" y="35816"/>
                      </a:cubicBezTo>
                      <a:cubicBezTo>
                        <a:pt x="142547" y="39058"/>
                        <a:pt x="115589" y="40252"/>
                        <a:pt x="88631" y="41446"/>
                      </a:cubicBezTo>
                      <a:cubicBezTo>
                        <a:pt x="76346" y="41958"/>
                        <a:pt x="70204" y="46053"/>
                        <a:pt x="71057" y="59020"/>
                      </a:cubicBezTo>
                      <a:cubicBezTo>
                        <a:pt x="71569" y="67039"/>
                        <a:pt x="71057" y="75229"/>
                        <a:pt x="71057" y="83249"/>
                      </a:cubicBezTo>
                      <a:cubicBezTo>
                        <a:pt x="71057" y="147061"/>
                        <a:pt x="66962" y="210703"/>
                        <a:pt x="59454" y="274174"/>
                      </a:cubicBezTo>
                      <a:cubicBezTo>
                        <a:pt x="58601" y="281852"/>
                        <a:pt x="59796" y="294136"/>
                        <a:pt x="50241" y="293795"/>
                      </a:cubicBezTo>
                      <a:cubicBezTo>
                        <a:pt x="39321" y="293283"/>
                        <a:pt x="44781" y="280828"/>
                        <a:pt x="43416" y="273662"/>
                      </a:cubicBezTo>
                      <a:cubicBezTo>
                        <a:pt x="30449" y="206096"/>
                        <a:pt x="30449" y="137847"/>
                        <a:pt x="31814" y="69599"/>
                      </a:cubicBezTo>
                      <a:cubicBezTo>
                        <a:pt x="33008" y="14829"/>
                        <a:pt x="41539" y="6298"/>
                        <a:pt x="96991" y="5275"/>
                      </a:cubicBezTo>
                      <a:cubicBezTo>
                        <a:pt x="150054" y="4251"/>
                        <a:pt x="203118" y="4422"/>
                        <a:pt x="256181" y="3739"/>
                      </a:cubicBezTo>
                      <a:cubicBezTo>
                        <a:pt x="266930" y="3739"/>
                        <a:pt x="277679" y="2715"/>
                        <a:pt x="288428" y="1521"/>
                      </a:cubicBezTo>
                      <a:cubicBezTo>
                        <a:pt x="298708" y="327"/>
                        <a:pt x="314480" y="-132"/>
                        <a:pt x="333038" y="3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704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zh-CN" altLang="en-US"/>
                </a:p>
              </p:txBody>
            </p:sp>
            <p:sp>
              <p:nvSpPr>
                <p:cNvPr id="17" name="圆角矩形 16">
                  <a:extLst>
                    <a:ext uri="{FF2B5EF4-FFF2-40B4-BE49-F238E27FC236}">
                      <a16:creationId xmlns:a16="http://schemas.microsoft.com/office/drawing/2014/main" id="{3D8DD435-EB35-FACB-E48E-7A2D0ACD4622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8758310" y="2026797"/>
                  <a:ext cx="2457624" cy="597949"/>
                </a:xfrm>
                <a:prstGeom prst="roundRect">
                  <a:avLst>
                    <a:gd name="adj" fmla="val 0"/>
                  </a:avLst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2000" b="1">
                      <a:solidFill>
                        <a:srgbClr val="FFFFFF"/>
                      </a:solidFill>
                    </a:rPr>
                    <a:t>智慧</a:t>
                  </a:r>
                  <a:endParaRPr lang="en-US" altLang="zh-CN" sz="2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11D2540A-8CC8-4020-64BA-32A6BE6A302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8758306" y="2623148"/>
                  <a:ext cx="2457628" cy="1085251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30000"/>
                    </a:lnSpc>
                  </a:pPr>
                  <a:r>
                    <a:rPr lang="zh-CN" altLang="en-US" sz="1400">
                      <a:solidFill>
                        <a:srgbClr val="FFFFFF"/>
                      </a:solidFill>
                    </a:rPr>
                    <a:t>回顾五四，铭记历史，智慧，青年奋斗正当时。</a:t>
                  </a:r>
                  <a:endParaRPr lang="en-US" altLang="zh-CN" sz="1400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06ED5151-357C-7113-E796-528C20D78651}"/>
                  </a:ext>
                </a:extLst>
              </p:cNvPr>
              <p:cNvGrpSpPr/>
              <p:nvPr/>
            </p:nvGrpSpPr>
            <p:grpSpPr>
              <a:xfrm>
                <a:off x="2192180" y="3985806"/>
                <a:ext cx="2833210" cy="2416704"/>
                <a:chOff x="8555086" y="1663842"/>
                <a:chExt cx="2833210" cy="2416704"/>
              </a:xfrm>
            </p:grpSpPr>
            <p:sp>
              <p:nvSpPr>
                <p:cNvPr id="13" name="任意多边形 12">
                  <a:extLst>
                    <a:ext uri="{FF2B5EF4-FFF2-40B4-BE49-F238E27FC236}">
                      <a16:creationId xmlns:a16="http://schemas.microsoft.com/office/drawing/2014/main" id="{2789E653-73D4-3108-FCD3-C9A2DEB92841}"/>
                    </a:ext>
                  </a:extLst>
                </p:cNvPr>
                <p:cNvSpPr/>
                <p:nvPr/>
              </p:nvSpPr>
              <p:spPr>
                <a:xfrm>
                  <a:off x="8555086" y="1663842"/>
                  <a:ext cx="2833210" cy="2416704"/>
                </a:xfrm>
                <a:custGeom>
                  <a:avLst/>
                  <a:gdLst>
                    <a:gd name="connsiteX0" fmla="*/ 17652 w 2833210"/>
                    <a:gd name="connsiteY0" fmla="*/ 1851567 h 2416704"/>
                    <a:gd name="connsiteX1" fmla="*/ 17823 w 2833210"/>
                    <a:gd name="connsiteY1" fmla="*/ 1851567 h 2416704"/>
                    <a:gd name="connsiteX2" fmla="*/ 30449 w 2833210"/>
                    <a:gd name="connsiteY2" fmla="*/ 1954622 h 2416704"/>
                    <a:gd name="connsiteX3" fmla="*/ 38638 w 2833210"/>
                    <a:gd name="connsiteY3" fmla="*/ 2116030 h 2416704"/>
                    <a:gd name="connsiteX4" fmla="*/ 40686 w 2833210"/>
                    <a:gd name="connsiteY4" fmla="*/ 2145547 h 2416704"/>
                    <a:gd name="connsiteX5" fmla="*/ 74128 w 2833210"/>
                    <a:gd name="connsiteY5" fmla="*/ 2177454 h 2416704"/>
                    <a:gd name="connsiteX6" fmla="*/ 171040 w 2833210"/>
                    <a:gd name="connsiteY6" fmla="*/ 2182572 h 2416704"/>
                    <a:gd name="connsiteX7" fmla="*/ 343368 w 2833210"/>
                    <a:gd name="connsiteY7" fmla="*/ 2212090 h 2416704"/>
                    <a:gd name="connsiteX8" fmla="*/ 347804 w 2833210"/>
                    <a:gd name="connsiteY8" fmla="*/ 2217208 h 2416704"/>
                    <a:gd name="connsiteX9" fmla="*/ 330742 w 2833210"/>
                    <a:gd name="connsiteY9" fmla="*/ 2220109 h 2416704"/>
                    <a:gd name="connsiteX10" fmla="*/ 196122 w 2833210"/>
                    <a:gd name="connsiteY10" fmla="*/ 2217208 h 2416704"/>
                    <a:gd name="connsiteX11" fmla="*/ 128897 w 2833210"/>
                    <a:gd name="connsiteY11" fmla="*/ 2219256 h 2416704"/>
                    <a:gd name="connsiteX12" fmla="*/ 37956 w 2833210"/>
                    <a:gd name="connsiteY12" fmla="*/ 2212943 h 2416704"/>
                    <a:gd name="connsiteX13" fmla="*/ 4685 w 2833210"/>
                    <a:gd name="connsiteY13" fmla="*/ 2176259 h 2416704"/>
                    <a:gd name="connsiteX14" fmla="*/ 2979 w 2833210"/>
                    <a:gd name="connsiteY14" fmla="*/ 2028501 h 2416704"/>
                    <a:gd name="connsiteX15" fmla="*/ 5879 w 2833210"/>
                    <a:gd name="connsiteY15" fmla="*/ 1899000 h 2416704"/>
                    <a:gd name="connsiteX16" fmla="*/ 17652 w 2833210"/>
                    <a:gd name="connsiteY16" fmla="*/ 1851567 h 2416704"/>
                    <a:gd name="connsiteX17" fmla="*/ 2832390 w 2833210"/>
                    <a:gd name="connsiteY17" fmla="*/ 536760 h 2416704"/>
                    <a:gd name="connsiteX18" fmla="*/ 2832731 w 2833210"/>
                    <a:gd name="connsiteY18" fmla="*/ 536931 h 2416704"/>
                    <a:gd name="connsiteX19" fmla="*/ 2830171 w 2833210"/>
                    <a:gd name="connsiteY19" fmla="*/ 625654 h 2416704"/>
                    <a:gd name="connsiteX20" fmla="*/ 2827953 w 2833210"/>
                    <a:gd name="connsiteY20" fmla="*/ 649711 h 2416704"/>
                    <a:gd name="connsiteX21" fmla="*/ 2820958 w 2833210"/>
                    <a:gd name="connsiteY21" fmla="*/ 906155 h 2416704"/>
                    <a:gd name="connsiteX22" fmla="*/ 2809526 w 2833210"/>
                    <a:gd name="connsiteY22" fmla="*/ 1219245 h 2416704"/>
                    <a:gd name="connsiteX23" fmla="*/ 2799118 w 2833210"/>
                    <a:gd name="connsiteY23" fmla="*/ 1440370 h 2416704"/>
                    <a:gd name="connsiteX24" fmla="*/ 2778644 w 2833210"/>
                    <a:gd name="connsiteY24" fmla="*/ 1633343 h 2416704"/>
                    <a:gd name="connsiteX25" fmla="*/ 2763288 w 2833210"/>
                    <a:gd name="connsiteY25" fmla="*/ 1677533 h 2416704"/>
                    <a:gd name="connsiteX26" fmla="*/ 2760217 w 2833210"/>
                    <a:gd name="connsiteY26" fmla="*/ 1533017 h 2416704"/>
                    <a:gd name="connsiteX27" fmla="*/ 2766188 w 2833210"/>
                    <a:gd name="connsiteY27" fmla="*/ 1427915 h 2416704"/>
                    <a:gd name="connsiteX28" fmla="*/ 2774890 w 2833210"/>
                    <a:gd name="connsiteY28" fmla="*/ 1120114 h 2416704"/>
                    <a:gd name="connsiteX29" fmla="*/ 2788369 w 2833210"/>
                    <a:gd name="connsiteY29" fmla="*/ 888410 h 2416704"/>
                    <a:gd name="connsiteX30" fmla="*/ 2793317 w 2833210"/>
                    <a:gd name="connsiteY30" fmla="*/ 780578 h 2416704"/>
                    <a:gd name="connsiteX31" fmla="*/ 2822493 w 2833210"/>
                    <a:gd name="connsiteY31" fmla="*/ 542561 h 2416704"/>
                    <a:gd name="connsiteX32" fmla="*/ 2832390 w 2833210"/>
                    <a:gd name="connsiteY32" fmla="*/ 536760 h 2416704"/>
                    <a:gd name="connsiteX33" fmla="*/ 157902 w 2833210"/>
                    <a:gd name="connsiteY33" fmla="*/ 91097 h 2416704"/>
                    <a:gd name="connsiteX34" fmla="*/ 420147 w 2833210"/>
                    <a:gd name="connsiteY34" fmla="*/ 92974 h 2416704"/>
                    <a:gd name="connsiteX35" fmla="*/ 992922 w 2833210"/>
                    <a:gd name="connsiteY35" fmla="*/ 97581 h 2416704"/>
                    <a:gd name="connsiteX36" fmla="*/ 1252266 w 2833210"/>
                    <a:gd name="connsiteY36" fmla="*/ 103382 h 2416704"/>
                    <a:gd name="connsiteX37" fmla="*/ 1538398 w 2833210"/>
                    <a:gd name="connsiteY37" fmla="*/ 114131 h 2416704"/>
                    <a:gd name="connsiteX38" fmla="*/ 1778462 w 2833210"/>
                    <a:gd name="connsiteY38" fmla="*/ 125221 h 2416704"/>
                    <a:gd name="connsiteX39" fmla="*/ 2005047 w 2833210"/>
                    <a:gd name="connsiteY39" fmla="*/ 135970 h 2416704"/>
                    <a:gd name="connsiteX40" fmla="*/ 2236921 w 2833210"/>
                    <a:gd name="connsiteY40" fmla="*/ 146720 h 2416704"/>
                    <a:gd name="connsiteX41" fmla="*/ 2498654 w 2833210"/>
                    <a:gd name="connsiteY41" fmla="*/ 157298 h 2416704"/>
                    <a:gd name="connsiteX42" fmla="*/ 2722510 w 2833210"/>
                    <a:gd name="connsiteY42" fmla="*/ 166341 h 2416704"/>
                    <a:gd name="connsiteX43" fmla="*/ 2746396 w 2833210"/>
                    <a:gd name="connsiteY43" fmla="*/ 187498 h 2416704"/>
                    <a:gd name="connsiteX44" fmla="*/ 2748103 w 2833210"/>
                    <a:gd name="connsiteY44" fmla="*/ 276050 h 2416704"/>
                    <a:gd name="connsiteX45" fmla="*/ 2747250 w 2833210"/>
                    <a:gd name="connsiteY45" fmla="*/ 300279 h 2416704"/>
                    <a:gd name="connsiteX46" fmla="*/ 2733771 w 2833210"/>
                    <a:gd name="connsiteY46" fmla="*/ 651076 h 2416704"/>
                    <a:gd name="connsiteX47" fmla="*/ 2723192 w 2833210"/>
                    <a:gd name="connsiteY47" fmla="*/ 872201 h 2416704"/>
                    <a:gd name="connsiteX48" fmla="*/ 2717732 w 2833210"/>
                    <a:gd name="connsiteY48" fmla="*/ 1063808 h 2416704"/>
                    <a:gd name="connsiteX49" fmla="*/ 2713808 w 2833210"/>
                    <a:gd name="connsiteY49" fmla="*/ 1387989 h 2416704"/>
                    <a:gd name="connsiteX50" fmla="*/ 2699305 w 2833210"/>
                    <a:gd name="connsiteY50" fmla="*/ 1581644 h 2416704"/>
                    <a:gd name="connsiteX51" fmla="*/ 2698281 w 2833210"/>
                    <a:gd name="connsiteY51" fmla="*/ 1595123 h 2416704"/>
                    <a:gd name="connsiteX52" fmla="*/ 2693675 w 2833210"/>
                    <a:gd name="connsiteY52" fmla="*/ 1938242 h 2416704"/>
                    <a:gd name="connsiteX53" fmla="*/ 2697599 w 2833210"/>
                    <a:gd name="connsiteY53" fmla="*/ 2132580 h 2416704"/>
                    <a:gd name="connsiteX54" fmla="*/ 2663304 w 2833210"/>
                    <a:gd name="connsiteY54" fmla="*/ 2175406 h 2416704"/>
                    <a:gd name="connsiteX55" fmla="*/ 2636516 w 2833210"/>
                    <a:gd name="connsiteY55" fmla="*/ 2177453 h 2416704"/>
                    <a:gd name="connsiteX56" fmla="*/ 2433818 w 2833210"/>
                    <a:gd name="connsiteY56" fmla="*/ 2177453 h 2416704"/>
                    <a:gd name="connsiteX57" fmla="*/ 2433818 w 2833210"/>
                    <a:gd name="connsiteY57" fmla="*/ 2176941 h 2416704"/>
                    <a:gd name="connsiteX58" fmla="*/ 2231120 w 2833210"/>
                    <a:gd name="connsiteY58" fmla="*/ 2176429 h 2416704"/>
                    <a:gd name="connsiteX59" fmla="*/ 1880664 w 2833210"/>
                    <a:gd name="connsiteY59" fmla="*/ 2157490 h 2416704"/>
                    <a:gd name="connsiteX60" fmla="*/ 1761912 w 2833210"/>
                    <a:gd name="connsiteY60" fmla="*/ 2152201 h 2416704"/>
                    <a:gd name="connsiteX61" fmla="*/ 1573034 w 2833210"/>
                    <a:gd name="connsiteY61" fmla="*/ 2144353 h 2416704"/>
                    <a:gd name="connsiteX62" fmla="*/ 1284343 w 2833210"/>
                    <a:gd name="connsiteY62" fmla="*/ 2132750 h 2416704"/>
                    <a:gd name="connsiteX63" fmla="*/ 1208929 w 2833210"/>
                    <a:gd name="connsiteY63" fmla="*/ 2129167 h 2416704"/>
                    <a:gd name="connsiteX64" fmla="*/ 1170710 w 2833210"/>
                    <a:gd name="connsiteY64" fmla="*/ 2144523 h 2416704"/>
                    <a:gd name="connsiteX65" fmla="*/ 1059635 w 2833210"/>
                    <a:gd name="connsiteY65" fmla="*/ 2238365 h 2416704"/>
                    <a:gd name="connsiteX66" fmla="*/ 904370 w 2833210"/>
                    <a:gd name="connsiteY66" fmla="*/ 2330159 h 2416704"/>
                    <a:gd name="connsiteX67" fmla="*/ 709520 w 2833210"/>
                    <a:gd name="connsiteY67" fmla="*/ 2409498 h 2416704"/>
                    <a:gd name="connsiteX68" fmla="*/ 667206 w 2833210"/>
                    <a:gd name="connsiteY68" fmla="*/ 2416494 h 2416704"/>
                    <a:gd name="connsiteX69" fmla="*/ 637859 w 2833210"/>
                    <a:gd name="connsiteY69" fmla="*/ 2378274 h 2416704"/>
                    <a:gd name="connsiteX70" fmla="*/ 645708 w 2833210"/>
                    <a:gd name="connsiteY70" fmla="*/ 2358312 h 2416704"/>
                    <a:gd name="connsiteX71" fmla="*/ 746033 w 2833210"/>
                    <a:gd name="connsiteY71" fmla="*/ 2155784 h 2416704"/>
                    <a:gd name="connsiteX72" fmla="*/ 722999 w 2833210"/>
                    <a:gd name="connsiteY72" fmla="*/ 2117224 h 2416704"/>
                    <a:gd name="connsiteX73" fmla="*/ 415028 w 2833210"/>
                    <a:gd name="connsiteY73" fmla="*/ 2111423 h 2416704"/>
                    <a:gd name="connsiteX74" fmla="*/ 144935 w 2833210"/>
                    <a:gd name="connsiteY74" fmla="*/ 2106986 h 2416704"/>
                    <a:gd name="connsiteX75" fmla="*/ 114052 w 2833210"/>
                    <a:gd name="connsiteY75" fmla="*/ 2077640 h 2416704"/>
                    <a:gd name="connsiteX76" fmla="*/ 106716 w 2833210"/>
                    <a:gd name="connsiteY76" fmla="*/ 1877842 h 2416704"/>
                    <a:gd name="connsiteX77" fmla="*/ 95625 w 2833210"/>
                    <a:gd name="connsiteY77" fmla="*/ 1578231 h 2416704"/>
                    <a:gd name="connsiteX78" fmla="*/ 93919 w 2833210"/>
                    <a:gd name="connsiteY78" fmla="*/ 1181025 h 2416704"/>
                    <a:gd name="connsiteX79" fmla="*/ 98867 w 2833210"/>
                    <a:gd name="connsiteY79" fmla="*/ 951540 h 2416704"/>
                    <a:gd name="connsiteX80" fmla="*/ 115247 w 2833210"/>
                    <a:gd name="connsiteY80" fmla="*/ 600913 h 2416704"/>
                    <a:gd name="connsiteX81" fmla="*/ 118830 w 2833210"/>
                    <a:gd name="connsiteY81" fmla="*/ 501100 h 2416704"/>
                    <a:gd name="connsiteX82" fmla="*/ 125484 w 2833210"/>
                    <a:gd name="connsiteY82" fmla="*/ 268884 h 2416704"/>
                    <a:gd name="connsiteX83" fmla="*/ 134015 w 2833210"/>
                    <a:gd name="connsiteY83" fmla="*/ 112595 h 2416704"/>
                    <a:gd name="connsiteX84" fmla="*/ 157902 w 2833210"/>
                    <a:gd name="connsiteY84" fmla="*/ 91097 h 2416704"/>
                    <a:gd name="connsiteX85" fmla="*/ 333038 w 2833210"/>
                    <a:gd name="connsiteY85" fmla="*/ 31 h 2416704"/>
                    <a:gd name="connsiteX86" fmla="*/ 502217 w 2833210"/>
                    <a:gd name="connsiteY86" fmla="*/ 15171 h 2416704"/>
                    <a:gd name="connsiteX87" fmla="*/ 451371 w 2833210"/>
                    <a:gd name="connsiteY87" fmla="*/ 15171 h 2416704"/>
                    <a:gd name="connsiteX88" fmla="*/ 169335 w 2833210"/>
                    <a:gd name="connsiteY88" fmla="*/ 35816 h 2416704"/>
                    <a:gd name="connsiteX89" fmla="*/ 88631 w 2833210"/>
                    <a:gd name="connsiteY89" fmla="*/ 41446 h 2416704"/>
                    <a:gd name="connsiteX90" fmla="*/ 71057 w 2833210"/>
                    <a:gd name="connsiteY90" fmla="*/ 59020 h 2416704"/>
                    <a:gd name="connsiteX91" fmla="*/ 71057 w 2833210"/>
                    <a:gd name="connsiteY91" fmla="*/ 83249 h 2416704"/>
                    <a:gd name="connsiteX92" fmla="*/ 59454 w 2833210"/>
                    <a:gd name="connsiteY92" fmla="*/ 274174 h 2416704"/>
                    <a:gd name="connsiteX93" fmla="*/ 50241 w 2833210"/>
                    <a:gd name="connsiteY93" fmla="*/ 293795 h 2416704"/>
                    <a:gd name="connsiteX94" fmla="*/ 43416 w 2833210"/>
                    <a:gd name="connsiteY94" fmla="*/ 273662 h 2416704"/>
                    <a:gd name="connsiteX95" fmla="*/ 31814 w 2833210"/>
                    <a:gd name="connsiteY95" fmla="*/ 69599 h 2416704"/>
                    <a:gd name="connsiteX96" fmla="*/ 96991 w 2833210"/>
                    <a:gd name="connsiteY96" fmla="*/ 5275 h 2416704"/>
                    <a:gd name="connsiteX97" fmla="*/ 256181 w 2833210"/>
                    <a:gd name="connsiteY97" fmla="*/ 3739 h 2416704"/>
                    <a:gd name="connsiteX98" fmla="*/ 288428 w 2833210"/>
                    <a:gd name="connsiteY98" fmla="*/ 1521 h 2416704"/>
                    <a:gd name="connsiteX99" fmla="*/ 333038 w 2833210"/>
                    <a:gd name="connsiteY99" fmla="*/ 31 h 2416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</a:cxnLst>
                  <a:rect l="l" t="t" r="r" b="b"/>
                  <a:pathLst>
                    <a:path w="2833210" h="2416704">
                      <a:moveTo>
                        <a:pt x="17652" y="1851567"/>
                      </a:moveTo>
                      <a:lnTo>
                        <a:pt x="17823" y="1851567"/>
                      </a:lnTo>
                      <a:cubicBezTo>
                        <a:pt x="28401" y="1888421"/>
                        <a:pt x="28060" y="1921863"/>
                        <a:pt x="30449" y="1954622"/>
                      </a:cubicBezTo>
                      <a:cubicBezTo>
                        <a:pt x="34373" y="2008368"/>
                        <a:pt x="40515" y="2062114"/>
                        <a:pt x="38638" y="2116030"/>
                      </a:cubicBezTo>
                      <a:cubicBezTo>
                        <a:pt x="38297" y="2125755"/>
                        <a:pt x="38980" y="2135822"/>
                        <a:pt x="40686" y="2145547"/>
                      </a:cubicBezTo>
                      <a:cubicBezTo>
                        <a:pt x="45463" y="2173359"/>
                        <a:pt x="45805" y="2174041"/>
                        <a:pt x="74128" y="2177454"/>
                      </a:cubicBezTo>
                      <a:cubicBezTo>
                        <a:pt x="106204" y="2181207"/>
                        <a:pt x="138793" y="2177795"/>
                        <a:pt x="171040" y="2182572"/>
                      </a:cubicBezTo>
                      <a:cubicBezTo>
                        <a:pt x="228710" y="2191274"/>
                        <a:pt x="286551" y="2198269"/>
                        <a:pt x="343368" y="2212090"/>
                      </a:cubicBezTo>
                      <a:cubicBezTo>
                        <a:pt x="344733" y="2212431"/>
                        <a:pt x="345586" y="2214478"/>
                        <a:pt x="347804" y="2217208"/>
                      </a:cubicBezTo>
                      <a:cubicBezTo>
                        <a:pt x="342685" y="2221815"/>
                        <a:pt x="336372" y="2220109"/>
                        <a:pt x="330742" y="2220109"/>
                      </a:cubicBezTo>
                      <a:cubicBezTo>
                        <a:pt x="285869" y="2219768"/>
                        <a:pt x="240995" y="2222327"/>
                        <a:pt x="196122" y="2217208"/>
                      </a:cubicBezTo>
                      <a:cubicBezTo>
                        <a:pt x="173941" y="2214649"/>
                        <a:pt x="151419" y="2216185"/>
                        <a:pt x="128897" y="2219256"/>
                      </a:cubicBezTo>
                      <a:cubicBezTo>
                        <a:pt x="98526" y="2223351"/>
                        <a:pt x="67985" y="2220450"/>
                        <a:pt x="37956" y="2212943"/>
                      </a:cubicBezTo>
                      <a:cubicBezTo>
                        <a:pt x="18505" y="2207995"/>
                        <a:pt x="8097" y="2197416"/>
                        <a:pt x="4685" y="2176259"/>
                      </a:cubicBezTo>
                      <a:cubicBezTo>
                        <a:pt x="-3334" y="2126950"/>
                        <a:pt x="931" y="2077811"/>
                        <a:pt x="2979" y="2028501"/>
                      </a:cubicBezTo>
                      <a:cubicBezTo>
                        <a:pt x="4685" y="1985334"/>
                        <a:pt x="5197" y="1942167"/>
                        <a:pt x="5879" y="1899000"/>
                      </a:cubicBezTo>
                      <a:cubicBezTo>
                        <a:pt x="6050" y="1883985"/>
                        <a:pt x="7244" y="1869141"/>
                        <a:pt x="17652" y="1851567"/>
                      </a:cubicBezTo>
                      <a:close/>
                      <a:moveTo>
                        <a:pt x="2832390" y="536760"/>
                      </a:moveTo>
                      <a:lnTo>
                        <a:pt x="2832731" y="536931"/>
                      </a:lnTo>
                      <a:cubicBezTo>
                        <a:pt x="2833755" y="566789"/>
                        <a:pt x="2833242" y="596307"/>
                        <a:pt x="2830171" y="625654"/>
                      </a:cubicBezTo>
                      <a:cubicBezTo>
                        <a:pt x="2829318" y="633673"/>
                        <a:pt x="2828295" y="641692"/>
                        <a:pt x="2827953" y="649711"/>
                      </a:cubicBezTo>
                      <a:cubicBezTo>
                        <a:pt x="2825565" y="735192"/>
                        <a:pt x="2824541" y="820674"/>
                        <a:pt x="2820958" y="906155"/>
                      </a:cubicBezTo>
                      <a:cubicBezTo>
                        <a:pt x="2816692" y="1010575"/>
                        <a:pt x="2813962" y="1114825"/>
                        <a:pt x="2809526" y="1219245"/>
                      </a:cubicBezTo>
                      <a:cubicBezTo>
                        <a:pt x="2806455" y="1292953"/>
                        <a:pt x="2805943" y="1366832"/>
                        <a:pt x="2799118" y="1440370"/>
                      </a:cubicBezTo>
                      <a:cubicBezTo>
                        <a:pt x="2793147" y="1504694"/>
                        <a:pt x="2790075" y="1569530"/>
                        <a:pt x="2778644" y="1633343"/>
                      </a:cubicBezTo>
                      <a:cubicBezTo>
                        <a:pt x="2775914" y="1648187"/>
                        <a:pt x="2772331" y="1662860"/>
                        <a:pt x="2763288" y="1677533"/>
                      </a:cubicBezTo>
                      <a:cubicBezTo>
                        <a:pt x="2755439" y="1628053"/>
                        <a:pt x="2755951" y="1580791"/>
                        <a:pt x="2760217" y="1533017"/>
                      </a:cubicBezTo>
                      <a:cubicBezTo>
                        <a:pt x="2763458" y="1498040"/>
                        <a:pt x="2766188" y="1462892"/>
                        <a:pt x="2766188" y="1427915"/>
                      </a:cubicBezTo>
                      <a:cubicBezTo>
                        <a:pt x="2766188" y="1325201"/>
                        <a:pt x="2772501" y="1222657"/>
                        <a:pt x="2774890" y="1120114"/>
                      </a:cubicBezTo>
                      <a:cubicBezTo>
                        <a:pt x="2776767" y="1042822"/>
                        <a:pt x="2783592" y="965702"/>
                        <a:pt x="2788369" y="888410"/>
                      </a:cubicBezTo>
                      <a:cubicBezTo>
                        <a:pt x="2790587" y="852409"/>
                        <a:pt x="2789563" y="816408"/>
                        <a:pt x="2793317" y="780578"/>
                      </a:cubicBezTo>
                      <a:cubicBezTo>
                        <a:pt x="2801848" y="701068"/>
                        <a:pt x="2808844" y="621388"/>
                        <a:pt x="2822493" y="542561"/>
                      </a:cubicBezTo>
                      <a:cubicBezTo>
                        <a:pt x="2823005" y="539831"/>
                        <a:pt x="2823858" y="537443"/>
                        <a:pt x="2832390" y="536760"/>
                      </a:cubicBezTo>
                      <a:close/>
                      <a:moveTo>
                        <a:pt x="157902" y="91097"/>
                      </a:moveTo>
                      <a:cubicBezTo>
                        <a:pt x="245260" y="91438"/>
                        <a:pt x="332789" y="90585"/>
                        <a:pt x="420147" y="92974"/>
                      </a:cubicBezTo>
                      <a:cubicBezTo>
                        <a:pt x="611072" y="98092"/>
                        <a:pt x="801997" y="93998"/>
                        <a:pt x="992922" y="97581"/>
                      </a:cubicBezTo>
                      <a:cubicBezTo>
                        <a:pt x="1079427" y="99116"/>
                        <a:pt x="1165761" y="100822"/>
                        <a:pt x="1252266" y="103382"/>
                      </a:cubicBezTo>
                      <a:cubicBezTo>
                        <a:pt x="1347644" y="106282"/>
                        <a:pt x="1443021" y="109695"/>
                        <a:pt x="1538398" y="114131"/>
                      </a:cubicBezTo>
                      <a:cubicBezTo>
                        <a:pt x="1618420" y="117885"/>
                        <a:pt x="1698441" y="121638"/>
                        <a:pt x="1778462" y="125221"/>
                      </a:cubicBezTo>
                      <a:cubicBezTo>
                        <a:pt x="1854048" y="128463"/>
                        <a:pt x="1929462" y="132558"/>
                        <a:pt x="2005047" y="135970"/>
                      </a:cubicBezTo>
                      <a:cubicBezTo>
                        <a:pt x="2082339" y="139553"/>
                        <a:pt x="2159630" y="143478"/>
                        <a:pt x="2236921" y="146720"/>
                      </a:cubicBezTo>
                      <a:cubicBezTo>
                        <a:pt x="2324109" y="150473"/>
                        <a:pt x="2411296" y="155080"/>
                        <a:pt x="2498654" y="157298"/>
                      </a:cubicBezTo>
                      <a:cubicBezTo>
                        <a:pt x="2573387" y="159345"/>
                        <a:pt x="2647948" y="163270"/>
                        <a:pt x="2722510" y="166341"/>
                      </a:cubicBezTo>
                      <a:cubicBezTo>
                        <a:pt x="2742813" y="167194"/>
                        <a:pt x="2742643" y="167706"/>
                        <a:pt x="2746396" y="187498"/>
                      </a:cubicBezTo>
                      <a:cubicBezTo>
                        <a:pt x="2751856" y="217015"/>
                        <a:pt x="2753051" y="246362"/>
                        <a:pt x="2748103" y="276050"/>
                      </a:cubicBezTo>
                      <a:cubicBezTo>
                        <a:pt x="2746738" y="283899"/>
                        <a:pt x="2747079" y="292259"/>
                        <a:pt x="2747250" y="300279"/>
                      </a:cubicBezTo>
                      <a:cubicBezTo>
                        <a:pt x="2747932" y="417495"/>
                        <a:pt x="2736500" y="534030"/>
                        <a:pt x="2733771" y="651076"/>
                      </a:cubicBezTo>
                      <a:cubicBezTo>
                        <a:pt x="2732064" y="724784"/>
                        <a:pt x="2728140" y="798663"/>
                        <a:pt x="2723192" y="872201"/>
                      </a:cubicBezTo>
                      <a:cubicBezTo>
                        <a:pt x="2718926" y="936013"/>
                        <a:pt x="2720974" y="999996"/>
                        <a:pt x="2717732" y="1063808"/>
                      </a:cubicBezTo>
                      <a:cubicBezTo>
                        <a:pt x="2712443" y="1171812"/>
                        <a:pt x="2715855" y="1279986"/>
                        <a:pt x="2713808" y="1387989"/>
                      </a:cubicBezTo>
                      <a:cubicBezTo>
                        <a:pt x="2712613" y="1452825"/>
                        <a:pt x="2706983" y="1517320"/>
                        <a:pt x="2699305" y="1581644"/>
                      </a:cubicBezTo>
                      <a:cubicBezTo>
                        <a:pt x="2698793" y="1586080"/>
                        <a:pt x="2698452" y="1590687"/>
                        <a:pt x="2698281" y="1595123"/>
                      </a:cubicBezTo>
                      <a:cubicBezTo>
                        <a:pt x="2693333" y="1709439"/>
                        <a:pt x="2689750" y="1823755"/>
                        <a:pt x="2693675" y="1938242"/>
                      </a:cubicBezTo>
                      <a:cubicBezTo>
                        <a:pt x="2695893" y="2003078"/>
                        <a:pt x="2696916" y="2067914"/>
                        <a:pt x="2697599" y="2132580"/>
                      </a:cubicBezTo>
                      <a:cubicBezTo>
                        <a:pt x="2697940" y="2160050"/>
                        <a:pt x="2689921" y="2169775"/>
                        <a:pt x="2663304" y="2175406"/>
                      </a:cubicBezTo>
                      <a:cubicBezTo>
                        <a:pt x="2654602" y="2177282"/>
                        <a:pt x="2645389" y="2177453"/>
                        <a:pt x="2636516" y="2177453"/>
                      </a:cubicBezTo>
                      <a:cubicBezTo>
                        <a:pt x="2568950" y="2177453"/>
                        <a:pt x="2501384" y="2177453"/>
                        <a:pt x="2433818" y="2177453"/>
                      </a:cubicBezTo>
                      <a:lnTo>
                        <a:pt x="2433818" y="2176941"/>
                      </a:lnTo>
                      <a:cubicBezTo>
                        <a:pt x="2366252" y="2176941"/>
                        <a:pt x="2298687" y="2179159"/>
                        <a:pt x="2231120" y="2176429"/>
                      </a:cubicBezTo>
                      <a:cubicBezTo>
                        <a:pt x="2114245" y="2171652"/>
                        <a:pt x="1997540" y="2163803"/>
                        <a:pt x="1880664" y="2157490"/>
                      </a:cubicBezTo>
                      <a:cubicBezTo>
                        <a:pt x="1841080" y="2155272"/>
                        <a:pt x="1801496" y="2154931"/>
                        <a:pt x="1761912" y="2152201"/>
                      </a:cubicBezTo>
                      <a:cubicBezTo>
                        <a:pt x="1699123" y="2148106"/>
                        <a:pt x="1635994" y="2147424"/>
                        <a:pt x="1573034" y="2144353"/>
                      </a:cubicBezTo>
                      <a:cubicBezTo>
                        <a:pt x="1476804" y="2139575"/>
                        <a:pt x="1380574" y="2135480"/>
                        <a:pt x="1284343" y="2132750"/>
                      </a:cubicBezTo>
                      <a:cubicBezTo>
                        <a:pt x="1259262" y="2132068"/>
                        <a:pt x="1234010" y="2130873"/>
                        <a:pt x="1208929" y="2129167"/>
                      </a:cubicBezTo>
                      <a:cubicBezTo>
                        <a:pt x="1193061" y="2128144"/>
                        <a:pt x="1181800" y="2134115"/>
                        <a:pt x="1170710" y="2144523"/>
                      </a:cubicBezTo>
                      <a:cubicBezTo>
                        <a:pt x="1135391" y="2177794"/>
                        <a:pt x="1098366" y="2209018"/>
                        <a:pt x="1059635" y="2238365"/>
                      </a:cubicBezTo>
                      <a:cubicBezTo>
                        <a:pt x="1011179" y="2274707"/>
                        <a:pt x="959310" y="2304907"/>
                        <a:pt x="904370" y="2330159"/>
                      </a:cubicBezTo>
                      <a:cubicBezTo>
                        <a:pt x="840557" y="2359335"/>
                        <a:pt x="777086" y="2389194"/>
                        <a:pt x="709520" y="2409498"/>
                      </a:cubicBezTo>
                      <a:cubicBezTo>
                        <a:pt x="695700" y="2413593"/>
                        <a:pt x="681880" y="2417688"/>
                        <a:pt x="667206" y="2416494"/>
                      </a:cubicBezTo>
                      <a:cubicBezTo>
                        <a:pt x="643831" y="2414617"/>
                        <a:pt x="633082" y="2401308"/>
                        <a:pt x="637859" y="2378274"/>
                      </a:cubicBezTo>
                      <a:cubicBezTo>
                        <a:pt x="639224" y="2371279"/>
                        <a:pt x="642466" y="2364625"/>
                        <a:pt x="645708" y="2358312"/>
                      </a:cubicBezTo>
                      <a:cubicBezTo>
                        <a:pt x="679662" y="2291087"/>
                        <a:pt x="714298" y="2224203"/>
                        <a:pt x="746033" y="2155784"/>
                      </a:cubicBezTo>
                      <a:cubicBezTo>
                        <a:pt x="763095" y="2119101"/>
                        <a:pt x="762754" y="2119271"/>
                        <a:pt x="722999" y="2117224"/>
                      </a:cubicBezTo>
                      <a:cubicBezTo>
                        <a:pt x="620456" y="2111934"/>
                        <a:pt x="517572" y="2115347"/>
                        <a:pt x="415028" y="2111423"/>
                      </a:cubicBezTo>
                      <a:cubicBezTo>
                        <a:pt x="324940" y="2107840"/>
                        <a:pt x="234852" y="2109205"/>
                        <a:pt x="144935" y="2106986"/>
                      </a:cubicBezTo>
                      <a:cubicBezTo>
                        <a:pt x="114564" y="2106304"/>
                        <a:pt x="114905" y="2106475"/>
                        <a:pt x="114052" y="2077640"/>
                      </a:cubicBezTo>
                      <a:cubicBezTo>
                        <a:pt x="112005" y="2011097"/>
                        <a:pt x="112517" y="1944214"/>
                        <a:pt x="106716" y="1877842"/>
                      </a:cubicBezTo>
                      <a:cubicBezTo>
                        <a:pt x="98185" y="1778029"/>
                        <a:pt x="99208" y="1678215"/>
                        <a:pt x="95625" y="1578231"/>
                      </a:cubicBezTo>
                      <a:cubicBezTo>
                        <a:pt x="91019" y="1445829"/>
                        <a:pt x="92042" y="1313427"/>
                        <a:pt x="93919" y="1181025"/>
                      </a:cubicBezTo>
                      <a:cubicBezTo>
                        <a:pt x="95113" y="1104587"/>
                        <a:pt x="94602" y="1027807"/>
                        <a:pt x="98867" y="951540"/>
                      </a:cubicBezTo>
                      <a:cubicBezTo>
                        <a:pt x="105521" y="834664"/>
                        <a:pt x="111664" y="717959"/>
                        <a:pt x="115247" y="600913"/>
                      </a:cubicBezTo>
                      <a:cubicBezTo>
                        <a:pt x="116270" y="567642"/>
                        <a:pt x="117977" y="534371"/>
                        <a:pt x="118830" y="501100"/>
                      </a:cubicBezTo>
                      <a:cubicBezTo>
                        <a:pt x="121048" y="423638"/>
                        <a:pt x="122583" y="346176"/>
                        <a:pt x="125484" y="268884"/>
                      </a:cubicBezTo>
                      <a:cubicBezTo>
                        <a:pt x="127361" y="216674"/>
                        <a:pt x="130944" y="164635"/>
                        <a:pt x="134015" y="112595"/>
                      </a:cubicBezTo>
                      <a:cubicBezTo>
                        <a:pt x="135209" y="91268"/>
                        <a:pt x="135551" y="91097"/>
                        <a:pt x="157902" y="91097"/>
                      </a:cubicBezTo>
                      <a:close/>
                      <a:moveTo>
                        <a:pt x="333038" y="31"/>
                      </a:moveTo>
                      <a:cubicBezTo>
                        <a:pt x="388711" y="519"/>
                        <a:pt x="469457" y="6597"/>
                        <a:pt x="502217" y="15171"/>
                      </a:cubicBezTo>
                      <a:lnTo>
                        <a:pt x="451371" y="15171"/>
                      </a:lnTo>
                      <a:cubicBezTo>
                        <a:pt x="357188" y="20119"/>
                        <a:pt x="263006" y="24725"/>
                        <a:pt x="169335" y="35816"/>
                      </a:cubicBezTo>
                      <a:cubicBezTo>
                        <a:pt x="142547" y="39058"/>
                        <a:pt x="115589" y="40252"/>
                        <a:pt x="88631" y="41446"/>
                      </a:cubicBezTo>
                      <a:cubicBezTo>
                        <a:pt x="76346" y="41958"/>
                        <a:pt x="70204" y="46053"/>
                        <a:pt x="71057" y="59020"/>
                      </a:cubicBezTo>
                      <a:cubicBezTo>
                        <a:pt x="71569" y="67039"/>
                        <a:pt x="71057" y="75229"/>
                        <a:pt x="71057" y="83249"/>
                      </a:cubicBezTo>
                      <a:cubicBezTo>
                        <a:pt x="71057" y="147061"/>
                        <a:pt x="66962" y="210703"/>
                        <a:pt x="59454" y="274174"/>
                      </a:cubicBezTo>
                      <a:cubicBezTo>
                        <a:pt x="58601" y="281852"/>
                        <a:pt x="59796" y="294136"/>
                        <a:pt x="50241" y="293795"/>
                      </a:cubicBezTo>
                      <a:cubicBezTo>
                        <a:pt x="39321" y="293283"/>
                        <a:pt x="44781" y="280828"/>
                        <a:pt x="43416" y="273662"/>
                      </a:cubicBezTo>
                      <a:cubicBezTo>
                        <a:pt x="30449" y="206096"/>
                        <a:pt x="30449" y="137847"/>
                        <a:pt x="31814" y="69599"/>
                      </a:cubicBezTo>
                      <a:cubicBezTo>
                        <a:pt x="33008" y="14829"/>
                        <a:pt x="41539" y="6298"/>
                        <a:pt x="96991" y="5275"/>
                      </a:cubicBezTo>
                      <a:cubicBezTo>
                        <a:pt x="150054" y="4251"/>
                        <a:pt x="203118" y="4422"/>
                        <a:pt x="256181" y="3739"/>
                      </a:cubicBezTo>
                      <a:cubicBezTo>
                        <a:pt x="266930" y="3739"/>
                        <a:pt x="277679" y="2715"/>
                        <a:pt x="288428" y="1521"/>
                      </a:cubicBezTo>
                      <a:cubicBezTo>
                        <a:pt x="298708" y="327"/>
                        <a:pt x="314480" y="-132"/>
                        <a:pt x="333038" y="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704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zh-CN" altLang="en-US"/>
                </a:p>
              </p:txBody>
            </p:sp>
            <p:sp>
              <p:nvSpPr>
                <p:cNvPr id="14" name="圆角矩形 13">
                  <a:extLst>
                    <a:ext uri="{FF2B5EF4-FFF2-40B4-BE49-F238E27FC236}">
                      <a16:creationId xmlns:a16="http://schemas.microsoft.com/office/drawing/2014/main" id="{9279A950-1B85-BEB2-584B-FBFBE26BB811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8758310" y="2026797"/>
                  <a:ext cx="2457624" cy="597949"/>
                </a:xfrm>
                <a:prstGeom prst="roundRect">
                  <a:avLst>
                    <a:gd name="adj" fmla="val 0"/>
                  </a:avLst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2000" b="1">
                      <a:solidFill>
                        <a:srgbClr val="FFFFFF"/>
                      </a:solidFill>
                    </a:rPr>
                    <a:t>格局</a:t>
                  </a:r>
                  <a:endParaRPr lang="en-US" altLang="zh-CN" sz="2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3DC371AE-E61A-0895-BE18-C52657222D5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8758306" y="2623148"/>
                  <a:ext cx="2457628" cy="1085251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30000"/>
                    </a:lnSpc>
                  </a:pPr>
                  <a:r>
                    <a:rPr lang="zh-CN" altLang="en-US" sz="1400">
                      <a:solidFill>
                        <a:srgbClr val="FFFFFF"/>
                      </a:solidFill>
                    </a:rPr>
                    <a:t>五四精神永存，青年格局重任，共创辉煌未来。</a:t>
                  </a:r>
                  <a:endParaRPr lang="en-US" altLang="zh-CN" sz="1400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6E3335E0-1EB1-F30F-1C53-853463F2EB0D}"/>
                  </a:ext>
                </a:extLst>
              </p:cNvPr>
              <p:cNvGrpSpPr/>
              <p:nvPr/>
            </p:nvGrpSpPr>
            <p:grpSpPr>
              <a:xfrm>
                <a:off x="6370641" y="3985806"/>
                <a:ext cx="2833210" cy="2416704"/>
                <a:chOff x="8555086" y="1663842"/>
                <a:chExt cx="2833210" cy="2416704"/>
              </a:xfrm>
            </p:grpSpPr>
            <p:sp>
              <p:nvSpPr>
                <p:cNvPr id="10" name="任意多边形 9">
                  <a:extLst>
                    <a:ext uri="{FF2B5EF4-FFF2-40B4-BE49-F238E27FC236}">
                      <a16:creationId xmlns:a16="http://schemas.microsoft.com/office/drawing/2014/main" id="{027EDCC1-7A28-22D2-C738-B0118526DBE1}"/>
                    </a:ext>
                  </a:extLst>
                </p:cNvPr>
                <p:cNvSpPr/>
                <p:nvPr/>
              </p:nvSpPr>
              <p:spPr>
                <a:xfrm>
                  <a:off x="8555086" y="1663842"/>
                  <a:ext cx="2833210" cy="2416704"/>
                </a:xfrm>
                <a:custGeom>
                  <a:avLst/>
                  <a:gdLst>
                    <a:gd name="connsiteX0" fmla="*/ 17652 w 2833210"/>
                    <a:gd name="connsiteY0" fmla="*/ 1851567 h 2416704"/>
                    <a:gd name="connsiteX1" fmla="*/ 17823 w 2833210"/>
                    <a:gd name="connsiteY1" fmla="*/ 1851567 h 2416704"/>
                    <a:gd name="connsiteX2" fmla="*/ 30449 w 2833210"/>
                    <a:gd name="connsiteY2" fmla="*/ 1954622 h 2416704"/>
                    <a:gd name="connsiteX3" fmla="*/ 38638 w 2833210"/>
                    <a:gd name="connsiteY3" fmla="*/ 2116030 h 2416704"/>
                    <a:gd name="connsiteX4" fmla="*/ 40686 w 2833210"/>
                    <a:gd name="connsiteY4" fmla="*/ 2145547 h 2416704"/>
                    <a:gd name="connsiteX5" fmla="*/ 74128 w 2833210"/>
                    <a:gd name="connsiteY5" fmla="*/ 2177454 h 2416704"/>
                    <a:gd name="connsiteX6" fmla="*/ 171040 w 2833210"/>
                    <a:gd name="connsiteY6" fmla="*/ 2182572 h 2416704"/>
                    <a:gd name="connsiteX7" fmla="*/ 343368 w 2833210"/>
                    <a:gd name="connsiteY7" fmla="*/ 2212090 h 2416704"/>
                    <a:gd name="connsiteX8" fmla="*/ 347804 w 2833210"/>
                    <a:gd name="connsiteY8" fmla="*/ 2217208 h 2416704"/>
                    <a:gd name="connsiteX9" fmla="*/ 330742 w 2833210"/>
                    <a:gd name="connsiteY9" fmla="*/ 2220109 h 2416704"/>
                    <a:gd name="connsiteX10" fmla="*/ 196122 w 2833210"/>
                    <a:gd name="connsiteY10" fmla="*/ 2217208 h 2416704"/>
                    <a:gd name="connsiteX11" fmla="*/ 128897 w 2833210"/>
                    <a:gd name="connsiteY11" fmla="*/ 2219256 h 2416704"/>
                    <a:gd name="connsiteX12" fmla="*/ 37956 w 2833210"/>
                    <a:gd name="connsiteY12" fmla="*/ 2212943 h 2416704"/>
                    <a:gd name="connsiteX13" fmla="*/ 4685 w 2833210"/>
                    <a:gd name="connsiteY13" fmla="*/ 2176259 h 2416704"/>
                    <a:gd name="connsiteX14" fmla="*/ 2979 w 2833210"/>
                    <a:gd name="connsiteY14" fmla="*/ 2028501 h 2416704"/>
                    <a:gd name="connsiteX15" fmla="*/ 5879 w 2833210"/>
                    <a:gd name="connsiteY15" fmla="*/ 1899000 h 2416704"/>
                    <a:gd name="connsiteX16" fmla="*/ 17652 w 2833210"/>
                    <a:gd name="connsiteY16" fmla="*/ 1851567 h 2416704"/>
                    <a:gd name="connsiteX17" fmla="*/ 2832390 w 2833210"/>
                    <a:gd name="connsiteY17" fmla="*/ 536760 h 2416704"/>
                    <a:gd name="connsiteX18" fmla="*/ 2832731 w 2833210"/>
                    <a:gd name="connsiteY18" fmla="*/ 536931 h 2416704"/>
                    <a:gd name="connsiteX19" fmla="*/ 2830171 w 2833210"/>
                    <a:gd name="connsiteY19" fmla="*/ 625654 h 2416704"/>
                    <a:gd name="connsiteX20" fmla="*/ 2827953 w 2833210"/>
                    <a:gd name="connsiteY20" fmla="*/ 649711 h 2416704"/>
                    <a:gd name="connsiteX21" fmla="*/ 2820958 w 2833210"/>
                    <a:gd name="connsiteY21" fmla="*/ 906155 h 2416704"/>
                    <a:gd name="connsiteX22" fmla="*/ 2809526 w 2833210"/>
                    <a:gd name="connsiteY22" fmla="*/ 1219245 h 2416704"/>
                    <a:gd name="connsiteX23" fmla="*/ 2799118 w 2833210"/>
                    <a:gd name="connsiteY23" fmla="*/ 1440370 h 2416704"/>
                    <a:gd name="connsiteX24" fmla="*/ 2778644 w 2833210"/>
                    <a:gd name="connsiteY24" fmla="*/ 1633343 h 2416704"/>
                    <a:gd name="connsiteX25" fmla="*/ 2763288 w 2833210"/>
                    <a:gd name="connsiteY25" fmla="*/ 1677533 h 2416704"/>
                    <a:gd name="connsiteX26" fmla="*/ 2760217 w 2833210"/>
                    <a:gd name="connsiteY26" fmla="*/ 1533017 h 2416704"/>
                    <a:gd name="connsiteX27" fmla="*/ 2766188 w 2833210"/>
                    <a:gd name="connsiteY27" fmla="*/ 1427915 h 2416704"/>
                    <a:gd name="connsiteX28" fmla="*/ 2774890 w 2833210"/>
                    <a:gd name="connsiteY28" fmla="*/ 1120114 h 2416704"/>
                    <a:gd name="connsiteX29" fmla="*/ 2788369 w 2833210"/>
                    <a:gd name="connsiteY29" fmla="*/ 888410 h 2416704"/>
                    <a:gd name="connsiteX30" fmla="*/ 2793317 w 2833210"/>
                    <a:gd name="connsiteY30" fmla="*/ 780578 h 2416704"/>
                    <a:gd name="connsiteX31" fmla="*/ 2822493 w 2833210"/>
                    <a:gd name="connsiteY31" fmla="*/ 542561 h 2416704"/>
                    <a:gd name="connsiteX32" fmla="*/ 2832390 w 2833210"/>
                    <a:gd name="connsiteY32" fmla="*/ 536760 h 2416704"/>
                    <a:gd name="connsiteX33" fmla="*/ 157902 w 2833210"/>
                    <a:gd name="connsiteY33" fmla="*/ 91097 h 2416704"/>
                    <a:gd name="connsiteX34" fmla="*/ 420147 w 2833210"/>
                    <a:gd name="connsiteY34" fmla="*/ 92974 h 2416704"/>
                    <a:gd name="connsiteX35" fmla="*/ 992922 w 2833210"/>
                    <a:gd name="connsiteY35" fmla="*/ 97581 h 2416704"/>
                    <a:gd name="connsiteX36" fmla="*/ 1252266 w 2833210"/>
                    <a:gd name="connsiteY36" fmla="*/ 103382 h 2416704"/>
                    <a:gd name="connsiteX37" fmla="*/ 1538398 w 2833210"/>
                    <a:gd name="connsiteY37" fmla="*/ 114131 h 2416704"/>
                    <a:gd name="connsiteX38" fmla="*/ 1778462 w 2833210"/>
                    <a:gd name="connsiteY38" fmla="*/ 125221 h 2416704"/>
                    <a:gd name="connsiteX39" fmla="*/ 2005047 w 2833210"/>
                    <a:gd name="connsiteY39" fmla="*/ 135970 h 2416704"/>
                    <a:gd name="connsiteX40" fmla="*/ 2236921 w 2833210"/>
                    <a:gd name="connsiteY40" fmla="*/ 146720 h 2416704"/>
                    <a:gd name="connsiteX41" fmla="*/ 2498654 w 2833210"/>
                    <a:gd name="connsiteY41" fmla="*/ 157298 h 2416704"/>
                    <a:gd name="connsiteX42" fmla="*/ 2722510 w 2833210"/>
                    <a:gd name="connsiteY42" fmla="*/ 166341 h 2416704"/>
                    <a:gd name="connsiteX43" fmla="*/ 2746396 w 2833210"/>
                    <a:gd name="connsiteY43" fmla="*/ 187498 h 2416704"/>
                    <a:gd name="connsiteX44" fmla="*/ 2748103 w 2833210"/>
                    <a:gd name="connsiteY44" fmla="*/ 276050 h 2416704"/>
                    <a:gd name="connsiteX45" fmla="*/ 2747250 w 2833210"/>
                    <a:gd name="connsiteY45" fmla="*/ 300279 h 2416704"/>
                    <a:gd name="connsiteX46" fmla="*/ 2733771 w 2833210"/>
                    <a:gd name="connsiteY46" fmla="*/ 651076 h 2416704"/>
                    <a:gd name="connsiteX47" fmla="*/ 2723192 w 2833210"/>
                    <a:gd name="connsiteY47" fmla="*/ 872201 h 2416704"/>
                    <a:gd name="connsiteX48" fmla="*/ 2717732 w 2833210"/>
                    <a:gd name="connsiteY48" fmla="*/ 1063808 h 2416704"/>
                    <a:gd name="connsiteX49" fmla="*/ 2713808 w 2833210"/>
                    <a:gd name="connsiteY49" fmla="*/ 1387989 h 2416704"/>
                    <a:gd name="connsiteX50" fmla="*/ 2699305 w 2833210"/>
                    <a:gd name="connsiteY50" fmla="*/ 1581644 h 2416704"/>
                    <a:gd name="connsiteX51" fmla="*/ 2698281 w 2833210"/>
                    <a:gd name="connsiteY51" fmla="*/ 1595123 h 2416704"/>
                    <a:gd name="connsiteX52" fmla="*/ 2693675 w 2833210"/>
                    <a:gd name="connsiteY52" fmla="*/ 1938242 h 2416704"/>
                    <a:gd name="connsiteX53" fmla="*/ 2697599 w 2833210"/>
                    <a:gd name="connsiteY53" fmla="*/ 2132580 h 2416704"/>
                    <a:gd name="connsiteX54" fmla="*/ 2663304 w 2833210"/>
                    <a:gd name="connsiteY54" fmla="*/ 2175406 h 2416704"/>
                    <a:gd name="connsiteX55" fmla="*/ 2636516 w 2833210"/>
                    <a:gd name="connsiteY55" fmla="*/ 2177453 h 2416704"/>
                    <a:gd name="connsiteX56" fmla="*/ 2433818 w 2833210"/>
                    <a:gd name="connsiteY56" fmla="*/ 2177453 h 2416704"/>
                    <a:gd name="connsiteX57" fmla="*/ 2433818 w 2833210"/>
                    <a:gd name="connsiteY57" fmla="*/ 2176941 h 2416704"/>
                    <a:gd name="connsiteX58" fmla="*/ 2231120 w 2833210"/>
                    <a:gd name="connsiteY58" fmla="*/ 2176429 h 2416704"/>
                    <a:gd name="connsiteX59" fmla="*/ 1880664 w 2833210"/>
                    <a:gd name="connsiteY59" fmla="*/ 2157490 h 2416704"/>
                    <a:gd name="connsiteX60" fmla="*/ 1761912 w 2833210"/>
                    <a:gd name="connsiteY60" fmla="*/ 2152201 h 2416704"/>
                    <a:gd name="connsiteX61" fmla="*/ 1573034 w 2833210"/>
                    <a:gd name="connsiteY61" fmla="*/ 2144353 h 2416704"/>
                    <a:gd name="connsiteX62" fmla="*/ 1284343 w 2833210"/>
                    <a:gd name="connsiteY62" fmla="*/ 2132750 h 2416704"/>
                    <a:gd name="connsiteX63" fmla="*/ 1208929 w 2833210"/>
                    <a:gd name="connsiteY63" fmla="*/ 2129167 h 2416704"/>
                    <a:gd name="connsiteX64" fmla="*/ 1170710 w 2833210"/>
                    <a:gd name="connsiteY64" fmla="*/ 2144523 h 2416704"/>
                    <a:gd name="connsiteX65" fmla="*/ 1059635 w 2833210"/>
                    <a:gd name="connsiteY65" fmla="*/ 2238365 h 2416704"/>
                    <a:gd name="connsiteX66" fmla="*/ 904370 w 2833210"/>
                    <a:gd name="connsiteY66" fmla="*/ 2330159 h 2416704"/>
                    <a:gd name="connsiteX67" fmla="*/ 709520 w 2833210"/>
                    <a:gd name="connsiteY67" fmla="*/ 2409498 h 2416704"/>
                    <a:gd name="connsiteX68" fmla="*/ 667206 w 2833210"/>
                    <a:gd name="connsiteY68" fmla="*/ 2416494 h 2416704"/>
                    <a:gd name="connsiteX69" fmla="*/ 637859 w 2833210"/>
                    <a:gd name="connsiteY69" fmla="*/ 2378274 h 2416704"/>
                    <a:gd name="connsiteX70" fmla="*/ 645708 w 2833210"/>
                    <a:gd name="connsiteY70" fmla="*/ 2358312 h 2416704"/>
                    <a:gd name="connsiteX71" fmla="*/ 746033 w 2833210"/>
                    <a:gd name="connsiteY71" fmla="*/ 2155784 h 2416704"/>
                    <a:gd name="connsiteX72" fmla="*/ 722999 w 2833210"/>
                    <a:gd name="connsiteY72" fmla="*/ 2117224 h 2416704"/>
                    <a:gd name="connsiteX73" fmla="*/ 415028 w 2833210"/>
                    <a:gd name="connsiteY73" fmla="*/ 2111423 h 2416704"/>
                    <a:gd name="connsiteX74" fmla="*/ 144935 w 2833210"/>
                    <a:gd name="connsiteY74" fmla="*/ 2106986 h 2416704"/>
                    <a:gd name="connsiteX75" fmla="*/ 114052 w 2833210"/>
                    <a:gd name="connsiteY75" fmla="*/ 2077640 h 2416704"/>
                    <a:gd name="connsiteX76" fmla="*/ 106716 w 2833210"/>
                    <a:gd name="connsiteY76" fmla="*/ 1877842 h 2416704"/>
                    <a:gd name="connsiteX77" fmla="*/ 95625 w 2833210"/>
                    <a:gd name="connsiteY77" fmla="*/ 1578231 h 2416704"/>
                    <a:gd name="connsiteX78" fmla="*/ 93919 w 2833210"/>
                    <a:gd name="connsiteY78" fmla="*/ 1181025 h 2416704"/>
                    <a:gd name="connsiteX79" fmla="*/ 98867 w 2833210"/>
                    <a:gd name="connsiteY79" fmla="*/ 951540 h 2416704"/>
                    <a:gd name="connsiteX80" fmla="*/ 115247 w 2833210"/>
                    <a:gd name="connsiteY80" fmla="*/ 600913 h 2416704"/>
                    <a:gd name="connsiteX81" fmla="*/ 118830 w 2833210"/>
                    <a:gd name="connsiteY81" fmla="*/ 501100 h 2416704"/>
                    <a:gd name="connsiteX82" fmla="*/ 125484 w 2833210"/>
                    <a:gd name="connsiteY82" fmla="*/ 268884 h 2416704"/>
                    <a:gd name="connsiteX83" fmla="*/ 134015 w 2833210"/>
                    <a:gd name="connsiteY83" fmla="*/ 112595 h 2416704"/>
                    <a:gd name="connsiteX84" fmla="*/ 157902 w 2833210"/>
                    <a:gd name="connsiteY84" fmla="*/ 91097 h 2416704"/>
                    <a:gd name="connsiteX85" fmla="*/ 333038 w 2833210"/>
                    <a:gd name="connsiteY85" fmla="*/ 31 h 2416704"/>
                    <a:gd name="connsiteX86" fmla="*/ 502217 w 2833210"/>
                    <a:gd name="connsiteY86" fmla="*/ 15171 h 2416704"/>
                    <a:gd name="connsiteX87" fmla="*/ 451371 w 2833210"/>
                    <a:gd name="connsiteY87" fmla="*/ 15171 h 2416704"/>
                    <a:gd name="connsiteX88" fmla="*/ 169335 w 2833210"/>
                    <a:gd name="connsiteY88" fmla="*/ 35816 h 2416704"/>
                    <a:gd name="connsiteX89" fmla="*/ 88631 w 2833210"/>
                    <a:gd name="connsiteY89" fmla="*/ 41446 h 2416704"/>
                    <a:gd name="connsiteX90" fmla="*/ 71057 w 2833210"/>
                    <a:gd name="connsiteY90" fmla="*/ 59020 h 2416704"/>
                    <a:gd name="connsiteX91" fmla="*/ 71057 w 2833210"/>
                    <a:gd name="connsiteY91" fmla="*/ 83249 h 2416704"/>
                    <a:gd name="connsiteX92" fmla="*/ 59454 w 2833210"/>
                    <a:gd name="connsiteY92" fmla="*/ 274174 h 2416704"/>
                    <a:gd name="connsiteX93" fmla="*/ 50241 w 2833210"/>
                    <a:gd name="connsiteY93" fmla="*/ 293795 h 2416704"/>
                    <a:gd name="connsiteX94" fmla="*/ 43416 w 2833210"/>
                    <a:gd name="connsiteY94" fmla="*/ 273662 h 2416704"/>
                    <a:gd name="connsiteX95" fmla="*/ 31814 w 2833210"/>
                    <a:gd name="connsiteY95" fmla="*/ 69599 h 2416704"/>
                    <a:gd name="connsiteX96" fmla="*/ 96991 w 2833210"/>
                    <a:gd name="connsiteY96" fmla="*/ 5275 h 2416704"/>
                    <a:gd name="connsiteX97" fmla="*/ 256181 w 2833210"/>
                    <a:gd name="connsiteY97" fmla="*/ 3739 h 2416704"/>
                    <a:gd name="connsiteX98" fmla="*/ 288428 w 2833210"/>
                    <a:gd name="connsiteY98" fmla="*/ 1521 h 2416704"/>
                    <a:gd name="connsiteX99" fmla="*/ 333038 w 2833210"/>
                    <a:gd name="connsiteY99" fmla="*/ 31 h 2416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</a:cxnLst>
                  <a:rect l="l" t="t" r="r" b="b"/>
                  <a:pathLst>
                    <a:path w="2833210" h="2416704">
                      <a:moveTo>
                        <a:pt x="17652" y="1851567"/>
                      </a:moveTo>
                      <a:lnTo>
                        <a:pt x="17823" y="1851567"/>
                      </a:lnTo>
                      <a:cubicBezTo>
                        <a:pt x="28401" y="1888421"/>
                        <a:pt x="28060" y="1921863"/>
                        <a:pt x="30449" y="1954622"/>
                      </a:cubicBezTo>
                      <a:cubicBezTo>
                        <a:pt x="34373" y="2008368"/>
                        <a:pt x="40515" y="2062114"/>
                        <a:pt x="38638" y="2116030"/>
                      </a:cubicBezTo>
                      <a:cubicBezTo>
                        <a:pt x="38297" y="2125755"/>
                        <a:pt x="38980" y="2135822"/>
                        <a:pt x="40686" y="2145547"/>
                      </a:cubicBezTo>
                      <a:cubicBezTo>
                        <a:pt x="45463" y="2173359"/>
                        <a:pt x="45805" y="2174041"/>
                        <a:pt x="74128" y="2177454"/>
                      </a:cubicBezTo>
                      <a:cubicBezTo>
                        <a:pt x="106204" y="2181207"/>
                        <a:pt x="138793" y="2177795"/>
                        <a:pt x="171040" y="2182572"/>
                      </a:cubicBezTo>
                      <a:cubicBezTo>
                        <a:pt x="228710" y="2191274"/>
                        <a:pt x="286551" y="2198269"/>
                        <a:pt x="343368" y="2212090"/>
                      </a:cubicBezTo>
                      <a:cubicBezTo>
                        <a:pt x="344733" y="2212431"/>
                        <a:pt x="345586" y="2214478"/>
                        <a:pt x="347804" y="2217208"/>
                      </a:cubicBezTo>
                      <a:cubicBezTo>
                        <a:pt x="342685" y="2221815"/>
                        <a:pt x="336372" y="2220109"/>
                        <a:pt x="330742" y="2220109"/>
                      </a:cubicBezTo>
                      <a:cubicBezTo>
                        <a:pt x="285869" y="2219768"/>
                        <a:pt x="240995" y="2222327"/>
                        <a:pt x="196122" y="2217208"/>
                      </a:cubicBezTo>
                      <a:cubicBezTo>
                        <a:pt x="173941" y="2214649"/>
                        <a:pt x="151419" y="2216185"/>
                        <a:pt x="128897" y="2219256"/>
                      </a:cubicBezTo>
                      <a:cubicBezTo>
                        <a:pt x="98526" y="2223351"/>
                        <a:pt x="67985" y="2220450"/>
                        <a:pt x="37956" y="2212943"/>
                      </a:cubicBezTo>
                      <a:cubicBezTo>
                        <a:pt x="18505" y="2207995"/>
                        <a:pt x="8097" y="2197416"/>
                        <a:pt x="4685" y="2176259"/>
                      </a:cubicBezTo>
                      <a:cubicBezTo>
                        <a:pt x="-3334" y="2126950"/>
                        <a:pt x="931" y="2077811"/>
                        <a:pt x="2979" y="2028501"/>
                      </a:cubicBezTo>
                      <a:cubicBezTo>
                        <a:pt x="4685" y="1985334"/>
                        <a:pt x="5197" y="1942167"/>
                        <a:pt x="5879" y="1899000"/>
                      </a:cubicBezTo>
                      <a:cubicBezTo>
                        <a:pt x="6050" y="1883985"/>
                        <a:pt x="7244" y="1869141"/>
                        <a:pt x="17652" y="1851567"/>
                      </a:cubicBezTo>
                      <a:close/>
                      <a:moveTo>
                        <a:pt x="2832390" y="536760"/>
                      </a:moveTo>
                      <a:lnTo>
                        <a:pt x="2832731" y="536931"/>
                      </a:lnTo>
                      <a:cubicBezTo>
                        <a:pt x="2833755" y="566789"/>
                        <a:pt x="2833242" y="596307"/>
                        <a:pt x="2830171" y="625654"/>
                      </a:cubicBezTo>
                      <a:cubicBezTo>
                        <a:pt x="2829318" y="633673"/>
                        <a:pt x="2828295" y="641692"/>
                        <a:pt x="2827953" y="649711"/>
                      </a:cubicBezTo>
                      <a:cubicBezTo>
                        <a:pt x="2825565" y="735192"/>
                        <a:pt x="2824541" y="820674"/>
                        <a:pt x="2820958" y="906155"/>
                      </a:cubicBezTo>
                      <a:cubicBezTo>
                        <a:pt x="2816692" y="1010575"/>
                        <a:pt x="2813962" y="1114825"/>
                        <a:pt x="2809526" y="1219245"/>
                      </a:cubicBezTo>
                      <a:cubicBezTo>
                        <a:pt x="2806455" y="1292953"/>
                        <a:pt x="2805943" y="1366832"/>
                        <a:pt x="2799118" y="1440370"/>
                      </a:cubicBezTo>
                      <a:cubicBezTo>
                        <a:pt x="2793147" y="1504694"/>
                        <a:pt x="2790075" y="1569530"/>
                        <a:pt x="2778644" y="1633343"/>
                      </a:cubicBezTo>
                      <a:cubicBezTo>
                        <a:pt x="2775914" y="1648187"/>
                        <a:pt x="2772331" y="1662860"/>
                        <a:pt x="2763288" y="1677533"/>
                      </a:cubicBezTo>
                      <a:cubicBezTo>
                        <a:pt x="2755439" y="1628053"/>
                        <a:pt x="2755951" y="1580791"/>
                        <a:pt x="2760217" y="1533017"/>
                      </a:cubicBezTo>
                      <a:cubicBezTo>
                        <a:pt x="2763458" y="1498040"/>
                        <a:pt x="2766188" y="1462892"/>
                        <a:pt x="2766188" y="1427915"/>
                      </a:cubicBezTo>
                      <a:cubicBezTo>
                        <a:pt x="2766188" y="1325201"/>
                        <a:pt x="2772501" y="1222657"/>
                        <a:pt x="2774890" y="1120114"/>
                      </a:cubicBezTo>
                      <a:cubicBezTo>
                        <a:pt x="2776767" y="1042822"/>
                        <a:pt x="2783592" y="965702"/>
                        <a:pt x="2788369" y="888410"/>
                      </a:cubicBezTo>
                      <a:cubicBezTo>
                        <a:pt x="2790587" y="852409"/>
                        <a:pt x="2789563" y="816408"/>
                        <a:pt x="2793317" y="780578"/>
                      </a:cubicBezTo>
                      <a:cubicBezTo>
                        <a:pt x="2801848" y="701068"/>
                        <a:pt x="2808844" y="621388"/>
                        <a:pt x="2822493" y="542561"/>
                      </a:cubicBezTo>
                      <a:cubicBezTo>
                        <a:pt x="2823005" y="539831"/>
                        <a:pt x="2823858" y="537443"/>
                        <a:pt x="2832390" y="536760"/>
                      </a:cubicBezTo>
                      <a:close/>
                      <a:moveTo>
                        <a:pt x="157902" y="91097"/>
                      </a:moveTo>
                      <a:cubicBezTo>
                        <a:pt x="245260" y="91438"/>
                        <a:pt x="332789" y="90585"/>
                        <a:pt x="420147" y="92974"/>
                      </a:cubicBezTo>
                      <a:cubicBezTo>
                        <a:pt x="611072" y="98092"/>
                        <a:pt x="801997" y="93998"/>
                        <a:pt x="992922" y="97581"/>
                      </a:cubicBezTo>
                      <a:cubicBezTo>
                        <a:pt x="1079427" y="99116"/>
                        <a:pt x="1165761" y="100822"/>
                        <a:pt x="1252266" y="103382"/>
                      </a:cubicBezTo>
                      <a:cubicBezTo>
                        <a:pt x="1347644" y="106282"/>
                        <a:pt x="1443021" y="109695"/>
                        <a:pt x="1538398" y="114131"/>
                      </a:cubicBezTo>
                      <a:cubicBezTo>
                        <a:pt x="1618420" y="117885"/>
                        <a:pt x="1698441" y="121638"/>
                        <a:pt x="1778462" y="125221"/>
                      </a:cubicBezTo>
                      <a:cubicBezTo>
                        <a:pt x="1854048" y="128463"/>
                        <a:pt x="1929462" y="132558"/>
                        <a:pt x="2005047" y="135970"/>
                      </a:cubicBezTo>
                      <a:cubicBezTo>
                        <a:pt x="2082339" y="139553"/>
                        <a:pt x="2159630" y="143478"/>
                        <a:pt x="2236921" y="146720"/>
                      </a:cubicBezTo>
                      <a:cubicBezTo>
                        <a:pt x="2324109" y="150473"/>
                        <a:pt x="2411296" y="155080"/>
                        <a:pt x="2498654" y="157298"/>
                      </a:cubicBezTo>
                      <a:cubicBezTo>
                        <a:pt x="2573387" y="159345"/>
                        <a:pt x="2647948" y="163270"/>
                        <a:pt x="2722510" y="166341"/>
                      </a:cubicBezTo>
                      <a:cubicBezTo>
                        <a:pt x="2742813" y="167194"/>
                        <a:pt x="2742643" y="167706"/>
                        <a:pt x="2746396" y="187498"/>
                      </a:cubicBezTo>
                      <a:cubicBezTo>
                        <a:pt x="2751856" y="217015"/>
                        <a:pt x="2753051" y="246362"/>
                        <a:pt x="2748103" y="276050"/>
                      </a:cubicBezTo>
                      <a:cubicBezTo>
                        <a:pt x="2746738" y="283899"/>
                        <a:pt x="2747079" y="292259"/>
                        <a:pt x="2747250" y="300279"/>
                      </a:cubicBezTo>
                      <a:cubicBezTo>
                        <a:pt x="2747932" y="417495"/>
                        <a:pt x="2736500" y="534030"/>
                        <a:pt x="2733771" y="651076"/>
                      </a:cubicBezTo>
                      <a:cubicBezTo>
                        <a:pt x="2732064" y="724784"/>
                        <a:pt x="2728140" y="798663"/>
                        <a:pt x="2723192" y="872201"/>
                      </a:cubicBezTo>
                      <a:cubicBezTo>
                        <a:pt x="2718926" y="936013"/>
                        <a:pt x="2720974" y="999996"/>
                        <a:pt x="2717732" y="1063808"/>
                      </a:cubicBezTo>
                      <a:cubicBezTo>
                        <a:pt x="2712443" y="1171812"/>
                        <a:pt x="2715855" y="1279986"/>
                        <a:pt x="2713808" y="1387989"/>
                      </a:cubicBezTo>
                      <a:cubicBezTo>
                        <a:pt x="2712613" y="1452825"/>
                        <a:pt x="2706983" y="1517320"/>
                        <a:pt x="2699305" y="1581644"/>
                      </a:cubicBezTo>
                      <a:cubicBezTo>
                        <a:pt x="2698793" y="1586080"/>
                        <a:pt x="2698452" y="1590687"/>
                        <a:pt x="2698281" y="1595123"/>
                      </a:cubicBezTo>
                      <a:cubicBezTo>
                        <a:pt x="2693333" y="1709439"/>
                        <a:pt x="2689750" y="1823755"/>
                        <a:pt x="2693675" y="1938242"/>
                      </a:cubicBezTo>
                      <a:cubicBezTo>
                        <a:pt x="2695893" y="2003078"/>
                        <a:pt x="2696916" y="2067914"/>
                        <a:pt x="2697599" y="2132580"/>
                      </a:cubicBezTo>
                      <a:cubicBezTo>
                        <a:pt x="2697940" y="2160050"/>
                        <a:pt x="2689921" y="2169775"/>
                        <a:pt x="2663304" y="2175406"/>
                      </a:cubicBezTo>
                      <a:cubicBezTo>
                        <a:pt x="2654602" y="2177282"/>
                        <a:pt x="2645389" y="2177453"/>
                        <a:pt x="2636516" y="2177453"/>
                      </a:cubicBezTo>
                      <a:cubicBezTo>
                        <a:pt x="2568950" y="2177453"/>
                        <a:pt x="2501384" y="2177453"/>
                        <a:pt x="2433818" y="2177453"/>
                      </a:cubicBezTo>
                      <a:lnTo>
                        <a:pt x="2433818" y="2176941"/>
                      </a:lnTo>
                      <a:cubicBezTo>
                        <a:pt x="2366252" y="2176941"/>
                        <a:pt x="2298687" y="2179159"/>
                        <a:pt x="2231120" y="2176429"/>
                      </a:cubicBezTo>
                      <a:cubicBezTo>
                        <a:pt x="2114245" y="2171652"/>
                        <a:pt x="1997540" y="2163803"/>
                        <a:pt x="1880664" y="2157490"/>
                      </a:cubicBezTo>
                      <a:cubicBezTo>
                        <a:pt x="1841080" y="2155272"/>
                        <a:pt x="1801496" y="2154931"/>
                        <a:pt x="1761912" y="2152201"/>
                      </a:cubicBezTo>
                      <a:cubicBezTo>
                        <a:pt x="1699123" y="2148106"/>
                        <a:pt x="1635994" y="2147424"/>
                        <a:pt x="1573034" y="2144353"/>
                      </a:cubicBezTo>
                      <a:cubicBezTo>
                        <a:pt x="1476804" y="2139575"/>
                        <a:pt x="1380574" y="2135480"/>
                        <a:pt x="1284343" y="2132750"/>
                      </a:cubicBezTo>
                      <a:cubicBezTo>
                        <a:pt x="1259262" y="2132068"/>
                        <a:pt x="1234010" y="2130873"/>
                        <a:pt x="1208929" y="2129167"/>
                      </a:cubicBezTo>
                      <a:cubicBezTo>
                        <a:pt x="1193061" y="2128144"/>
                        <a:pt x="1181800" y="2134115"/>
                        <a:pt x="1170710" y="2144523"/>
                      </a:cubicBezTo>
                      <a:cubicBezTo>
                        <a:pt x="1135391" y="2177794"/>
                        <a:pt x="1098366" y="2209018"/>
                        <a:pt x="1059635" y="2238365"/>
                      </a:cubicBezTo>
                      <a:cubicBezTo>
                        <a:pt x="1011179" y="2274707"/>
                        <a:pt x="959310" y="2304907"/>
                        <a:pt x="904370" y="2330159"/>
                      </a:cubicBezTo>
                      <a:cubicBezTo>
                        <a:pt x="840557" y="2359335"/>
                        <a:pt x="777086" y="2389194"/>
                        <a:pt x="709520" y="2409498"/>
                      </a:cubicBezTo>
                      <a:cubicBezTo>
                        <a:pt x="695700" y="2413593"/>
                        <a:pt x="681880" y="2417688"/>
                        <a:pt x="667206" y="2416494"/>
                      </a:cubicBezTo>
                      <a:cubicBezTo>
                        <a:pt x="643831" y="2414617"/>
                        <a:pt x="633082" y="2401308"/>
                        <a:pt x="637859" y="2378274"/>
                      </a:cubicBezTo>
                      <a:cubicBezTo>
                        <a:pt x="639224" y="2371279"/>
                        <a:pt x="642466" y="2364625"/>
                        <a:pt x="645708" y="2358312"/>
                      </a:cubicBezTo>
                      <a:cubicBezTo>
                        <a:pt x="679662" y="2291087"/>
                        <a:pt x="714298" y="2224203"/>
                        <a:pt x="746033" y="2155784"/>
                      </a:cubicBezTo>
                      <a:cubicBezTo>
                        <a:pt x="763095" y="2119101"/>
                        <a:pt x="762754" y="2119271"/>
                        <a:pt x="722999" y="2117224"/>
                      </a:cubicBezTo>
                      <a:cubicBezTo>
                        <a:pt x="620456" y="2111934"/>
                        <a:pt x="517572" y="2115347"/>
                        <a:pt x="415028" y="2111423"/>
                      </a:cubicBezTo>
                      <a:cubicBezTo>
                        <a:pt x="324940" y="2107840"/>
                        <a:pt x="234852" y="2109205"/>
                        <a:pt x="144935" y="2106986"/>
                      </a:cubicBezTo>
                      <a:cubicBezTo>
                        <a:pt x="114564" y="2106304"/>
                        <a:pt x="114905" y="2106475"/>
                        <a:pt x="114052" y="2077640"/>
                      </a:cubicBezTo>
                      <a:cubicBezTo>
                        <a:pt x="112005" y="2011097"/>
                        <a:pt x="112517" y="1944214"/>
                        <a:pt x="106716" y="1877842"/>
                      </a:cubicBezTo>
                      <a:cubicBezTo>
                        <a:pt x="98185" y="1778029"/>
                        <a:pt x="99208" y="1678215"/>
                        <a:pt x="95625" y="1578231"/>
                      </a:cubicBezTo>
                      <a:cubicBezTo>
                        <a:pt x="91019" y="1445829"/>
                        <a:pt x="92042" y="1313427"/>
                        <a:pt x="93919" y="1181025"/>
                      </a:cubicBezTo>
                      <a:cubicBezTo>
                        <a:pt x="95113" y="1104587"/>
                        <a:pt x="94602" y="1027807"/>
                        <a:pt x="98867" y="951540"/>
                      </a:cubicBezTo>
                      <a:cubicBezTo>
                        <a:pt x="105521" y="834664"/>
                        <a:pt x="111664" y="717959"/>
                        <a:pt x="115247" y="600913"/>
                      </a:cubicBezTo>
                      <a:cubicBezTo>
                        <a:pt x="116270" y="567642"/>
                        <a:pt x="117977" y="534371"/>
                        <a:pt x="118830" y="501100"/>
                      </a:cubicBezTo>
                      <a:cubicBezTo>
                        <a:pt x="121048" y="423638"/>
                        <a:pt x="122583" y="346176"/>
                        <a:pt x="125484" y="268884"/>
                      </a:cubicBezTo>
                      <a:cubicBezTo>
                        <a:pt x="127361" y="216674"/>
                        <a:pt x="130944" y="164635"/>
                        <a:pt x="134015" y="112595"/>
                      </a:cubicBezTo>
                      <a:cubicBezTo>
                        <a:pt x="135209" y="91268"/>
                        <a:pt x="135551" y="91097"/>
                        <a:pt x="157902" y="91097"/>
                      </a:cubicBezTo>
                      <a:close/>
                      <a:moveTo>
                        <a:pt x="333038" y="31"/>
                      </a:moveTo>
                      <a:cubicBezTo>
                        <a:pt x="388711" y="519"/>
                        <a:pt x="469457" y="6597"/>
                        <a:pt x="502217" y="15171"/>
                      </a:cubicBezTo>
                      <a:lnTo>
                        <a:pt x="451371" y="15171"/>
                      </a:lnTo>
                      <a:cubicBezTo>
                        <a:pt x="357188" y="20119"/>
                        <a:pt x="263006" y="24725"/>
                        <a:pt x="169335" y="35816"/>
                      </a:cubicBezTo>
                      <a:cubicBezTo>
                        <a:pt x="142547" y="39058"/>
                        <a:pt x="115589" y="40252"/>
                        <a:pt x="88631" y="41446"/>
                      </a:cubicBezTo>
                      <a:cubicBezTo>
                        <a:pt x="76346" y="41958"/>
                        <a:pt x="70204" y="46053"/>
                        <a:pt x="71057" y="59020"/>
                      </a:cubicBezTo>
                      <a:cubicBezTo>
                        <a:pt x="71569" y="67039"/>
                        <a:pt x="71057" y="75229"/>
                        <a:pt x="71057" y="83249"/>
                      </a:cubicBezTo>
                      <a:cubicBezTo>
                        <a:pt x="71057" y="147061"/>
                        <a:pt x="66962" y="210703"/>
                        <a:pt x="59454" y="274174"/>
                      </a:cubicBezTo>
                      <a:cubicBezTo>
                        <a:pt x="58601" y="281852"/>
                        <a:pt x="59796" y="294136"/>
                        <a:pt x="50241" y="293795"/>
                      </a:cubicBezTo>
                      <a:cubicBezTo>
                        <a:pt x="39321" y="293283"/>
                        <a:pt x="44781" y="280828"/>
                        <a:pt x="43416" y="273662"/>
                      </a:cubicBezTo>
                      <a:cubicBezTo>
                        <a:pt x="30449" y="206096"/>
                        <a:pt x="30449" y="137847"/>
                        <a:pt x="31814" y="69599"/>
                      </a:cubicBezTo>
                      <a:cubicBezTo>
                        <a:pt x="33008" y="14829"/>
                        <a:pt x="41539" y="6298"/>
                        <a:pt x="96991" y="5275"/>
                      </a:cubicBezTo>
                      <a:cubicBezTo>
                        <a:pt x="150054" y="4251"/>
                        <a:pt x="203118" y="4422"/>
                        <a:pt x="256181" y="3739"/>
                      </a:cubicBezTo>
                      <a:cubicBezTo>
                        <a:pt x="266930" y="3739"/>
                        <a:pt x="277679" y="2715"/>
                        <a:pt x="288428" y="1521"/>
                      </a:cubicBezTo>
                      <a:cubicBezTo>
                        <a:pt x="298708" y="327"/>
                        <a:pt x="314480" y="-132"/>
                        <a:pt x="333038" y="3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704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lnSpc>
                      <a:spcPct val="120000"/>
                    </a:lnSpc>
                  </a:pPr>
                  <a:endParaRPr lang="zh-CN" altLang="en-US"/>
                </a:p>
              </p:txBody>
            </p:sp>
            <p:sp>
              <p:nvSpPr>
                <p:cNvPr id="11" name="圆角矩形 10">
                  <a:extLst>
                    <a:ext uri="{FF2B5EF4-FFF2-40B4-BE49-F238E27FC236}">
                      <a16:creationId xmlns:a16="http://schemas.microsoft.com/office/drawing/2014/main" id="{5AEE0768-9220-BDBE-A473-4337D448EA0D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8758310" y="2026797"/>
                  <a:ext cx="2457624" cy="597949"/>
                </a:xfrm>
                <a:prstGeom prst="roundRect">
                  <a:avLst>
                    <a:gd name="adj" fmla="val 0"/>
                  </a:avLst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信仰</a:t>
                  </a:r>
                  <a:endParaRPr lang="en-US" altLang="zh-CN" sz="20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964E4D4-60CF-3086-9567-CAEFBCF0FB0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8758306" y="2623148"/>
                  <a:ext cx="2457628" cy="1085251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30000"/>
                    </a:lnSpc>
                  </a:pPr>
                  <a:r>
                    <a:rPr lang="zh-CN" altLang="en-US" sz="1400" dirty="0">
                      <a:solidFill>
                        <a:srgbClr val="FFFFFF"/>
                      </a:solidFill>
                    </a:rPr>
                    <a:t>热爱祖国，奋斗青春，五四青年节，传承爱国情怀。</a:t>
                  </a:r>
                  <a:endParaRPr lang="en-US" altLang="zh-CN" sz="1400" dirty="0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A8F0AB3-0A89-47D2-0435-8AA7DAC4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重新理解「坚守」</a:t>
            </a:r>
          </a:p>
        </p:txBody>
      </p:sp>
    </p:spTree>
    <p:extLst>
      <p:ext uri="{BB962C8B-B14F-4D97-AF65-F5344CB8AC3E}">
        <p14:creationId xmlns:p14="http://schemas.microsoft.com/office/powerpoint/2010/main" val="144327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成长之路：在逆境中扎根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真实故事、数据洞察、成长法则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7D75FA-6E9E-126B-68A3-759FE3C21974}"/>
              </a:ext>
            </a:extLst>
          </p:cNvPr>
          <p:cNvSpPr txBox="1">
            <a:spLocks/>
          </p:cNvSpPr>
          <p:nvPr/>
        </p:nvSpPr>
        <p:spPr>
          <a:xfrm>
            <a:off x="1098550" y="2515225"/>
            <a:ext cx="1441420" cy="1446550"/>
          </a:xfrm>
          <a:prstGeom prst="rect">
            <a:avLst/>
          </a:prstGeom>
          <a:noFill/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354">
              <a:defRPr sz="9600" b="1">
                <a:gradFill flip="none" rotWithShape="1">
                  <a:gsLst>
                    <a:gs pos="40000">
                      <a:schemeClr val="bg1">
                        <a:alpha val="0"/>
                      </a:schemeClr>
                    </a:gs>
                    <a:gs pos="40000">
                      <a:schemeClr val="accent4"/>
                    </a:gs>
                  </a:gsLst>
                  <a:lin ang="16200000" scaled="0"/>
                  <a:tileRect/>
                </a:gra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zh-CN" sz="8800" dirty="0">
                <a:solidFill>
                  <a:schemeClr val="accent1"/>
                </a:solidFill>
              </a:rPr>
              <a:t>02</a:t>
            </a:r>
            <a:endParaRPr lang="zh-CN" altLang="en-US" sz="8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25" grpId="0" autoUpdateAnimBg="0"/>
      <p:bldP spid="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A58C7-93DF-D258-49F2-C3DFAD2A7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在困难中成长的五个法则</a:t>
            </a:r>
          </a:p>
        </p:txBody>
      </p:sp>
      <p:grpSp>
        <p:nvGrpSpPr>
          <p:cNvPr id="557" name="组合 556">
            <a:extLst>
              <a:ext uri="{FF2B5EF4-FFF2-40B4-BE49-F238E27FC236}">
                <a16:creationId xmlns:a16="http://schemas.microsoft.com/office/drawing/2014/main" id="{B1FCAF93-4F27-9313-5488-F86DAFA93B5D}"/>
              </a:ext>
            </a:extLst>
          </p:cNvPr>
          <p:cNvGrpSpPr/>
          <p:nvPr/>
        </p:nvGrpSpPr>
        <p:grpSpPr>
          <a:xfrm>
            <a:off x="757115" y="1130300"/>
            <a:ext cx="10665070" cy="5003800"/>
            <a:chOff x="757115" y="1130300"/>
            <a:chExt cx="10665070" cy="5003800"/>
          </a:xfrm>
        </p:grpSpPr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EAC305BD-154B-6ADC-1713-17C0E966833F}"/>
                </a:ext>
              </a:extLst>
            </p:cNvPr>
            <p:cNvGrpSpPr/>
            <p:nvPr/>
          </p:nvGrpSpPr>
          <p:grpSpPr>
            <a:xfrm>
              <a:off x="757115" y="1130300"/>
              <a:ext cx="10665070" cy="5003800"/>
              <a:chOff x="757115" y="1130300"/>
              <a:chExt cx="10665070" cy="5003800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2A323CF4-42A1-CAA6-280A-870AD4519557}"/>
                  </a:ext>
                </a:extLst>
              </p:cNvPr>
              <p:cNvGrpSpPr/>
              <p:nvPr/>
            </p:nvGrpSpPr>
            <p:grpSpPr>
              <a:xfrm>
                <a:off x="757115" y="1474055"/>
                <a:ext cx="3168000" cy="2245230"/>
                <a:chOff x="5162284" y="2803811"/>
                <a:chExt cx="3168000" cy="2245230"/>
              </a:xfrm>
            </p:grpSpPr>
            <p:sp>
              <p:nvSpPr>
                <p:cNvPr id="156" name="圆角矩形 155">
                  <a:extLst>
                    <a:ext uri="{FF2B5EF4-FFF2-40B4-BE49-F238E27FC236}">
                      <a16:creationId xmlns:a16="http://schemas.microsoft.com/office/drawing/2014/main" id="{289CD5EC-54C9-F9DB-C96B-FB0E99734B1C}"/>
                    </a:ext>
                  </a:extLst>
                </p:cNvPr>
                <p:cNvSpPr/>
                <p:nvPr/>
              </p:nvSpPr>
              <p:spPr>
                <a:xfrm>
                  <a:off x="5162284" y="3069041"/>
                  <a:ext cx="3168000" cy="1980000"/>
                </a:xfrm>
                <a:prstGeom prst="roundRect">
                  <a:avLst>
                    <a:gd name="adj" fmla="val 4103"/>
                  </a:avLst>
                </a:prstGeom>
                <a:solidFill>
                  <a:schemeClr val="accent1"/>
                </a:solidFill>
                <a:ln w="12700"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8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25E7ADA3-18AD-505E-6425-3F34198C7C31}"/>
                    </a:ext>
                  </a:extLst>
                </p:cNvPr>
                <p:cNvSpPr txBox="1"/>
                <p:nvPr/>
              </p:nvSpPr>
              <p:spPr>
                <a:xfrm>
                  <a:off x="5306283" y="3449924"/>
                  <a:ext cx="2880000" cy="46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ctr">
                    <a:lnSpc>
                      <a:spcPct val="100000"/>
                    </a:lnSpc>
                    <a:buSzPct val="25000"/>
                  </a:pPr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接受现实</a:t>
                  </a:r>
                </a:p>
              </p:txBody>
            </p:sp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EC769297-34A6-3BC0-DD4C-2D3D8241AE2D}"/>
                    </a:ext>
                  </a:extLst>
                </p:cNvPr>
                <p:cNvSpPr txBox="1"/>
                <p:nvPr/>
              </p:nvSpPr>
              <p:spPr>
                <a:xfrm>
                  <a:off x="5306283" y="3932737"/>
                  <a:ext cx="2880000" cy="10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Autofit/>
                </a:bodyPr>
                <a:lstStyle/>
                <a:p>
                  <a:pPr marR="0" lvl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Pct val="25000"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</a:rPr>
                    <a:t>通过视频、图片等形式，回顾五四运动的历史背景和重要事件，激发青年爱国情怀。</a:t>
                  </a:r>
                </a:p>
              </p:txBody>
            </p:sp>
            <p:sp>
              <p:nvSpPr>
                <p:cNvPr id="159" name="椭圆 158">
                  <a:extLst>
                    <a:ext uri="{FF2B5EF4-FFF2-40B4-BE49-F238E27FC236}">
                      <a16:creationId xmlns:a16="http://schemas.microsoft.com/office/drawing/2014/main" id="{E941D8AC-FB75-F72D-3C51-A5F5EC4C838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76283" y="2803811"/>
                  <a:ext cx="540000" cy="5400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noFill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accent1"/>
                      </a:solidFill>
                    </a:rPr>
                    <a:t>01</a:t>
                  </a:r>
                  <a:endParaRPr lang="zh-CN" altLang="en-US" b="1" dirty="0">
                    <a:solidFill>
                      <a:schemeClr val="accent1"/>
                    </a:solidFill>
                  </a:endParaRPr>
                </a:p>
              </p:txBody>
            </p:sp>
          </p:grpSp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A5A12AB3-33E6-D508-DA38-D5270463A1F8}"/>
                  </a:ext>
                </a:extLst>
              </p:cNvPr>
              <p:cNvGrpSpPr/>
              <p:nvPr/>
            </p:nvGrpSpPr>
            <p:grpSpPr>
              <a:xfrm>
                <a:off x="8254185" y="1474055"/>
                <a:ext cx="3168000" cy="2243368"/>
                <a:chOff x="8458900" y="2805673"/>
                <a:chExt cx="3168000" cy="2243368"/>
              </a:xfrm>
            </p:grpSpPr>
            <p:sp>
              <p:nvSpPr>
                <p:cNvPr id="152" name="圆角矩形 151">
                  <a:extLst>
                    <a:ext uri="{FF2B5EF4-FFF2-40B4-BE49-F238E27FC236}">
                      <a16:creationId xmlns:a16="http://schemas.microsoft.com/office/drawing/2014/main" id="{265764CC-5AA7-BCAA-C3AB-3278E6A54E44}"/>
                    </a:ext>
                  </a:extLst>
                </p:cNvPr>
                <p:cNvSpPr/>
                <p:nvPr/>
              </p:nvSpPr>
              <p:spPr>
                <a:xfrm>
                  <a:off x="8458900" y="3069041"/>
                  <a:ext cx="3168000" cy="1980000"/>
                </a:xfrm>
                <a:prstGeom prst="roundRect">
                  <a:avLst>
                    <a:gd name="adj" fmla="val 4103"/>
                  </a:avLst>
                </a:prstGeom>
                <a:solidFill>
                  <a:schemeClr val="accent2"/>
                </a:solidFill>
                <a:ln w="12700"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8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53" name="椭圆 152">
                  <a:extLst>
                    <a:ext uri="{FF2B5EF4-FFF2-40B4-BE49-F238E27FC236}">
                      <a16:creationId xmlns:a16="http://schemas.microsoft.com/office/drawing/2014/main" id="{9B4EEE46-5990-A7B8-D032-1B85203EE07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772900" y="2805673"/>
                  <a:ext cx="540000" cy="5400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noFill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accent2"/>
                      </a:solidFill>
                    </a:rPr>
                    <a:t>03</a:t>
                  </a:r>
                  <a:endParaRPr lang="zh-CN" altLang="en-US" b="1" dirty="0">
                    <a:solidFill>
                      <a:schemeClr val="accent2"/>
                    </a:solidFill>
                  </a:endParaRPr>
                </a:p>
              </p:txBody>
            </p:sp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E384489C-7C1F-67D7-F64A-E0C8BD83F490}"/>
                    </a:ext>
                  </a:extLst>
                </p:cNvPr>
                <p:cNvSpPr txBox="1"/>
                <p:nvPr/>
              </p:nvSpPr>
              <p:spPr>
                <a:xfrm>
                  <a:off x="8602899" y="3449924"/>
                  <a:ext cx="2880000" cy="46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ctr">
                    <a:lnSpc>
                      <a:spcPct val="100000"/>
                    </a:lnSpc>
                    <a:buSzPct val="25000"/>
                  </a:pPr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聚焦可控</a:t>
                  </a:r>
                </a:p>
              </p:txBody>
            </p:sp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346C7F91-3287-FCBB-2A8D-A1446F0F6DA3}"/>
                    </a:ext>
                  </a:extLst>
                </p:cNvPr>
                <p:cNvSpPr txBox="1"/>
                <p:nvPr/>
              </p:nvSpPr>
              <p:spPr>
                <a:xfrm>
                  <a:off x="8602899" y="3930876"/>
                  <a:ext cx="2880000" cy="10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Autofit/>
                </a:bodyPr>
                <a:lstStyle/>
                <a:p>
                  <a:pPr marR="0" lvl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Pct val="25000"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</a:rPr>
                    <a:t>邀请优秀青年代表发表演讲，分享个人成长经历和理想追求，展现新时代青年的风采。</a:t>
                  </a:r>
                </a:p>
              </p:txBody>
            </p:sp>
          </p:grp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7DFFE965-4F3B-3E0D-22A7-BBA74CA62508}"/>
                  </a:ext>
                </a:extLst>
              </p:cNvPr>
              <p:cNvGrpSpPr/>
              <p:nvPr/>
            </p:nvGrpSpPr>
            <p:grpSpPr>
              <a:xfrm>
                <a:off x="757115" y="3888870"/>
                <a:ext cx="3168000" cy="2245230"/>
                <a:chOff x="5162284" y="2803811"/>
                <a:chExt cx="3168000" cy="2245230"/>
              </a:xfrm>
            </p:grpSpPr>
            <p:sp>
              <p:nvSpPr>
                <p:cNvPr id="148" name="圆角矩形 147">
                  <a:extLst>
                    <a:ext uri="{FF2B5EF4-FFF2-40B4-BE49-F238E27FC236}">
                      <a16:creationId xmlns:a16="http://schemas.microsoft.com/office/drawing/2014/main" id="{201D1A23-F49F-6B13-BEE8-D4AF5E807071}"/>
                    </a:ext>
                  </a:extLst>
                </p:cNvPr>
                <p:cNvSpPr/>
                <p:nvPr/>
              </p:nvSpPr>
              <p:spPr>
                <a:xfrm>
                  <a:off x="5162284" y="3069041"/>
                  <a:ext cx="3168000" cy="1980000"/>
                </a:xfrm>
                <a:prstGeom prst="roundRect">
                  <a:avLst>
                    <a:gd name="adj" fmla="val 4103"/>
                  </a:avLst>
                </a:prstGeom>
                <a:solidFill>
                  <a:schemeClr val="accent2"/>
                </a:solidFill>
                <a:ln w="12700"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8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42DA0160-1B7A-A513-94A0-D44D5ECEB666}"/>
                    </a:ext>
                  </a:extLst>
                </p:cNvPr>
                <p:cNvSpPr txBox="1"/>
                <p:nvPr/>
              </p:nvSpPr>
              <p:spPr>
                <a:xfrm>
                  <a:off x="5306283" y="3449924"/>
                  <a:ext cx="2880000" cy="46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ctr">
                    <a:lnSpc>
                      <a:spcPct val="100000"/>
                    </a:lnSpc>
                    <a:buSzPct val="25000"/>
                  </a:pPr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小步前进</a:t>
                  </a:r>
                </a:p>
              </p:txBody>
            </p:sp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936EBE25-294F-8FA9-7416-1353A6D7BEE2}"/>
                    </a:ext>
                  </a:extLst>
                </p:cNvPr>
                <p:cNvSpPr txBox="1"/>
                <p:nvPr/>
              </p:nvSpPr>
              <p:spPr>
                <a:xfrm>
                  <a:off x="5306283" y="3929945"/>
                  <a:ext cx="2880000" cy="10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R="0" lvl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Pct val="25000"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</a:rPr>
                    <a:t>举办五四小步前进，演唱与五四运动相关的歌曲，弘扬爱国主义精神，增强青年凝聚力。</a:t>
                  </a:r>
                </a:p>
              </p:txBody>
            </p:sp>
            <p:sp>
              <p:nvSpPr>
                <p:cNvPr id="151" name="椭圆 150">
                  <a:extLst>
                    <a:ext uri="{FF2B5EF4-FFF2-40B4-BE49-F238E27FC236}">
                      <a16:creationId xmlns:a16="http://schemas.microsoft.com/office/drawing/2014/main" id="{974D7A33-E131-452C-C593-55C41A3CC8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76283" y="2803811"/>
                  <a:ext cx="540000" cy="5400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noFill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accent2"/>
                      </a:solidFill>
                    </a:rPr>
                    <a:t>02</a:t>
                  </a:r>
                  <a:endParaRPr lang="zh-CN" altLang="en-US" b="1" dirty="0">
                    <a:solidFill>
                      <a:schemeClr val="accent2"/>
                    </a:solidFill>
                  </a:endParaRPr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0C5E18CF-75A1-FFAF-150E-13A68F7FBF86}"/>
                  </a:ext>
                </a:extLst>
              </p:cNvPr>
              <p:cNvGrpSpPr/>
              <p:nvPr/>
            </p:nvGrpSpPr>
            <p:grpSpPr>
              <a:xfrm>
                <a:off x="8254185" y="3889801"/>
                <a:ext cx="3168000" cy="2243368"/>
                <a:chOff x="8458900" y="2805673"/>
                <a:chExt cx="3168000" cy="2243368"/>
              </a:xfrm>
            </p:grpSpPr>
            <p:sp>
              <p:nvSpPr>
                <p:cNvPr id="144" name="圆角矩形 143">
                  <a:extLst>
                    <a:ext uri="{FF2B5EF4-FFF2-40B4-BE49-F238E27FC236}">
                      <a16:creationId xmlns:a16="http://schemas.microsoft.com/office/drawing/2014/main" id="{841CFE19-0278-7041-BA60-9E28C523EE58}"/>
                    </a:ext>
                  </a:extLst>
                </p:cNvPr>
                <p:cNvSpPr/>
                <p:nvPr/>
              </p:nvSpPr>
              <p:spPr>
                <a:xfrm>
                  <a:off x="8458900" y="3069041"/>
                  <a:ext cx="3168000" cy="1980000"/>
                </a:xfrm>
                <a:prstGeom prst="roundRect">
                  <a:avLst>
                    <a:gd name="adj" fmla="val 4103"/>
                  </a:avLst>
                </a:prstGeom>
                <a:solidFill>
                  <a:schemeClr val="accent1"/>
                </a:solidFill>
                <a:ln w="12700"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sz="8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29BEEF04-4ED4-5A8C-8545-F300D19BF6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772900" y="2805673"/>
                  <a:ext cx="540000" cy="5400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noFill/>
                </a:ln>
                <a:effectLst/>
              </p:spPr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accent1"/>
                      </a:solidFill>
                    </a:rPr>
                    <a:t>04</a:t>
                  </a:r>
                  <a:endParaRPr lang="zh-CN" altLang="en-US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B9B467D0-CD3A-75B6-91D3-F2C514DCEF39}"/>
                    </a:ext>
                  </a:extLst>
                </p:cNvPr>
                <p:cNvSpPr txBox="1"/>
                <p:nvPr/>
              </p:nvSpPr>
              <p:spPr>
                <a:xfrm>
                  <a:off x="8602899" y="3449924"/>
                  <a:ext cx="2880000" cy="46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ctr">
                    <a:lnSpc>
                      <a:spcPct val="100000"/>
                    </a:lnSpc>
                    <a:buSzPct val="25000"/>
                  </a:pPr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复盘反思</a:t>
                  </a:r>
                </a:p>
              </p:txBody>
            </p:sp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23365F13-102B-00BF-01C6-10958A22AB48}"/>
                    </a:ext>
                  </a:extLst>
                </p:cNvPr>
                <p:cNvSpPr txBox="1"/>
                <p:nvPr/>
              </p:nvSpPr>
              <p:spPr>
                <a:xfrm>
                  <a:off x="8602899" y="3930876"/>
                  <a:ext cx="2880000" cy="1008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Autofit/>
                </a:bodyPr>
                <a:lstStyle/>
                <a:p>
                  <a:pPr marR="0" lvl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Pct val="25000"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</a:rPr>
                    <a:t>设置问答、游戏等复盘反思，让参与者深入了解五四运动，增进对历史的认识。</a:t>
                  </a:r>
                </a:p>
              </p:txBody>
            </p: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9F0AEED-DFDF-9D74-B9E4-26646C4710B2}"/>
                  </a:ext>
                </a:extLst>
              </p:cNvPr>
              <p:cNvSpPr txBox="1"/>
              <p:nvPr/>
            </p:nvSpPr>
            <p:spPr>
              <a:xfrm>
                <a:off x="3016250" y="1130300"/>
                <a:ext cx="6146800" cy="483543"/>
              </a:xfrm>
              <a:prstGeom prst="rect">
                <a:avLst/>
              </a:prstGeom>
              <a:noFill/>
            </p:spPr>
            <p:txBody>
              <a:bodyPr vert="horz" wrap="square" rtlCol="0" anchor="t" anchorCtr="1">
                <a:normAutofit/>
              </a:bodyPr>
              <a:lstStyle/>
              <a:p>
                <a:pPr algn="ctr"/>
                <a:r>
                  <a:rPr lang="zh-CN" altLang="en-US" sz="2400" b="1" dirty="0"/>
                  <a:t>困难是最好的老师，每一次跨越都是蜕变</a:t>
                </a:r>
              </a:p>
            </p:txBody>
          </p:sp>
        </p:grpSp>
        <p:grpSp>
          <p:nvGrpSpPr>
            <p:cNvPr id="499" name="组合 498">
              <a:extLst>
                <a:ext uri="{FF2B5EF4-FFF2-40B4-BE49-F238E27FC236}">
                  <a16:creationId xmlns:a16="http://schemas.microsoft.com/office/drawing/2014/main" id="{C42DCB5D-BE5C-B85D-D676-52FE03929CE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21337" y="1967134"/>
              <a:ext cx="3941402" cy="4077590"/>
              <a:chOff x="402237" y="569031"/>
              <a:chExt cx="5065666" cy="5240701"/>
            </a:xfrm>
          </p:grpSpPr>
          <p:sp>
            <p:nvSpPr>
              <p:cNvPr id="500" name="任意多边形 499">
                <a:extLst>
                  <a:ext uri="{FF2B5EF4-FFF2-40B4-BE49-F238E27FC236}">
                    <a16:creationId xmlns:a16="http://schemas.microsoft.com/office/drawing/2014/main" id="{9A43DECF-E56E-9182-53D8-8D6E28E93103}"/>
                  </a:ext>
                </a:extLst>
              </p:cNvPr>
              <p:cNvSpPr/>
              <p:nvPr/>
            </p:nvSpPr>
            <p:spPr>
              <a:xfrm>
                <a:off x="4671900" y="2242630"/>
                <a:ext cx="416492" cy="319031"/>
              </a:xfrm>
              <a:custGeom>
                <a:avLst/>
                <a:gdLst>
                  <a:gd name="connsiteX0" fmla="*/ 80351 w 416492"/>
                  <a:gd name="connsiteY0" fmla="*/ 0 h 319031"/>
                  <a:gd name="connsiteX1" fmla="*/ 0 w 416492"/>
                  <a:gd name="connsiteY1" fmla="*/ 44770 h 319031"/>
                  <a:gd name="connsiteX2" fmla="*/ 0 w 416492"/>
                  <a:gd name="connsiteY2" fmla="*/ 286051 h 319031"/>
                  <a:gd name="connsiteX3" fmla="*/ 408721 w 416492"/>
                  <a:gd name="connsiteY3" fmla="*/ 212154 h 319031"/>
                  <a:gd name="connsiteX4" fmla="*/ 80351 w 416492"/>
                  <a:gd name="connsiteY4" fmla="*/ 0 h 319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492" h="319031">
                    <a:moveTo>
                      <a:pt x="80351" y="0"/>
                    </a:moveTo>
                    <a:cubicBezTo>
                      <a:pt x="54888" y="17056"/>
                      <a:pt x="28021" y="31813"/>
                      <a:pt x="0" y="44770"/>
                    </a:cubicBezTo>
                    <a:lnTo>
                      <a:pt x="0" y="286051"/>
                    </a:lnTo>
                    <a:cubicBezTo>
                      <a:pt x="0" y="286051"/>
                      <a:pt x="334404" y="396901"/>
                      <a:pt x="408721" y="212154"/>
                    </a:cubicBezTo>
                    <a:cubicBezTo>
                      <a:pt x="463617" y="75656"/>
                      <a:pt x="214333" y="19848"/>
                      <a:pt x="80351" y="0"/>
                    </a:cubicBezTo>
                    <a:close/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1" name="任意多边形 500">
                <a:extLst>
                  <a:ext uri="{FF2B5EF4-FFF2-40B4-BE49-F238E27FC236}">
                    <a16:creationId xmlns:a16="http://schemas.microsoft.com/office/drawing/2014/main" id="{C2DD5D0D-081A-B463-1561-5A2711143C1A}"/>
                  </a:ext>
                </a:extLst>
              </p:cNvPr>
              <p:cNvSpPr/>
              <p:nvPr/>
            </p:nvSpPr>
            <p:spPr>
              <a:xfrm>
                <a:off x="546417" y="4664230"/>
                <a:ext cx="589006" cy="410742"/>
              </a:xfrm>
              <a:custGeom>
                <a:avLst/>
                <a:gdLst>
                  <a:gd name="connsiteX0" fmla="*/ 589006 w 589006"/>
                  <a:gd name="connsiteY0" fmla="*/ 0 h 410742"/>
                  <a:gd name="connsiteX1" fmla="*/ 124744 w 589006"/>
                  <a:gd name="connsiteY1" fmla="*/ 18064 h 410742"/>
                  <a:gd name="connsiteX2" fmla="*/ 60311 w 589006"/>
                  <a:gd name="connsiteY2" fmla="*/ 34209 h 410742"/>
                  <a:gd name="connsiteX3" fmla="*/ 21946 w 589006"/>
                  <a:gd name="connsiteY3" fmla="*/ 94527 h 410742"/>
                  <a:gd name="connsiteX4" fmla="*/ 9755 w 589006"/>
                  <a:gd name="connsiteY4" fmla="*/ 332177 h 410742"/>
                  <a:gd name="connsiteX5" fmla="*/ 31184 w 589006"/>
                  <a:gd name="connsiteY5" fmla="*/ 376585 h 410742"/>
                  <a:gd name="connsiteX6" fmla="*/ 74108 w 589006"/>
                  <a:gd name="connsiteY6" fmla="*/ 394327 h 410742"/>
                  <a:gd name="connsiteX7" fmla="*/ 571538 w 589006"/>
                  <a:gd name="connsiteY7" fmla="*/ 330918 h 410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89006" h="410742">
                    <a:moveTo>
                      <a:pt x="589006" y="0"/>
                    </a:moveTo>
                    <a:cubicBezTo>
                      <a:pt x="435088" y="1283"/>
                      <a:pt x="280211" y="7301"/>
                      <a:pt x="124744" y="18064"/>
                    </a:cubicBezTo>
                    <a:cubicBezTo>
                      <a:pt x="102895" y="19573"/>
                      <a:pt x="79352" y="21736"/>
                      <a:pt x="60311" y="34209"/>
                    </a:cubicBezTo>
                    <a:cubicBezTo>
                      <a:pt x="38357" y="48587"/>
                      <a:pt x="28587" y="72541"/>
                      <a:pt x="21946" y="94527"/>
                    </a:cubicBezTo>
                    <a:cubicBezTo>
                      <a:pt x="-2355" y="174975"/>
                      <a:pt x="-6559" y="256780"/>
                      <a:pt x="9755" y="332177"/>
                    </a:cubicBezTo>
                    <a:cubicBezTo>
                      <a:pt x="13313" y="348620"/>
                      <a:pt x="18227" y="365410"/>
                      <a:pt x="31184" y="376585"/>
                    </a:cubicBezTo>
                    <a:cubicBezTo>
                      <a:pt x="42327" y="386194"/>
                      <a:pt x="58302" y="390672"/>
                      <a:pt x="74108" y="394327"/>
                    </a:cubicBezTo>
                    <a:cubicBezTo>
                      <a:pt x="228759" y="430077"/>
                      <a:pt x="411618" y="406768"/>
                      <a:pt x="571538" y="330918"/>
                    </a:cubicBezTo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502" name="组合 501">
                <a:extLst>
                  <a:ext uri="{FF2B5EF4-FFF2-40B4-BE49-F238E27FC236}">
                    <a16:creationId xmlns:a16="http://schemas.microsoft.com/office/drawing/2014/main" id="{40FE51A7-ABD6-3D3A-854B-7EFBE44656FE}"/>
                  </a:ext>
                </a:extLst>
              </p:cNvPr>
              <p:cNvGrpSpPr/>
              <p:nvPr/>
            </p:nvGrpSpPr>
            <p:grpSpPr>
              <a:xfrm>
                <a:off x="402237" y="4660704"/>
                <a:ext cx="472605" cy="1149028"/>
                <a:chOff x="402237" y="4660704"/>
                <a:chExt cx="472605" cy="1149028"/>
              </a:xfrm>
            </p:grpSpPr>
            <p:sp>
              <p:nvSpPr>
                <p:cNvPr id="551" name="任意多边形 550">
                  <a:extLst>
                    <a:ext uri="{FF2B5EF4-FFF2-40B4-BE49-F238E27FC236}">
                      <a16:creationId xmlns:a16="http://schemas.microsoft.com/office/drawing/2014/main" id="{B59BDAFB-EE30-05F9-D4CC-294FD8C48BB4}"/>
                    </a:ext>
                  </a:extLst>
                </p:cNvPr>
                <p:cNvSpPr/>
                <p:nvPr/>
              </p:nvSpPr>
              <p:spPr>
                <a:xfrm>
                  <a:off x="403271" y="4660704"/>
                  <a:ext cx="471572" cy="914212"/>
                </a:xfrm>
                <a:custGeom>
                  <a:avLst/>
                  <a:gdLst>
                    <a:gd name="connsiteX0" fmla="*/ 318768 w 471572"/>
                    <a:gd name="connsiteY0" fmla="*/ 1114 h 914212"/>
                    <a:gd name="connsiteX1" fmla="*/ 455815 w 471572"/>
                    <a:gd name="connsiteY1" fmla="*/ 399959 h 914212"/>
                    <a:gd name="connsiteX2" fmla="*/ 471572 w 471572"/>
                    <a:gd name="connsiteY2" fmla="*/ 409487 h 914212"/>
                    <a:gd name="connsiteX3" fmla="*/ 282316 w 471572"/>
                    <a:gd name="connsiteY3" fmla="*/ 914212 h 914212"/>
                    <a:gd name="connsiteX4" fmla="*/ 94423 w 471572"/>
                    <a:gd name="connsiteY4" fmla="*/ 764191 h 914212"/>
                    <a:gd name="connsiteX5" fmla="*/ 0 w 471572"/>
                    <a:gd name="connsiteY5" fmla="*/ 712724 h 914212"/>
                    <a:gd name="connsiteX6" fmla="*/ 58922 w 471572"/>
                    <a:gd name="connsiteY6" fmla="*/ 33992 h 914212"/>
                    <a:gd name="connsiteX7" fmla="*/ 318768 w 471572"/>
                    <a:gd name="connsiteY7" fmla="*/ 1114 h 914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71572" h="914212">
                      <a:moveTo>
                        <a:pt x="318768" y="1114"/>
                      </a:moveTo>
                      <a:cubicBezTo>
                        <a:pt x="299921" y="148044"/>
                        <a:pt x="342303" y="303140"/>
                        <a:pt x="455815" y="399959"/>
                      </a:cubicBezTo>
                      <a:cubicBezTo>
                        <a:pt x="460882" y="404283"/>
                        <a:pt x="466191" y="407373"/>
                        <a:pt x="471572" y="409487"/>
                      </a:cubicBezTo>
                      <a:cubicBezTo>
                        <a:pt x="450788" y="579695"/>
                        <a:pt x="361150" y="772122"/>
                        <a:pt x="282316" y="914212"/>
                      </a:cubicBezTo>
                      <a:cubicBezTo>
                        <a:pt x="235689" y="851724"/>
                        <a:pt x="162414" y="803177"/>
                        <a:pt x="94423" y="764191"/>
                      </a:cubicBezTo>
                      <a:cubicBezTo>
                        <a:pt x="63311" y="746353"/>
                        <a:pt x="31732" y="729393"/>
                        <a:pt x="0" y="712724"/>
                      </a:cubicBezTo>
                      <a:cubicBezTo>
                        <a:pt x="6188" y="472129"/>
                        <a:pt x="38542" y="191209"/>
                        <a:pt x="58922" y="33992"/>
                      </a:cubicBezTo>
                      <a:cubicBezTo>
                        <a:pt x="138927" y="6205"/>
                        <a:pt x="229194" y="-3542"/>
                        <a:pt x="318768" y="1114"/>
                      </a:cubicBezTo>
                      <a:close/>
                    </a:path>
                  </a:pathLst>
                </a:custGeom>
                <a:solidFill>
                  <a:srgbClr val="003C5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2" name="任意多边形 551">
                  <a:extLst>
                    <a:ext uri="{FF2B5EF4-FFF2-40B4-BE49-F238E27FC236}">
                      <a16:creationId xmlns:a16="http://schemas.microsoft.com/office/drawing/2014/main" id="{FBDFE71B-CCF9-8CDC-D987-5E5ACFF51F49}"/>
                    </a:ext>
                  </a:extLst>
                </p:cNvPr>
                <p:cNvSpPr/>
                <p:nvPr/>
              </p:nvSpPr>
              <p:spPr>
                <a:xfrm>
                  <a:off x="402237" y="5219406"/>
                  <a:ext cx="291393" cy="590326"/>
                </a:xfrm>
                <a:custGeom>
                  <a:avLst/>
                  <a:gdLst>
                    <a:gd name="connsiteX0" fmla="*/ 179132 w 291393"/>
                    <a:gd name="connsiteY0" fmla="*/ 187861 h 590326"/>
                    <a:gd name="connsiteX1" fmla="*/ 291393 w 291393"/>
                    <a:gd name="connsiteY1" fmla="*/ 340907 h 590326"/>
                    <a:gd name="connsiteX2" fmla="*/ 154693 w 291393"/>
                    <a:gd name="connsiteY2" fmla="*/ 564220 h 590326"/>
                    <a:gd name="connsiteX3" fmla="*/ 7972 w 291393"/>
                    <a:gd name="connsiteY3" fmla="*/ 0 h 590326"/>
                    <a:gd name="connsiteX4" fmla="*/ 179132 w 291393"/>
                    <a:gd name="connsiteY4" fmla="*/ 187861 h 590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1393" h="590326">
                      <a:moveTo>
                        <a:pt x="179132" y="187861"/>
                      </a:moveTo>
                      <a:cubicBezTo>
                        <a:pt x="215931" y="232728"/>
                        <a:pt x="257765" y="284809"/>
                        <a:pt x="291393" y="340907"/>
                      </a:cubicBezTo>
                      <a:cubicBezTo>
                        <a:pt x="219739" y="472008"/>
                        <a:pt x="154693" y="564220"/>
                        <a:pt x="154693" y="564220"/>
                      </a:cubicBezTo>
                      <a:cubicBezTo>
                        <a:pt x="444" y="688035"/>
                        <a:pt x="-13626" y="350121"/>
                        <a:pt x="7972" y="0"/>
                      </a:cubicBezTo>
                      <a:cubicBezTo>
                        <a:pt x="71090" y="57252"/>
                        <a:pt x="126898" y="124178"/>
                        <a:pt x="179132" y="18786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3" name="任意多边形 552">
                  <a:extLst>
                    <a:ext uri="{FF2B5EF4-FFF2-40B4-BE49-F238E27FC236}">
                      <a16:creationId xmlns:a16="http://schemas.microsoft.com/office/drawing/2014/main" id="{4DD7C92B-DB94-ECA4-52A5-BE8E54EC6A22}"/>
                    </a:ext>
                  </a:extLst>
                </p:cNvPr>
                <p:cNvSpPr/>
                <p:nvPr/>
              </p:nvSpPr>
              <p:spPr>
                <a:xfrm>
                  <a:off x="402277" y="5219406"/>
                  <a:ext cx="108801" cy="330934"/>
                </a:xfrm>
                <a:custGeom>
                  <a:avLst/>
                  <a:gdLst>
                    <a:gd name="connsiteX0" fmla="*/ 108801 w 108801"/>
                    <a:gd name="connsiteY0" fmla="*/ 104314 h 330934"/>
                    <a:gd name="connsiteX1" fmla="*/ 33831 w 108801"/>
                    <a:gd name="connsiteY1" fmla="*/ 250010 h 330934"/>
                    <a:gd name="connsiteX2" fmla="*/ 2236 w 108801"/>
                    <a:gd name="connsiteY2" fmla="*/ 330935 h 330934"/>
                    <a:gd name="connsiteX3" fmla="*/ 7932 w 108801"/>
                    <a:gd name="connsiteY3" fmla="*/ 0 h 330934"/>
                    <a:gd name="connsiteX4" fmla="*/ 108801 w 108801"/>
                    <a:gd name="connsiteY4" fmla="*/ 104314 h 330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8801" h="330934">
                      <a:moveTo>
                        <a:pt x="108801" y="104314"/>
                      </a:moveTo>
                      <a:cubicBezTo>
                        <a:pt x="81644" y="151755"/>
                        <a:pt x="55575" y="199785"/>
                        <a:pt x="33831" y="250010"/>
                      </a:cubicBezTo>
                      <a:cubicBezTo>
                        <a:pt x="23109" y="274788"/>
                        <a:pt x="11926" y="302244"/>
                        <a:pt x="2236" y="330935"/>
                      </a:cubicBezTo>
                      <a:cubicBezTo>
                        <a:pt x="-2492" y="233277"/>
                        <a:pt x="687" y="117384"/>
                        <a:pt x="7932" y="0"/>
                      </a:cubicBezTo>
                      <a:cubicBezTo>
                        <a:pt x="43691" y="32434"/>
                        <a:pt x="77053" y="68015"/>
                        <a:pt x="108801" y="104314"/>
                      </a:cubicBezTo>
                      <a:close/>
                    </a:path>
                  </a:pathLst>
                </a:custGeom>
                <a:solidFill>
                  <a:srgbClr val="B7C2E6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4" name="任意多边形 553">
                  <a:extLst>
                    <a:ext uri="{FF2B5EF4-FFF2-40B4-BE49-F238E27FC236}">
                      <a16:creationId xmlns:a16="http://schemas.microsoft.com/office/drawing/2014/main" id="{CF9FCD09-475A-3586-36A1-55DBF426D4D8}"/>
                    </a:ext>
                  </a:extLst>
                </p:cNvPr>
                <p:cNvSpPr/>
                <p:nvPr/>
              </p:nvSpPr>
              <p:spPr>
                <a:xfrm>
                  <a:off x="438961" y="4671903"/>
                  <a:ext cx="84155" cy="1068347"/>
                </a:xfrm>
                <a:custGeom>
                  <a:avLst/>
                  <a:gdLst>
                    <a:gd name="connsiteX0" fmla="*/ 8354 w 84155"/>
                    <a:gd name="connsiteY0" fmla="*/ 1059545 h 1068347"/>
                    <a:gd name="connsiteX1" fmla="*/ 100 w 84155"/>
                    <a:gd name="connsiteY1" fmla="*/ 1068347 h 1068347"/>
                    <a:gd name="connsiteX2" fmla="*/ 75329 w 84155"/>
                    <a:gd name="connsiteY2" fmla="*/ 1936 h 1068347"/>
                    <a:gd name="connsiteX3" fmla="*/ 84155 w 84155"/>
                    <a:gd name="connsiteY3" fmla="*/ 0 h 1068347"/>
                    <a:gd name="connsiteX4" fmla="*/ 8354 w 84155"/>
                    <a:gd name="connsiteY4" fmla="*/ 1059545 h 1068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155" h="1068347">
                      <a:moveTo>
                        <a:pt x="8354" y="1059545"/>
                      </a:moveTo>
                      <a:cubicBezTo>
                        <a:pt x="5369" y="1062062"/>
                        <a:pt x="2594" y="1064967"/>
                        <a:pt x="100" y="1068347"/>
                      </a:cubicBezTo>
                      <a:cubicBezTo>
                        <a:pt x="-2667" y="524290"/>
                        <a:pt x="52487" y="137870"/>
                        <a:pt x="75329" y="1936"/>
                      </a:cubicBezTo>
                      <a:cubicBezTo>
                        <a:pt x="78265" y="1283"/>
                        <a:pt x="81210" y="646"/>
                        <a:pt x="84155" y="0"/>
                      </a:cubicBezTo>
                      <a:cubicBezTo>
                        <a:pt x="62016" y="130568"/>
                        <a:pt x="6200" y="515125"/>
                        <a:pt x="8354" y="10595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5" name="任意多边形 554">
                  <a:extLst>
                    <a:ext uri="{FF2B5EF4-FFF2-40B4-BE49-F238E27FC236}">
                      <a16:creationId xmlns:a16="http://schemas.microsoft.com/office/drawing/2014/main" id="{A0474943-1A1D-199B-022A-D20B345D886A}"/>
                    </a:ext>
                  </a:extLst>
                </p:cNvPr>
                <p:cNvSpPr/>
                <p:nvPr/>
              </p:nvSpPr>
              <p:spPr>
                <a:xfrm>
                  <a:off x="608526" y="5285500"/>
                  <a:ext cx="137441" cy="179202"/>
                </a:xfrm>
                <a:custGeom>
                  <a:avLst/>
                  <a:gdLst>
                    <a:gd name="connsiteX0" fmla="*/ 120427 w 137441"/>
                    <a:gd name="connsiteY0" fmla="*/ 174904 h 179202"/>
                    <a:gd name="connsiteX1" fmla="*/ 2404 w 137441"/>
                    <a:gd name="connsiteY1" fmla="*/ 15661 h 179202"/>
                    <a:gd name="connsiteX2" fmla="*/ 15225 w 137441"/>
                    <a:gd name="connsiteY2" fmla="*/ 2897 h 179202"/>
                    <a:gd name="connsiteX3" fmla="*/ 136079 w 137441"/>
                    <a:gd name="connsiteY3" fmla="*/ 165787 h 179202"/>
                    <a:gd name="connsiteX4" fmla="*/ 120427 w 137441"/>
                    <a:gd name="connsiteY4" fmla="*/ 174904 h 179202"/>
                    <a:gd name="connsiteX5" fmla="*/ 120427 w 137441"/>
                    <a:gd name="connsiteY5" fmla="*/ 174904 h 179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7441" h="179202">
                      <a:moveTo>
                        <a:pt x="120427" y="174904"/>
                      </a:moveTo>
                      <a:cubicBezTo>
                        <a:pt x="86104" y="118297"/>
                        <a:pt x="46651" y="64998"/>
                        <a:pt x="2404" y="15661"/>
                      </a:cubicBezTo>
                      <a:cubicBezTo>
                        <a:pt x="-5341" y="7020"/>
                        <a:pt x="7431" y="-5792"/>
                        <a:pt x="15225" y="2897"/>
                      </a:cubicBezTo>
                      <a:cubicBezTo>
                        <a:pt x="60472" y="53356"/>
                        <a:pt x="100974" y="107889"/>
                        <a:pt x="136079" y="165787"/>
                      </a:cubicBezTo>
                      <a:cubicBezTo>
                        <a:pt x="142122" y="175751"/>
                        <a:pt x="126454" y="184844"/>
                        <a:pt x="120427" y="174904"/>
                      </a:cubicBezTo>
                      <a:lnTo>
                        <a:pt x="120427" y="17490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6" name="任意多边形 555">
                  <a:extLst>
                    <a:ext uri="{FF2B5EF4-FFF2-40B4-BE49-F238E27FC236}">
                      <a16:creationId xmlns:a16="http://schemas.microsoft.com/office/drawing/2014/main" id="{2EF292B2-BCAE-C5C7-D0E3-A0CFD70D1748}"/>
                    </a:ext>
                  </a:extLst>
                </p:cNvPr>
                <p:cNvSpPr/>
                <p:nvPr/>
              </p:nvSpPr>
              <p:spPr>
                <a:xfrm>
                  <a:off x="668110" y="5148036"/>
                  <a:ext cx="165122" cy="204057"/>
                </a:xfrm>
                <a:custGeom>
                  <a:avLst/>
                  <a:gdLst>
                    <a:gd name="connsiteX0" fmla="*/ 147908 w 165122"/>
                    <a:gd name="connsiteY0" fmla="*/ 199961 h 204057"/>
                    <a:gd name="connsiteX1" fmla="*/ 2462 w 165122"/>
                    <a:gd name="connsiteY1" fmla="*/ 15618 h 204057"/>
                    <a:gd name="connsiteX2" fmla="*/ 15282 w 165122"/>
                    <a:gd name="connsiteY2" fmla="*/ 2846 h 204057"/>
                    <a:gd name="connsiteX3" fmla="*/ 163576 w 165122"/>
                    <a:gd name="connsiteY3" fmla="*/ 190836 h 204057"/>
                    <a:gd name="connsiteX4" fmla="*/ 147908 w 165122"/>
                    <a:gd name="connsiteY4" fmla="*/ 199961 h 204057"/>
                    <a:gd name="connsiteX5" fmla="*/ 147908 w 165122"/>
                    <a:gd name="connsiteY5" fmla="*/ 199961 h 204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5122" h="204057">
                      <a:moveTo>
                        <a:pt x="147908" y="199961"/>
                      </a:moveTo>
                      <a:cubicBezTo>
                        <a:pt x="104113" y="134971"/>
                        <a:pt x="55510" y="73387"/>
                        <a:pt x="2462" y="15618"/>
                      </a:cubicBezTo>
                      <a:cubicBezTo>
                        <a:pt x="-5397" y="7058"/>
                        <a:pt x="7383" y="-5747"/>
                        <a:pt x="15282" y="2846"/>
                      </a:cubicBezTo>
                      <a:cubicBezTo>
                        <a:pt x="69355" y="61728"/>
                        <a:pt x="118935" y="124596"/>
                        <a:pt x="163576" y="190836"/>
                      </a:cubicBezTo>
                      <a:cubicBezTo>
                        <a:pt x="170079" y="200518"/>
                        <a:pt x="154378" y="209570"/>
                        <a:pt x="147908" y="199961"/>
                      </a:cubicBezTo>
                      <a:lnTo>
                        <a:pt x="147908" y="1999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03" name="任意多边形 502">
                <a:extLst>
                  <a:ext uri="{FF2B5EF4-FFF2-40B4-BE49-F238E27FC236}">
                    <a16:creationId xmlns:a16="http://schemas.microsoft.com/office/drawing/2014/main" id="{61670514-0632-4926-24D2-0E14562A319C}"/>
                  </a:ext>
                </a:extLst>
              </p:cNvPr>
              <p:cNvSpPr/>
              <p:nvPr/>
            </p:nvSpPr>
            <p:spPr>
              <a:xfrm>
                <a:off x="2485948" y="2464611"/>
                <a:ext cx="863132" cy="442875"/>
              </a:xfrm>
              <a:custGeom>
                <a:avLst/>
                <a:gdLst>
                  <a:gd name="connsiteX0" fmla="*/ 160833 w 863132"/>
                  <a:gd name="connsiteY0" fmla="*/ 77358 h 442875"/>
                  <a:gd name="connsiteX1" fmla="*/ 208580 w 863132"/>
                  <a:gd name="connsiteY1" fmla="*/ 0 h 442875"/>
                  <a:gd name="connsiteX2" fmla="*/ 379458 w 863132"/>
                  <a:gd name="connsiteY2" fmla="*/ 96327 h 442875"/>
                  <a:gd name="connsiteX3" fmla="*/ 794181 w 863132"/>
                  <a:gd name="connsiteY3" fmla="*/ 331370 h 442875"/>
                  <a:gd name="connsiteX4" fmla="*/ 863132 w 863132"/>
                  <a:gd name="connsiteY4" fmla="*/ 367524 h 442875"/>
                  <a:gd name="connsiteX5" fmla="*/ 612920 w 863132"/>
                  <a:gd name="connsiteY5" fmla="*/ 416087 h 442875"/>
                  <a:gd name="connsiteX6" fmla="*/ 129867 w 863132"/>
                  <a:gd name="connsiteY6" fmla="*/ 372978 h 442875"/>
                  <a:gd name="connsiteX7" fmla="*/ 6003 w 863132"/>
                  <a:gd name="connsiteY7" fmla="*/ 157427 h 442875"/>
                  <a:gd name="connsiteX8" fmla="*/ 160833 w 863132"/>
                  <a:gd name="connsiteY8" fmla="*/ 77358 h 4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3132" h="442875">
                    <a:moveTo>
                      <a:pt x="160833" y="77358"/>
                    </a:moveTo>
                    <a:cubicBezTo>
                      <a:pt x="171305" y="68653"/>
                      <a:pt x="188071" y="40204"/>
                      <a:pt x="208580" y="0"/>
                    </a:cubicBezTo>
                    <a:cubicBezTo>
                      <a:pt x="265671" y="31869"/>
                      <a:pt x="322657" y="63941"/>
                      <a:pt x="379458" y="96327"/>
                    </a:cubicBezTo>
                    <a:cubicBezTo>
                      <a:pt x="517497" y="175032"/>
                      <a:pt x="653495" y="257369"/>
                      <a:pt x="794181" y="331370"/>
                    </a:cubicBezTo>
                    <a:cubicBezTo>
                      <a:pt x="817151" y="343457"/>
                      <a:pt x="840146" y="355478"/>
                      <a:pt x="863132" y="367524"/>
                    </a:cubicBezTo>
                    <a:cubicBezTo>
                      <a:pt x="761085" y="388058"/>
                      <a:pt x="668639" y="406647"/>
                      <a:pt x="612920" y="416087"/>
                    </a:cubicBezTo>
                    <a:cubicBezTo>
                      <a:pt x="440841" y="445246"/>
                      <a:pt x="266930" y="472218"/>
                      <a:pt x="129867" y="372978"/>
                    </a:cubicBezTo>
                    <a:cubicBezTo>
                      <a:pt x="73268" y="332000"/>
                      <a:pt x="-25302" y="234560"/>
                      <a:pt x="6003" y="157427"/>
                    </a:cubicBezTo>
                    <a:cubicBezTo>
                      <a:pt x="33984" y="88484"/>
                      <a:pt x="148424" y="78310"/>
                      <a:pt x="160833" y="77358"/>
                    </a:cubicBezTo>
                    <a:close/>
                  </a:path>
                </a:pathLst>
              </a:custGeom>
              <a:solidFill>
                <a:srgbClr val="DF3319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4" name="任意多边形 503">
                <a:extLst>
                  <a:ext uri="{FF2B5EF4-FFF2-40B4-BE49-F238E27FC236}">
                    <a16:creationId xmlns:a16="http://schemas.microsoft.com/office/drawing/2014/main" id="{15C97C77-1695-A95B-7959-D7ECEF374167}"/>
                  </a:ext>
                </a:extLst>
              </p:cNvPr>
              <p:cNvSpPr/>
              <p:nvPr/>
            </p:nvSpPr>
            <p:spPr>
              <a:xfrm>
                <a:off x="2546654" y="2439382"/>
                <a:ext cx="933075" cy="500900"/>
              </a:xfrm>
              <a:custGeom>
                <a:avLst/>
                <a:gdLst>
                  <a:gd name="connsiteX0" fmla="*/ 0 w 933075"/>
                  <a:gd name="connsiteY0" fmla="*/ 418782 h 500900"/>
                  <a:gd name="connsiteX1" fmla="*/ 52080 w 933075"/>
                  <a:gd name="connsiteY1" fmla="*/ 317187 h 500900"/>
                  <a:gd name="connsiteX2" fmla="*/ 214688 w 933075"/>
                  <a:gd name="connsiteY2" fmla="*/ 0 h 500900"/>
                  <a:gd name="connsiteX3" fmla="*/ 809220 w 933075"/>
                  <a:gd name="connsiteY3" fmla="*/ 312031 h 500900"/>
                  <a:gd name="connsiteX4" fmla="*/ 933075 w 933075"/>
                  <a:gd name="connsiteY4" fmla="*/ 500900 h 500900"/>
                  <a:gd name="connsiteX5" fmla="*/ 123855 w 933075"/>
                  <a:gd name="connsiteY5" fmla="*/ 353090 h 500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33075" h="500900">
                    <a:moveTo>
                      <a:pt x="0" y="418782"/>
                    </a:moveTo>
                    <a:lnTo>
                      <a:pt x="52080" y="317187"/>
                    </a:lnTo>
                    <a:lnTo>
                      <a:pt x="214688" y="0"/>
                    </a:lnTo>
                    <a:lnTo>
                      <a:pt x="809220" y="312031"/>
                    </a:lnTo>
                    <a:lnTo>
                      <a:pt x="933075" y="500900"/>
                    </a:lnTo>
                    <a:lnTo>
                      <a:pt x="123855" y="353090"/>
                    </a:lnTo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505" name="组合 504">
                <a:extLst>
                  <a:ext uri="{FF2B5EF4-FFF2-40B4-BE49-F238E27FC236}">
                    <a16:creationId xmlns:a16="http://schemas.microsoft.com/office/drawing/2014/main" id="{C8CC3DC0-5EB2-58D4-D596-7F010340850B}"/>
                  </a:ext>
                </a:extLst>
              </p:cNvPr>
              <p:cNvGrpSpPr/>
              <p:nvPr/>
            </p:nvGrpSpPr>
            <p:grpSpPr>
              <a:xfrm>
                <a:off x="2207750" y="2713202"/>
                <a:ext cx="1857794" cy="2411420"/>
                <a:chOff x="2207750" y="2713202"/>
                <a:chExt cx="1857794" cy="2411420"/>
              </a:xfrm>
            </p:grpSpPr>
            <p:sp>
              <p:nvSpPr>
                <p:cNvPr id="539" name="任意多边形 538">
                  <a:extLst>
                    <a:ext uri="{FF2B5EF4-FFF2-40B4-BE49-F238E27FC236}">
                      <a16:creationId xmlns:a16="http://schemas.microsoft.com/office/drawing/2014/main" id="{B026B2D7-9769-A858-61A2-8F1A0881C2AC}"/>
                    </a:ext>
                  </a:extLst>
                </p:cNvPr>
                <p:cNvSpPr/>
                <p:nvPr/>
              </p:nvSpPr>
              <p:spPr>
                <a:xfrm>
                  <a:off x="2466517" y="3870421"/>
                  <a:ext cx="434905" cy="430016"/>
                </a:xfrm>
                <a:custGeom>
                  <a:avLst/>
                  <a:gdLst>
                    <a:gd name="connsiteX0" fmla="*/ 216579 w 434905"/>
                    <a:gd name="connsiteY0" fmla="*/ 0 h 430016"/>
                    <a:gd name="connsiteX1" fmla="*/ 8104 w 434905"/>
                    <a:gd name="connsiteY1" fmla="*/ 76810 h 430016"/>
                    <a:gd name="connsiteX2" fmla="*/ 180595 w 434905"/>
                    <a:gd name="connsiteY2" fmla="*/ 425156 h 430016"/>
                    <a:gd name="connsiteX3" fmla="*/ 434905 w 434905"/>
                    <a:gd name="connsiteY3" fmla="*/ 311773 h 430016"/>
                    <a:gd name="connsiteX4" fmla="*/ 216579 w 434905"/>
                    <a:gd name="connsiteY4" fmla="*/ 0 h 430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4905" h="430016">
                      <a:moveTo>
                        <a:pt x="216579" y="0"/>
                      </a:moveTo>
                      <a:cubicBezTo>
                        <a:pt x="216579" y="0"/>
                        <a:pt x="50188" y="47554"/>
                        <a:pt x="8104" y="76810"/>
                      </a:cubicBezTo>
                      <a:cubicBezTo>
                        <a:pt x="-33980" y="106065"/>
                        <a:pt x="97484" y="392100"/>
                        <a:pt x="180595" y="425156"/>
                      </a:cubicBezTo>
                      <a:cubicBezTo>
                        <a:pt x="263698" y="458220"/>
                        <a:pt x="434905" y="311773"/>
                        <a:pt x="434905" y="311773"/>
                      </a:cubicBezTo>
                      <a:lnTo>
                        <a:pt x="216579" y="0"/>
                      </a:lnTo>
                      <a:close/>
                    </a:path>
                  </a:pathLst>
                </a:custGeom>
                <a:solidFill>
                  <a:srgbClr val="FFC69E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0" name="任意多边形 539">
                  <a:extLst>
                    <a:ext uri="{FF2B5EF4-FFF2-40B4-BE49-F238E27FC236}">
                      <a16:creationId xmlns:a16="http://schemas.microsoft.com/office/drawing/2014/main" id="{62BFB467-E576-4009-9DAB-49FA394E0AB2}"/>
                    </a:ext>
                  </a:extLst>
                </p:cNvPr>
                <p:cNvSpPr/>
                <p:nvPr/>
              </p:nvSpPr>
              <p:spPr>
                <a:xfrm>
                  <a:off x="2640787" y="2713202"/>
                  <a:ext cx="1424756" cy="1798677"/>
                </a:xfrm>
                <a:custGeom>
                  <a:avLst/>
                  <a:gdLst>
                    <a:gd name="connsiteX0" fmla="*/ 1049152 w 1424756"/>
                    <a:gd name="connsiteY0" fmla="*/ 380619 h 1798677"/>
                    <a:gd name="connsiteX1" fmla="*/ 553875 w 1424756"/>
                    <a:gd name="connsiteY1" fmla="*/ 968 h 1798677"/>
                    <a:gd name="connsiteX2" fmla="*/ 535907 w 1424756"/>
                    <a:gd name="connsiteY2" fmla="*/ 0 h 1798677"/>
                    <a:gd name="connsiteX3" fmla="*/ 528565 w 1424756"/>
                    <a:gd name="connsiteY3" fmla="*/ 12465 h 1798677"/>
                    <a:gd name="connsiteX4" fmla="*/ 528291 w 1424756"/>
                    <a:gd name="connsiteY4" fmla="*/ 55816 h 1798677"/>
                    <a:gd name="connsiteX5" fmla="*/ 439976 w 1424756"/>
                    <a:gd name="connsiteY5" fmla="*/ 209863 h 1798677"/>
                    <a:gd name="connsiteX6" fmla="*/ 228677 w 1424756"/>
                    <a:gd name="connsiteY6" fmla="*/ 618818 h 1798677"/>
                    <a:gd name="connsiteX7" fmla="*/ 832496 w 1424756"/>
                    <a:gd name="connsiteY7" fmla="*/ 846156 h 1798677"/>
                    <a:gd name="connsiteX8" fmla="*/ 421782 w 1424756"/>
                    <a:gd name="connsiteY8" fmla="*/ 1003382 h 1798677"/>
                    <a:gd name="connsiteX9" fmla="*/ 129236 w 1424756"/>
                    <a:gd name="connsiteY9" fmla="*/ 1078691 h 1798677"/>
                    <a:gd name="connsiteX10" fmla="*/ 2549 w 1424756"/>
                    <a:gd name="connsiteY10" fmla="*/ 1113263 h 1798677"/>
                    <a:gd name="connsiteX11" fmla="*/ 11069 w 1424756"/>
                    <a:gd name="connsiteY11" fmla="*/ 1160608 h 1798677"/>
                    <a:gd name="connsiteX12" fmla="*/ 278458 w 1424756"/>
                    <a:gd name="connsiteY12" fmla="*/ 1701792 h 1798677"/>
                    <a:gd name="connsiteX13" fmla="*/ 373090 w 1424756"/>
                    <a:gd name="connsiteY13" fmla="*/ 1797893 h 1798677"/>
                    <a:gd name="connsiteX14" fmla="*/ 383700 w 1424756"/>
                    <a:gd name="connsiteY14" fmla="*/ 1704681 h 1798677"/>
                    <a:gd name="connsiteX15" fmla="*/ 1096746 w 1424756"/>
                    <a:gd name="connsiteY15" fmla="*/ 1343030 h 1798677"/>
                    <a:gd name="connsiteX16" fmla="*/ 1419048 w 1424756"/>
                    <a:gd name="connsiteY16" fmla="*/ 1010345 h 1798677"/>
                    <a:gd name="connsiteX17" fmla="*/ 1049152 w 1424756"/>
                    <a:gd name="connsiteY17" fmla="*/ 380619 h 1798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424756" h="1798677">
                      <a:moveTo>
                        <a:pt x="1049152" y="380619"/>
                      </a:moveTo>
                      <a:cubicBezTo>
                        <a:pt x="866059" y="196800"/>
                        <a:pt x="684750" y="76245"/>
                        <a:pt x="553875" y="968"/>
                      </a:cubicBezTo>
                      <a:cubicBezTo>
                        <a:pt x="547945" y="605"/>
                        <a:pt x="541870" y="347"/>
                        <a:pt x="535907" y="0"/>
                      </a:cubicBezTo>
                      <a:cubicBezTo>
                        <a:pt x="533495" y="4179"/>
                        <a:pt x="530945" y="8270"/>
                        <a:pt x="528565" y="12465"/>
                      </a:cubicBezTo>
                      <a:cubicBezTo>
                        <a:pt x="534213" y="25165"/>
                        <a:pt x="535262" y="40196"/>
                        <a:pt x="528291" y="55816"/>
                      </a:cubicBezTo>
                      <a:cubicBezTo>
                        <a:pt x="504062" y="110059"/>
                        <a:pt x="473467" y="160776"/>
                        <a:pt x="439976" y="209863"/>
                      </a:cubicBezTo>
                      <a:cubicBezTo>
                        <a:pt x="379166" y="351162"/>
                        <a:pt x="310489" y="489314"/>
                        <a:pt x="228677" y="618818"/>
                      </a:cubicBezTo>
                      <a:cubicBezTo>
                        <a:pt x="435038" y="697168"/>
                        <a:pt x="620947" y="765183"/>
                        <a:pt x="832496" y="846156"/>
                      </a:cubicBezTo>
                      <a:cubicBezTo>
                        <a:pt x="655696" y="933971"/>
                        <a:pt x="517754" y="978677"/>
                        <a:pt x="421782" y="1003382"/>
                      </a:cubicBezTo>
                      <a:cubicBezTo>
                        <a:pt x="324261" y="1028482"/>
                        <a:pt x="229911" y="1075415"/>
                        <a:pt x="129236" y="1078691"/>
                      </a:cubicBezTo>
                      <a:cubicBezTo>
                        <a:pt x="90646" y="1079949"/>
                        <a:pt x="17144" y="1078642"/>
                        <a:pt x="2549" y="1113263"/>
                      </a:cubicBezTo>
                      <a:cubicBezTo>
                        <a:pt x="-4051" y="1128916"/>
                        <a:pt x="3380" y="1147198"/>
                        <a:pt x="11069" y="1160608"/>
                      </a:cubicBezTo>
                      <a:cubicBezTo>
                        <a:pt x="92082" y="1301907"/>
                        <a:pt x="68313" y="1403009"/>
                        <a:pt x="278458" y="1701792"/>
                      </a:cubicBezTo>
                      <a:cubicBezTo>
                        <a:pt x="322059" y="1763781"/>
                        <a:pt x="354913" y="1804945"/>
                        <a:pt x="373090" y="1797893"/>
                      </a:cubicBezTo>
                      <a:cubicBezTo>
                        <a:pt x="391413" y="1790785"/>
                        <a:pt x="378496" y="1740996"/>
                        <a:pt x="383700" y="1704681"/>
                      </a:cubicBezTo>
                      <a:cubicBezTo>
                        <a:pt x="405855" y="1550110"/>
                        <a:pt x="767538" y="1539960"/>
                        <a:pt x="1096746" y="1343030"/>
                      </a:cubicBezTo>
                      <a:cubicBezTo>
                        <a:pt x="1228299" y="1264341"/>
                        <a:pt x="1387243" y="1169805"/>
                        <a:pt x="1419048" y="1010345"/>
                      </a:cubicBezTo>
                      <a:cubicBezTo>
                        <a:pt x="1461979" y="795076"/>
                        <a:pt x="1255319" y="587601"/>
                        <a:pt x="1049152" y="380619"/>
                      </a:cubicBezTo>
                      <a:close/>
                    </a:path>
                  </a:pathLst>
                </a:custGeom>
                <a:solidFill>
                  <a:srgbClr val="C6E1D2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1" name="任意多边形 540">
                  <a:extLst>
                    <a:ext uri="{FF2B5EF4-FFF2-40B4-BE49-F238E27FC236}">
                      <a16:creationId xmlns:a16="http://schemas.microsoft.com/office/drawing/2014/main" id="{C9CFF722-87F0-B958-6850-A7C462FE3875}"/>
                    </a:ext>
                  </a:extLst>
                </p:cNvPr>
                <p:cNvSpPr/>
                <p:nvPr/>
              </p:nvSpPr>
              <p:spPr>
                <a:xfrm>
                  <a:off x="3859579" y="3475674"/>
                  <a:ext cx="205942" cy="458267"/>
                </a:xfrm>
                <a:custGeom>
                  <a:avLst/>
                  <a:gdLst>
                    <a:gd name="connsiteX0" fmla="*/ 200248 w 205942"/>
                    <a:gd name="connsiteY0" fmla="*/ 247880 h 458267"/>
                    <a:gd name="connsiteX1" fmla="*/ 151782 w 205942"/>
                    <a:gd name="connsiteY1" fmla="*/ 0 h 458267"/>
                    <a:gd name="connsiteX2" fmla="*/ 60426 w 205942"/>
                    <a:gd name="connsiteY2" fmla="*/ 458268 h 458267"/>
                    <a:gd name="connsiteX3" fmla="*/ 200248 w 205942"/>
                    <a:gd name="connsiteY3" fmla="*/ 247880 h 4582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942" h="458267">
                      <a:moveTo>
                        <a:pt x="200248" y="247880"/>
                      </a:moveTo>
                      <a:cubicBezTo>
                        <a:pt x="216934" y="164213"/>
                        <a:pt x="195811" y="81731"/>
                        <a:pt x="151782" y="0"/>
                      </a:cubicBezTo>
                      <a:cubicBezTo>
                        <a:pt x="-18239" y="86193"/>
                        <a:pt x="-40508" y="314589"/>
                        <a:pt x="60426" y="458268"/>
                      </a:cubicBezTo>
                      <a:cubicBezTo>
                        <a:pt x="128054" y="402056"/>
                        <a:pt x="182958" y="334582"/>
                        <a:pt x="200248" y="247880"/>
                      </a:cubicBezTo>
                      <a:close/>
                    </a:path>
                  </a:pathLst>
                </a:custGeom>
                <a:solidFill>
                  <a:srgbClr val="C6E1D2">
                    <a:alpha val="45000"/>
                  </a:srgbClr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2" name="任意多边形 541">
                  <a:extLst>
                    <a:ext uri="{FF2B5EF4-FFF2-40B4-BE49-F238E27FC236}">
                      <a16:creationId xmlns:a16="http://schemas.microsoft.com/office/drawing/2014/main" id="{BC87E95B-3243-C1B0-D125-1380D2476580}"/>
                    </a:ext>
                  </a:extLst>
                </p:cNvPr>
                <p:cNvSpPr/>
                <p:nvPr/>
              </p:nvSpPr>
              <p:spPr>
                <a:xfrm>
                  <a:off x="2640779" y="3773699"/>
                  <a:ext cx="341269" cy="721397"/>
                </a:xfrm>
                <a:custGeom>
                  <a:avLst/>
                  <a:gdLst>
                    <a:gd name="connsiteX0" fmla="*/ 239730 w 341269"/>
                    <a:gd name="connsiteY0" fmla="*/ 249438 h 721397"/>
                    <a:gd name="connsiteX1" fmla="*/ 305204 w 341269"/>
                    <a:gd name="connsiteY1" fmla="*/ 612839 h 721397"/>
                    <a:gd name="connsiteX2" fmla="*/ 341269 w 341269"/>
                    <a:gd name="connsiteY2" fmla="*/ 721397 h 721397"/>
                    <a:gd name="connsiteX3" fmla="*/ 278458 w 341269"/>
                    <a:gd name="connsiteY3" fmla="*/ 641304 h 721397"/>
                    <a:gd name="connsiteX4" fmla="*/ 11068 w 341269"/>
                    <a:gd name="connsiteY4" fmla="*/ 100119 h 721397"/>
                    <a:gd name="connsiteX5" fmla="*/ 2548 w 341269"/>
                    <a:gd name="connsiteY5" fmla="*/ 52774 h 721397"/>
                    <a:gd name="connsiteX6" fmla="*/ 129236 w 341269"/>
                    <a:gd name="connsiteY6" fmla="*/ 18202 h 721397"/>
                    <a:gd name="connsiteX7" fmla="*/ 238617 w 341269"/>
                    <a:gd name="connsiteY7" fmla="*/ 0 h 721397"/>
                    <a:gd name="connsiteX8" fmla="*/ 239730 w 341269"/>
                    <a:gd name="connsiteY8" fmla="*/ 249438 h 72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41269" h="721397">
                      <a:moveTo>
                        <a:pt x="239730" y="249438"/>
                      </a:moveTo>
                      <a:cubicBezTo>
                        <a:pt x="252430" y="370720"/>
                        <a:pt x="272431" y="495204"/>
                        <a:pt x="305204" y="612839"/>
                      </a:cubicBezTo>
                      <a:cubicBezTo>
                        <a:pt x="315201" y="648726"/>
                        <a:pt x="327214" y="685179"/>
                        <a:pt x="341269" y="721397"/>
                      </a:cubicBezTo>
                      <a:cubicBezTo>
                        <a:pt x="324221" y="704599"/>
                        <a:pt x="303050" y="676271"/>
                        <a:pt x="278458" y="641304"/>
                      </a:cubicBezTo>
                      <a:cubicBezTo>
                        <a:pt x="68313" y="342521"/>
                        <a:pt x="92082" y="241418"/>
                        <a:pt x="11068" y="100119"/>
                      </a:cubicBezTo>
                      <a:cubicBezTo>
                        <a:pt x="3380" y="86701"/>
                        <a:pt x="-4051" y="68427"/>
                        <a:pt x="2548" y="52774"/>
                      </a:cubicBezTo>
                      <a:cubicBezTo>
                        <a:pt x="17144" y="18154"/>
                        <a:pt x="90654" y="19461"/>
                        <a:pt x="129236" y="18202"/>
                      </a:cubicBezTo>
                      <a:cubicBezTo>
                        <a:pt x="166398" y="16992"/>
                        <a:pt x="202697" y="9819"/>
                        <a:pt x="238617" y="0"/>
                      </a:cubicBezTo>
                      <a:cubicBezTo>
                        <a:pt x="228282" y="82538"/>
                        <a:pt x="231105" y="167069"/>
                        <a:pt x="239730" y="249438"/>
                      </a:cubicBezTo>
                      <a:close/>
                    </a:path>
                  </a:pathLst>
                </a:custGeom>
                <a:solidFill>
                  <a:srgbClr val="7DB5B0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3" name="任意多边形 542">
                  <a:extLst>
                    <a:ext uri="{FF2B5EF4-FFF2-40B4-BE49-F238E27FC236}">
                      <a16:creationId xmlns:a16="http://schemas.microsoft.com/office/drawing/2014/main" id="{5BC5BFC6-547E-4CAE-CF90-E1C3C86BB268}"/>
                    </a:ext>
                  </a:extLst>
                </p:cNvPr>
                <p:cNvSpPr/>
                <p:nvPr/>
              </p:nvSpPr>
              <p:spPr>
                <a:xfrm>
                  <a:off x="2911556" y="2966916"/>
                  <a:ext cx="418450" cy="549414"/>
                </a:xfrm>
                <a:custGeom>
                  <a:avLst/>
                  <a:gdLst>
                    <a:gd name="connsiteX0" fmla="*/ 150021 w 418450"/>
                    <a:gd name="connsiteY0" fmla="*/ 0 h 549414"/>
                    <a:gd name="connsiteX1" fmla="*/ 0 w 418450"/>
                    <a:gd name="connsiteY1" fmla="*/ 295782 h 549414"/>
                    <a:gd name="connsiteX2" fmla="*/ 59390 w 418450"/>
                    <a:gd name="connsiteY2" fmla="*/ 374471 h 549414"/>
                    <a:gd name="connsiteX3" fmla="*/ 305722 w 418450"/>
                    <a:gd name="connsiteY3" fmla="*/ 506992 h 549414"/>
                    <a:gd name="connsiteX4" fmla="*/ 418451 w 418450"/>
                    <a:gd name="connsiteY4" fmla="*/ 549415 h 549414"/>
                    <a:gd name="connsiteX5" fmla="*/ 150021 w 418450"/>
                    <a:gd name="connsiteY5" fmla="*/ 0 h 5494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8450" h="549414">
                      <a:moveTo>
                        <a:pt x="150021" y="0"/>
                      </a:moveTo>
                      <a:cubicBezTo>
                        <a:pt x="105024" y="101200"/>
                        <a:pt x="55663" y="200472"/>
                        <a:pt x="0" y="295782"/>
                      </a:cubicBezTo>
                      <a:cubicBezTo>
                        <a:pt x="19299" y="324222"/>
                        <a:pt x="39922" y="350904"/>
                        <a:pt x="59390" y="374471"/>
                      </a:cubicBezTo>
                      <a:cubicBezTo>
                        <a:pt x="126881" y="419314"/>
                        <a:pt x="208886" y="466005"/>
                        <a:pt x="305722" y="506992"/>
                      </a:cubicBezTo>
                      <a:cubicBezTo>
                        <a:pt x="344635" y="523459"/>
                        <a:pt x="382305" y="537417"/>
                        <a:pt x="418451" y="549415"/>
                      </a:cubicBezTo>
                      <a:cubicBezTo>
                        <a:pt x="348459" y="358205"/>
                        <a:pt x="262363" y="170288"/>
                        <a:pt x="150021" y="0"/>
                      </a:cubicBezTo>
                      <a:close/>
                    </a:path>
                  </a:pathLst>
                </a:custGeom>
                <a:solidFill>
                  <a:srgbClr val="C6E1D2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4" name="任意多边形 543">
                  <a:extLst>
                    <a:ext uri="{FF2B5EF4-FFF2-40B4-BE49-F238E27FC236}">
                      <a16:creationId xmlns:a16="http://schemas.microsoft.com/office/drawing/2014/main" id="{C113B538-631E-B636-A288-42B97F225571}"/>
                    </a:ext>
                  </a:extLst>
                </p:cNvPr>
                <p:cNvSpPr/>
                <p:nvPr/>
              </p:nvSpPr>
              <p:spPr>
                <a:xfrm>
                  <a:off x="3456790" y="3565257"/>
                  <a:ext cx="61295" cy="164656"/>
                </a:xfrm>
                <a:custGeom>
                  <a:avLst/>
                  <a:gdLst>
                    <a:gd name="connsiteX0" fmla="*/ 268 w 61295"/>
                    <a:gd name="connsiteY0" fmla="*/ 11286 h 164656"/>
                    <a:gd name="connsiteX1" fmla="*/ 43352 w 61295"/>
                    <a:gd name="connsiteY1" fmla="*/ 158394 h 164656"/>
                    <a:gd name="connsiteX2" fmla="*/ 60796 w 61295"/>
                    <a:gd name="connsiteY2" fmla="*/ 153586 h 164656"/>
                    <a:gd name="connsiteX3" fmla="*/ 17711 w 61295"/>
                    <a:gd name="connsiteY3" fmla="*/ 6477 h 164656"/>
                    <a:gd name="connsiteX4" fmla="*/ 268 w 61295"/>
                    <a:gd name="connsiteY4" fmla="*/ 11286 h 164656"/>
                    <a:gd name="connsiteX5" fmla="*/ 268 w 61295"/>
                    <a:gd name="connsiteY5" fmla="*/ 11286 h 164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1295" h="164656">
                      <a:moveTo>
                        <a:pt x="268" y="11286"/>
                      </a:moveTo>
                      <a:cubicBezTo>
                        <a:pt x="11789" y="61164"/>
                        <a:pt x="27385" y="109799"/>
                        <a:pt x="43352" y="158394"/>
                      </a:cubicBezTo>
                      <a:cubicBezTo>
                        <a:pt x="46975" y="169407"/>
                        <a:pt x="64451" y="164687"/>
                        <a:pt x="60796" y="153586"/>
                      </a:cubicBezTo>
                      <a:cubicBezTo>
                        <a:pt x="44821" y="104991"/>
                        <a:pt x="29224" y="56355"/>
                        <a:pt x="17711" y="6477"/>
                      </a:cubicBezTo>
                      <a:cubicBezTo>
                        <a:pt x="15089" y="-4867"/>
                        <a:pt x="-2355" y="-66"/>
                        <a:pt x="268" y="11286"/>
                      </a:cubicBezTo>
                      <a:lnTo>
                        <a:pt x="268" y="1128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545" name="组合 544">
                  <a:extLst>
                    <a:ext uri="{FF2B5EF4-FFF2-40B4-BE49-F238E27FC236}">
                      <a16:creationId xmlns:a16="http://schemas.microsoft.com/office/drawing/2014/main" id="{FE8C947A-B8CC-B09B-724C-2DFBBCB558F1}"/>
                    </a:ext>
                  </a:extLst>
                </p:cNvPr>
                <p:cNvGrpSpPr/>
                <p:nvPr/>
              </p:nvGrpSpPr>
              <p:grpSpPr>
                <a:xfrm>
                  <a:off x="2207750" y="3912101"/>
                  <a:ext cx="522379" cy="1212521"/>
                  <a:chOff x="2207750" y="3912101"/>
                  <a:chExt cx="522379" cy="1212521"/>
                </a:xfrm>
              </p:grpSpPr>
              <p:sp>
                <p:nvSpPr>
                  <p:cNvPr id="546" name="任意多边形 545">
                    <a:extLst>
                      <a:ext uri="{FF2B5EF4-FFF2-40B4-BE49-F238E27FC236}">
                        <a16:creationId xmlns:a16="http://schemas.microsoft.com/office/drawing/2014/main" id="{FAD5845F-EDE2-65E0-58E8-CFD9E9B481FC}"/>
                      </a:ext>
                    </a:extLst>
                  </p:cNvPr>
                  <p:cNvSpPr/>
                  <p:nvPr/>
                </p:nvSpPr>
                <p:spPr>
                  <a:xfrm>
                    <a:off x="2207750" y="3912101"/>
                    <a:ext cx="511061" cy="1212521"/>
                  </a:xfrm>
                  <a:custGeom>
                    <a:avLst/>
                    <a:gdLst>
                      <a:gd name="connsiteX0" fmla="*/ 1337 w 511061"/>
                      <a:gd name="connsiteY0" fmla="*/ 142380 h 1212521"/>
                      <a:gd name="connsiteX1" fmla="*/ 5081 w 511061"/>
                      <a:gd name="connsiteY1" fmla="*/ 88331 h 1212521"/>
                      <a:gd name="connsiteX2" fmla="*/ 308890 w 511061"/>
                      <a:gd name="connsiteY2" fmla="*/ 0 h 1212521"/>
                      <a:gd name="connsiteX3" fmla="*/ 313062 w 511061"/>
                      <a:gd name="connsiteY3" fmla="*/ 4010 h 1212521"/>
                      <a:gd name="connsiteX4" fmla="*/ 296772 w 511061"/>
                      <a:gd name="connsiteY4" fmla="*/ 42649 h 1212521"/>
                      <a:gd name="connsiteX5" fmla="*/ 499946 w 511061"/>
                      <a:gd name="connsiteY5" fmla="*/ 387195 h 1212521"/>
                      <a:gd name="connsiteX6" fmla="*/ 390347 w 511061"/>
                      <a:gd name="connsiteY6" fmla="*/ 1169870 h 1212521"/>
                      <a:gd name="connsiteX7" fmla="*/ 1337 w 511061"/>
                      <a:gd name="connsiteY7" fmla="*/ 142380 h 12125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11061" h="1212521">
                        <a:moveTo>
                          <a:pt x="1337" y="142380"/>
                        </a:moveTo>
                        <a:cubicBezTo>
                          <a:pt x="-1422" y="123734"/>
                          <a:pt x="216" y="105460"/>
                          <a:pt x="5081" y="88331"/>
                        </a:cubicBezTo>
                        <a:cubicBezTo>
                          <a:pt x="104675" y="53952"/>
                          <a:pt x="206666" y="26157"/>
                          <a:pt x="308890" y="0"/>
                        </a:cubicBezTo>
                        <a:cubicBezTo>
                          <a:pt x="310327" y="1283"/>
                          <a:pt x="311682" y="2662"/>
                          <a:pt x="313062" y="4010"/>
                        </a:cubicBezTo>
                        <a:cubicBezTo>
                          <a:pt x="302791" y="12320"/>
                          <a:pt x="296062" y="25181"/>
                          <a:pt x="296772" y="42649"/>
                        </a:cubicBezTo>
                        <a:cubicBezTo>
                          <a:pt x="302186" y="175032"/>
                          <a:pt x="386942" y="314919"/>
                          <a:pt x="499946" y="387195"/>
                        </a:cubicBezTo>
                        <a:cubicBezTo>
                          <a:pt x="554528" y="703961"/>
                          <a:pt x="390347" y="1169870"/>
                          <a:pt x="390347" y="1169870"/>
                        </a:cubicBezTo>
                        <a:cubicBezTo>
                          <a:pt x="209893" y="1422890"/>
                          <a:pt x="51538" y="481835"/>
                          <a:pt x="1337" y="142380"/>
                        </a:cubicBezTo>
                        <a:close/>
                      </a:path>
                    </a:pathLst>
                  </a:custGeom>
                  <a:solidFill>
                    <a:srgbClr val="003C58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7" name="任意多边形 546">
                    <a:extLst>
                      <a:ext uri="{FF2B5EF4-FFF2-40B4-BE49-F238E27FC236}">
                        <a16:creationId xmlns:a16="http://schemas.microsoft.com/office/drawing/2014/main" id="{AFE32680-0B8B-0AF0-8AD5-78928E2DD513}"/>
                      </a:ext>
                    </a:extLst>
                  </p:cNvPr>
                  <p:cNvSpPr/>
                  <p:nvPr/>
                </p:nvSpPr>
                <p:spPr>
                  <a:xfrm>
                    <a:off x="2545317" y="4551245"/>
                    <a:ext cx="184811" cy="144662"/>
                  </a:xfrm>
                  <a:custGeom>
                    <a:avLst/>
                    <a:gdLst>
                      <a:gd name="connsiteX0" fmla="*/ 167655 w 184811"/>
                      <a:gd name="connsiteY0" fmla="*/ 140667 h 144662"/>
                      <a:gd name="connsiteX1" fmla="*/ 8832 w 184811"/>
                      <a:gd name="connsiteY1" fmla="*/ 20224 h 144662"/>
                      <a:gd name="connsiteX2" fmla="*/ 368 w 184811"/>
                      <a:gd name="connsiteY2" fmla="*/ 5080 h 144662"/>
                      <a:gd name="connsiteX3" fmla="*/ 14746 w 184811"/>
                      <a:gd name="connsiteY3" fmla="*/ 1861 h 144662"/>
                      <a:gd name="connsiteX4" fmla="*/ 179427 w 184811"/>
                      <a:gd name="connsiteY4" fmla="*/ 126136 h 144662"/>
                      <a:gd name="connsiteX5" fmla="*/ 167655 w 184811"/>
                      <a:gd name="connsiteY5" fmla="*/ 140667 h 144662"/>
                      <a:gd name="connsiteX6" fmla="*/ 167655 w 184811"/>
                      <a:gd name="connsiteY6" fmla="*/ 140667 h 1446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811" h="144662">
                        <a:moveTo>
                          <a:pt x="167655" y="140667"/>
                        </a:moveTo>
                        <a:cubicBezTo>
                          <a:pt x="117769" y="96679"/>
                          <a:pt x="64575" y="56144"/>
                          <a:pt x="8832" y="20224"/>
                        </a:cubicBezTo>
                        <a:cubicBezTo>
                          <a:pt x="2869" y="16384"/>
                          <a:pt x="-1294" y="10510"/>
                          <a:pt x="368" y="5080"/>
                        </a:cubicBezTo>
                        <a:cubicBezTo>
                          <a:pt x="1748" y="570"/>
                          <a:pt x="8832" y="-1947"/>
                          <a:pt x="14746" y="1861"/>
                        </a:cubicBezTo>
                        <a:cubicBezTo>
                          <a:pt x="72531" y="39088"/>
                          <a:pt x="127685" y="80518"/>
                          <a:pt x="179427" y="126136"/>
                        </a:cubicBezTo>
                        <a:cubicBezTo>
                          <a:pt x="191981" y="137214"/>
                          <a:pt x="180306" y="151825"/>
                          <a:pt x="167655" y="140667"/>
                        </a:cubicBezTo>
                        <a:lnTo>
                          <a:pt x="167655" y="14066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8" name="任意多边形 547">
                    <a:extLst>
                      <a:ext uri="{FF2B5EF4-FFF2-40B4-BE49-F238E27FC236}">
                        <a16:creationId xmlns:a16="http://schemas.microsoft.com/office/drawing/2014/main" id="{FADD6A98-B5D8-5EF7-35B1-AC5448E53E83}"/>
                      </a:ext>
                    </a:extLst>
                  </p:cNvPr>
                  <p:cNvSpPr/>
                  <p:nvPr/>
                </p:nvSpPr>
                <p:spPr>
                  <a:xfrm>
                    <a:off x="2302937" y="4578505"/>
                    <a:ext cx="365805" cy="546113"/>
                  </a:xfrm>
                  <a:custGeom>
                    <a:avLst/>
                    <a:gdLst>
                      <a:gd name="connsiteX0" fmla="*/ 215995 w 365805"/>
                      <a:gd name="connsiteY0" fmla="*/ 134634 h 546113"/>
                      <a:gd name="connsiteX1" fmla="*/ 365806 w 365805"/>
                      <a:gd name="connsiteY1" fmla="*/ 251648 h 546113"/>
                      <a:gd name="connsiteX2" fmla="*/ 295160 w 365805"/>
                      <a:gd name="connsiteY2" fmla="*/ 503466 h 546113"/>
                      <a:gd name="connsiteX3" fmla="*/ 0 w 365805"/>
                      <a:gd name="connsiteY3" fmla="*/ 0 h 546113"/>
                      <a:gd name="connsiteX4" fmla="*/ 215995 w 365805"/>
                      <a:gd name="connsiteY4" fmla="*/ 134634 h 5461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65805" h="546113">
                        <a:moveTo>
                          <a:pt x="215995" y="134634"/>
                        </a:moveTo>
                        <a:cubicBezTo>
                          <a:pt x="263654" y="167892"/>
                          <a:pt x="318131" y="206732"/>
                          <a:pt x="365806" y="251648"/>
                        </a:cubicBezTo>
                        <a:cubicBezTo>
                          <a:pt x="332613" y="397167"/>
                          <a:pt x="295160" y="503466"/>
                          <a:pt x="295160" y="503466"/>
                        </a:cubicBezTo>
                        <a:cubicBezTo>
                          <a:pt x="180478" y="664250"/>
                          <a:pt x="74736" y="342811"/>
                          <a:pt x="0" y="0"/>
                        </a:cubicBezTo>
                        <a:cubicBezTo>
                          <a:pt x="76374" y="38074"/>
                          <a:pt x="148343" y="87435"/>
                          <a:pt x="215995" y="13463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9" name="任意多边形 548">
                    <a:extLst>
                      <a:ext uri="{FF2B5EF4-FFF2-40B4-BE49-F238E27FC236}">
                        <a16:creationId xmlns:a16="http://schemas.microsoft.com/office/drawing/2014/main" id="{7BC4F4B3-EA86-C91C-2932-14F10E7ACCF3}"/>
                      </a:ext>
                    </a:extLst>
                  </p:cNvPr>
                  <p:cNvSpPr/>
                  <p:nvPr/>
                </p:nvSpPr>
                <p:spPr>
                  <a:xfrm>
                    <a:off x="2302937" y="4578497"/>
                    <a:ext cx="178897" cy="488338"/>
                  </a:xfrm>
                  <a:custGeom>
                    <a:avLst/>
                    <a:gdLst>
                      <a:gd name="connsiteX0" fmla="*/ 178897 w 178897"/>
                      <a:gd name="connsiteY0" fmla="*/ 428851 h 488338"/>
                      <a:gd name="connsiteX1" fmla="*/ 159267 w 178897"/>
                      <a:gd name="connsiteY1" fmla="*/ 488338 h 488338"/>
                      <a:gd name="connsiteX2" fmla="*/ 0 w 178897"/>
                      <a:gd name="connsiteY2" fmla="*/ 0 h 488338"/>
                      <a:gd name="connsiteX3" fmla="*/ 138306 w 178897"/>
                      <a:gd name="connsiteY3" fmla="*/ 81489 h 488338"/>
                      <a:gd name="connsiteX4" fmla="*/ 178897 w 178897"/>
                      <a:gd name="connsiteY4" fmla="*/ 428851 h 4883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8897" h="488338">
                        <a:moveTo>
                          <a:pt x="178897" y="428851"/>
                        </a:moveTo>
                        <a:cubicBezTo>
                          <a:pt x="172797" y="448788"/>
                          <a:pt x="166375" y="468652"/>
                          <a:pt x="159267" y="488338"/>
                        </a:cubicBezTo>
                        <a:cubicBezTo>
                          <a:pt x="98473" y="395086"/>
                          <a:pt x="43883" y="201295"/>
                          <a:pt x="0" y="0"/>
                        </a:cubicBezTo>
                        <a:cubicBezTo>
                          <a:pt x="47820" y="23842"/>
                          <a:pt x="93914" y="52105"/>
                          <a:pt x="138306" y="81489"/>
                        </a:cubicBezTo>
                        <a:cubicBezTo>
                          <a:pt x="134393" y="199987"/>
                          <a:pt x="152223" y="314960"/>
                          <a:pt x="178897" y="428851"/>
                        </a:cubicBezTo>
                        <a:close/>
                      </a:path>
                    </a:pathLst>
                  </a:custGeom>
                  <a:solidFill>
                    <a:srgbClr val="B7C2E6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0" name="任意多边形 549">
                    <a:extLst>
                      <a:ext uri="{FF2B5EF4-FFF2-40B4-BE49-F238E27FC236}">
                        <a16:creationId xmlns:a16="http://schemas.microsoft.com/office/drawing/2014/main" id="{96798A7A-C287-93BD-724B-365599693406}"/>
                      </a:ext>
                    </a:extLst>
                  </p:cNvPr>
                  <p:cNvSpPr/>
                  <p:nvPr/>
                </p:nvSpPr>
                <p:spPr>
                  <a:xfrm>
                    <a:off x="2276384" y="3939437"/>
                    <a:ext cx="221109" cy="1166965"/>
                  </a:xfrm>
                  <a:custGeom>
                    <a:avLst/>
                    <a:gdLst>
                      <a:gd name="connsiteX0" fmla="*/ 210363 w 221109"/>
                      <a:gd name="connsiteY0" fmla="*/ 1166965 h 1166965"/>
                      <a:gd name="connsiteX1" fmla="*/ 221110 w 221109"/>
                      <a:gd name="connsiteY1" fmla="*/ 1163803 h 1166965"/>
                      <a:gd name="connsiteX2" fmla="*/ 11199 w 221109"/>
                      <a:gd name="connsiteY2" fmla="*/ 0 h 1166965"/>
                      <a:gd name="connsiteX3" fmla="*/ 0 w 221109"/>
                      <a:gd name="connsiteY3" fmla="*/ 137 h 1166965"/>
                      <a:gd name="connsiteX4" fmla="*/ 210363 w 221109"/>
                      <a:gd name="connsiteY4" fmla="*/ 1166965 h 1166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21109" h="1166965">
                        <a:moveTo>
                          <a:pt x="210363" y="1166965"/>
                        </a:moveTo>
                        <a:lnTo>
                          <a:pt x="221110" y="1163803"/>
                        </a:lnTo>
                        <a:cubicBezTo>
                          <a:pt x="18355" y="477986"/>
                          <a:pt x="11247" y="4704"/>
                          <a:pt x="11199" y="0"/>
                        </a:cubicBezTo>
                        <a:lnTo>
                          <a:pt x="0" y="137"/>
                        </a:lnTo>
                        <a:cubicBezTo>
                          <a:pt x="40" y="4857"/>
                          <a:pt x="7124" y="479543"/>
                          <a:pt x="210363" y="116696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06" name="任意多边形 505">
                <a:extLst>
                  <a:ext uri="{FF2B5EF4-FFF2-40B4-BE49-F238E27FC236}">
                    <a16:creationId xmlns:a16="http://schemas.microsoft.com/office/drawing/2014/main" id="{A297D7A5-EF0A-F1E9-3577-881A4F84FAF7}"/>
                  </a:ext>
                </a:extLst>
              </p:cNvPr>
              <p:cNvSpPr/>
              <p:nvPr/>
            </p:nvSpPr>
            <p:spPr>
              <a:xfrm>
                <a:off x="822936" y="2628209"/>
                <a:ext cx="2418522" cy="2579618"/>
              </a:xfrm>
              <a:custGeom>
                <a:avLst/>
                <a:gdLst>
                  <a:gd name="connsiteX0" fmla="*/ 2219156 w 2418522"/>
                  <a:gd name="connsiteY0" fmla="*/ 90358 h 2579618"/>
                  <a:gd name="connsiteX1" fmla="*/ 1888859 w 2418522"/>
                  <a:gd name="connsiteY1" fmla="*/ 34 h 2579618"/>
                  <a:gd name="connsiteX2" fmla="*/ 1781511 w 2418522"/>
                  <a:gd name="connsiteY2" fmla="*/ 8248 h 2579618"/>
                  <a:gd name="connsiteX3" fmla="*/ 1690679 w 2418522"/>
                  <a:gd name="connsiteY3" fmla="*/ 90366 h 2579618"/>
                  <a:gd name="connsiteX4" fmla="*/ 1442960 w 2418522"/>
                  <a:gd name="connsiteY4" fmla="*/ 451670 h 2579618"/>
                  <a:gd name="connsiteX5" fmla="*/ 1153955 w 2418522"/>
                  <a:gd name="connsiteY5" fmla="*/ 1092167 h 2579618"/>
                  <a:gd name="connsiteX6" fmla="*/ 1153955 w 2418522"/>
                  <a:gd name="connsiteY6" fmla="*/ 1092167 h 2579618"/>
                  <a:gd name="connsiteX7" fmla="*/ 55731 w 2418522"/>
                  <a:gd name="connsiteY7" fmla="*/ 1773715 h 2579618"/>
                  <a:gd name="connsiteX8" fmla="*/ 30962 w 2418522"/>
                  <a:gd name="connsiteY8" fmla="*/ 1749082 h 2579618"/>
                  <a:gd name="connsiteX9" fmla="*/ 6192 w 2418522"/>
                  <a:gd name="connsiteY9" fmla="*/ 1946157 h 2579618"/>
                  <a:gd name="connsiteX10" fmla="*/ 204372 w 2418522"/>
                  <a:gd name="connsiteY10" fmla="*/ 2578441 h 2579618"/>
                  <a:gd name="connsiteX11" fmla="*/ 518154 w 2418522"/>
                  <a:gd name="connsiteY11" fmla="*/ 2389579 h 2579618"/>
                  <a:gd name="connsiteX12" fmla="*/ 1707210 w 2418522"/>
                  <a:gd name="connsiteY12" fmla="*/ 1494530 h 2579618"/>
                  <a:gd name="connsiteX13" fmla="*/ 1855843 w 2418522"/>
                  <a:gd name="connsiteY13" fmla="*/ 1346720 h 2579618"/>
                  <a:gd name="connsiteX14" fmla="*/ 2418522 w 2418522"/>
                  <a:gd name="connsiteY14" fmla="*/ 204911 h 2579618"/>
                  <a:gd name="connsiteX15" fmla="*/ 2219156 w 2418522"/>
                  <a:gd name="connsiteY15" fmla="*/ 90358 h 2579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418522" h="2579618">
                    <a:moveTo>
                      <a:pt x="2219156" y="90358"/>
                    </a:moveTo>
                    <a:cubicBezTo>
                      <a:pt x="2125193" y="47016"/>
                      <a:pt x="2023776" y="1470"/>
                      <a:pt x="1888859" y="34"/>
                    </a:cubicBezTo>
                    <a:cubicBezTo>
                      <a:pt x="1843781" y="-442"/>
                      <a:pt x="1806563" y="4125"/>
                      <a:pt x="1781511" y="8248"/>
                    </a:cubicBezTo>
                    <a:cubicBezTo>
                      <a:pt x="1758750" y="26756"/>
                      <a:pt x="1726582" y="54342"/>
                      <a:pt x="1690679" y="90366"/>
                    </a:cubicBezTo>
                    <a:cubicBezTo>
                      <a:pt x="1568695" y="212761"/>
                      <a:pt x="1503253" y="332679"/>
                      <a:pt x="1442960" y="451670"/>
                    </a:cubicBezTo>
                    <a:cubicBezTo>
                      <a:pt x="1442960" y="451670"/>
                      <a:pt x="1319403" y="695508"/>
                      <a:pt x="1153955" y="1092167"/>
                    </a:cubicBezTo>
                    <a:lnTo>
                      <a:pt x="1153955" y="1092167"/>
                    </a:lnTo>
                    <a:lnTo>
                      <a:pt x="55731" y="1773715"/>
                    </a:lnTo>
                    <a:cubicBezTo>
                      <a:pt x="55731" y="1773715"/>
                      <a:pt x="80501" y="1716237"/>
                      <a:pt x="30962" y="1749082"/>
                    </a:cubicBezTo>
                    <a:cubicBezTo>
                      <a:pt x="-18577" y="1781928"/>
                      <a:pt x="6192" y="1946157"/>
                      <a:pt x="6192" y="1946157"/>
                    </a:cubicBezTo>
                    <a:cubicBezTo>
                      <a:pt x="6192" y="1946157"/>
                      <a:pt x="63993" y="2611286"/>
                      <a:pt x="204372" y="2578441"/>
                    </a:cubicBezTo>
                    <a:cubicBezTo>
                      <a:pt x="344752" y="2545595"/>
                      <a:pt x="435576" y="2430631"/>
                      <a:pt x="518154" y="2389579"/>
                    </a:cubicBezTo>
                    <a:cubicBezTo>
                      <a:pt x="600725" y="2348520"/>
                      <a:pt x="1591609" y="1650545"/>
                      <a:pt x="1707210" y="1494530"/>
                    </a:cubicBezTo>
                    <a:cubicBezTo>
                      <a:pt x="1822812" y="1338514"/>
                      <a:pt x="1855843" y="1346720"/>
                      <a:pt x="1855843" y="1346720"/>
                    </a:cubicBezTo>
                    <a:lnTo>
                      <a:pt x="2418522" y="204911"/>
                    </a:lnTo>
                    <a:cubicBezTo>
                      <a:pt x="2341067" y="150838"/>
                      <a:pt x="2271220" y="114377"/>
                      <a:pt x="2219156" y="90358"/>
                    </a:cubicBezTo>
                    <a:close/>
                  </a:path>
                </a:pathLst>
              </a:custGeom>
              <a:solidFill>
                <a:srgbClr val="C6E1D2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7" name="任意多边形 506">
                <a:extLst>
                  <a:ext uri="{FF2B5EF4-FFF2-40B4-BE49-F238E27FC236}">
                    <a16:creationId xmlns:a16="http://schemas.microsoft.com/office/drawing/2014/main" id="{CA906446-B176-8E62-F52F-5C379642BAA1}"/>
                  </a:ext>
                </a:extLst>
              </p:cNvPr>
              <p:cNvSpPr/>
              <p:nvPr/>
            </p:nvSpPr>
            <p:spPr>
              <a:xfrm>
                <a:off x="822931" y="4454061"/>
                <a:ext cx="359029" cy="753766"/>
              </a:xfrm>
              <a:custGeom>
                <a:avLst/>
                <a:gdLst>
                  <a:gd name="connsiteX0" fmla="*/ 293757 w 359029"/>
                  <a:gd name="connsiteY0" fmla="*/ 609014 h 753766"/>
                  <a:gd name="connsiteX1" fmla="*/ 70219 w 359029"/>
                  <a:gd name="connsiteY1" fmla="*/ 239506 h 753766"/>
                  <a:gd name="connsiteX2" fmla="*/ 1356 w 359029"/>
                  <a:gd name="connsiteY2" fmla="*/ 0 h 753766"/>
                  <a:gd name="connsiteX3" fmla="*/ 6189 w 359029"/>
                  <a:gd name="connsiteY3" fmla="*/ 120306 h 753766"/>
                  <a:gd name="connsiteX4" fmla="*/ 204369 w 359029"/>
                  <a:gd name="connsiteY4" fmla="*/ 752589 h 753766"/>
                  <a:gd name="connsiteX5" fmla="*/ 359029 w 359029"/>
                  <a:gd name="connsiteY5" fmla="*/ 678555 h 753766"/>
                  <a:gd name="connsiteX6" fmla="*/ 293757 w 359029"/>
                  <a:gd name="connsiteY6" fmla="*/ 609014 h 753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9029" h="753766">
                    <a:moveTo>
                      <a:pt x="293757" y="609014"/>
                    </a:moveTo>
                    <a:cubicBezTo>
                      <a:pt x="204999" y="499359"/>
                      <a:pt x="129407" y="367234"/>
                      <a:pt x="70219" y="239506"/>
                    </a:cubicBezTo>
                    <a:cubicBezTo>
                      <a:pt x="34904" y="163301"/>
                      <a:pt x="5423" y="81909"/>
                      <a:pt x="1356" y="0"/>
                    </a:cubicBezTo>
                    <a:cubicBezTo>
                      <a:pt x="-3485" y="56139"/>
                      <a:pt x="6189" y="120306"/>
                      <a:pt x="6189" y="120306"/>
                    </a:cubicBezTo>
                    <a:cubicBezTo>
                      <a:pt x="6189" y="120306"/>
                      <a:pt x="63990" y="785435"/>
                      <a:pt x="204369" y="752589"/>
                    </a:cubicBezTo>
                    <a:cubicBezTo>
                      <a:pt x="263776" y="738687"/>
                      <a:pt x="314242" y="710045"/>
                      <a:pt x="359029" y="678555"/>
                    </a:cubicBezTo>
                    <a:cubicBezTo>
                      <a:pt x="335639" y="657182"/>
                      <a:pt x="313839" y="633824"/>
                      <a:pt x="293757" y="609014"/>
                    </a:cubicBezTo>
                    <a:close/>
                  </a:path>
                </a:pathLst>
              </a:custGeom>
              <a:solidFill>
                <a:srgbClr val="C6E1D2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8" name="任意多边形 507">
                <a:extLst>
                  <a:ext uri="{FF2B5EF4-FFF2-40B4-BE49-F238E27FC236}">
                    <a16:creationId xmlns:a16="http://schemas.microsoft.com/office/drawing/2014/main" id="{1704A26B-0B65-928C-3461-31D05665327B}"/>
                  </a:ext>
                </a:extLst>
              </p:cNvPr>
              <p:cNvSpPr/>
              <p:nvPr/>
            </p:nvSpPr>
            <p:spPr>
              <a:xfrm>
                <a:off x="2218722" y="4034200"/>
                <a:ext cx="363762" cy="341841"/>
              </a:xfrm>
              <a:custGeom>
                <a:avLst/>
                <a:gdLst>
                  <a:gd name="connsiteX0" fmla="*/ 96486 w 363762"/>
                  <a:gd name="connsiteY0" fmla="*/ 25357 h 341841"/>
                  <a:gd name="connsiteX1" fmla="*/ 20564 w 363762"/>
                  <a:gd name="connsiteY1" fmla="*/ 341842 h 341841"/>
                  <a:gd name="connsiteX2" fmla="*/ 311416 w 363762"/>
                  <a:gd name="connsiteY2" fmla="*/ 88539 h 341841"/>
                  <a:gd name="connsiteX3" fmla="*/ 363762 w 363762"/>
                  <a:gd name="connsiteY3" fmla="*/ 22065 h 341841"/>
                  <a:gd name="connsiteX4" fmla="*/ 96486 w 363762"/>
                  <a:gd name="connsiteY4" fmla="*/ 25357 h 341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3762" h="341841">
                    <a:moveTo>
                      <a:pt x="96486" y="25357"/>
                    </a:moveTo>
                    <a:cubicBezTo>
                      <a:pt x="-15178" y="76961"/>
                      <a:pt x="-13823" y="219769"/>
                      <a:pt x="20564" y="341842"/>
                    </a:cubicBezTo>
                    <a:cubicBezTo>
                      <a:pt x="163977" y="230322"/>
                      <a:pt x="276843" y="135190"/>
                      <a:pt x="311416" y="88539"/>
                    </a:cubicBezTo>
                    <a:cubicBezTo>
                      <a:pt x="331239" y="61785"/>
                      <a:pt x="348554" y="40000"/>
                      <a:pt x="363762" y="22065"/>
                    </a:cubicBezTo>
                    <a:cubicBezTo>
                      <a:pt x="273898" y="-5303"/>
                      <a:pt x="174046" y="-10490"/>
                      <a:pt x="96486" y="25357"/>
                    </a:cubicBezTo>
                    <a:close/>
                  </a:path>
                </a:pathLst>
              </a:custGeom>
              <a:solidFill>
                <a:srgbClr val="C6E1D2">
                  <a:alpha val="45000"/>
                </a:srgbClr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9" name="任意多边形 508">
                <a:extLst>
                  <a:ext uri="{FF2B5EF4-FFF2-40B4-BE49-F238E27FC236}">
                    <a16:creationId xmlns:a16="http://schemas.microsoft.com/office/drawing/2014/main" id="{5029D12B-09A4-AA2D-0C77-DDFA19C9A6A3}"/>
                  </a:ext>
                </a:extLst>
              </p:cNvPr>
              <p:cNvSpPr/>
              <p:nvPr/>
            </p:nvSpPr>
            <p:spPr>
              <a:xfrm>
                <a:off x="1857991" y="569031"/>
                <a:ext cx="989450" cy="1437509"/>
              </a:xfrm>
              <a:custGeom>
                <a:avLst/>
                <a:gdLst>
                  <a:gd name="connsiteX0" fmla="*/ 28698 w 989450"/>
                  <a:gd name="connsiteY0" fmla="*/ 1152730 h 1437509"/>
                  <a:gd name="connsiteX1" fmla="*/ 90057 w 989450"/>
                  <a:gd name="connsiteY1" fmla="*/ 1305534 h 1437509"/>
                  <a:gd name="connsiteX2" fmla="*/ 285994 w 989450"/>
                  <a:gd name="connsiteY2" fmla="*/ 1411801 h 1437509"/>
                  <a:gd name="connsiteX3" fmla="*/ 938335 w 989450"/>
                  <a:gd name="connsiteY3" fmla="*/ 1317927 h 1437509"/>
                  <a:gd name="connsiteX4" fmla="*/ 973343 w 989450"/>
                  <a:gd name="connsiteY4" fmla="*/ 1289301 h 1437509"/>
                  <a:gd name="connsiteX5" fmla="*/ 988535 w 989450"/>
                  <a:gd name="connsiteY5" fmla="*/ 1218534 h 1437509"/>
                  <a:gd name="connsiteX6" fmla="*/ 789355 w 989450"/>
                  <a:gd name="connsiteY6" fmla="*/ 1022371 h 1437509"/>
                  <a:gd name="connsiteX7" fmla="*/ 450247 w 989450"/>
                  <a:gd name="connsiteY7" fmla="*/ 985515 h 1437509"/>
                  <a:gd name="connsiteX8" fmla="*/ 382401 w 989450"/>
                  <a:gd name="connsiteY8" fmla="*/ 980900 h 1437509"/>
                  <a:gd name="connsiteX9" fmla="*/ 312901 w 989450"/>
                  <a:gd name="connsiteY9" fmla="*/ 515129 h 1437509"/>
                  <a:gd name="connsiteX10" fmla="*/ 309384 w 989450"/>
                  <a:gd name="connsiteY10" fmla="*/ 518921 h 1437509"/>
                  <a:gd name="connsiteX11" fmla="*/ 295425 w 989450"/>
                  <a:gd name="connsiteY11" fmla="*/ 517461 h 1437509"/>
                  <a:gd name="connsiteX12" fmla="*/ 311086 w 989450"/>
                  <a:gd name="connsiteY12" fmla="*/ 499227 h 1437509"/>
                  <a:gd name="connsiteX13" fmla="*/ 307810 w 989450"/>
                  <a:gd name="connsiteY13" fmla="*/ 455876 h 1437509"/>
                  <a:gd name="connsiteX14" fmla="*/ 316217 w 989450"/>
                  <a:gd name="connsiteY14" fmla="*/ 495298 h 1437509"/>
                  <a:gd name="connsiteX15" fmla="*/ 527105 w 989450"/>
                  <a:gd name="connsiteY15" fmla="*/ 347738 h 1437509"/>
                  <a:gd name="connsiteX16" fmla="*/ 550567 w 989450"/>
                  <a:gd name="connsiteY16" fmla="*/ 310793 h 1437509"/>
                  <a:gd name="connsiteX17" fmla="*/ 490653 w 989450"/>
                  <a:gd name="connsiteY17" fmla="*/ 264457 h 1437509"/>
                  <a:gd name="connsiteX18" fmla="*/ 336081 w 989450"/>
                  <a:gd name="connsiteY18" fmla="*/ 328890 h 1437509"/>
                  <a:gd name="connsiteX19" fmla="*/ 335920 w 989450"/>
                  <a:gd name="connsiteY19" fmla="*/ 303015 h 1437509"/>
                  <a:gd name="connsiteX20" fmla="*/ 322736 w 989450"/>
                  <a:gd name="connsiteY20" fmla="*/ 3127 h 1437509"/>
                  <a:gd name="connsiteX21" fmla="*/ 300613 w 989450"/>
                  <a:gd name="connsiteY21" fmla="*/ 130476 h 1437509"/>
                  <a:gd name="connsiteX22" fmla="*/ 220665 w 989450"/>
                  <a:gd name="connsiteY22" fmla="*/ 5548 h 1437509"/>
                  <a:gd name="connsiteX23" fmla="*/ 191611 w 989450"/>
                  <a:gd name="connsiteY23" fmla="*/ 109894 h 1437509"/>
                  <a:gd name="connsiteX24" fmla="*/ 125904 w 989450"/>
                  <a:gd name="connsiteY24" fmla="*/ 4362 h 1437509"/>
                  <a:gd name="connsiteX25" fmla="*/ 117126 w 989450"/>
                  <a:gd name="connsiteY25" fmla="*/ 200920 h 1437509"/>
                  <a:gd name="connsiteX26" fmla="*/ 55065 w 989450"/>
                  <a:gd name="connsiteY26" fmla="*/ 13471 h 1437509"/>
                  <a:gd name="connsiteX27" fmla="*/ 16741 w 989450"/>
                  <a:gd name="connsiteY27" fmla="*/ 147936 h 1437509"/>
                  <a:gd name="connsiteX28" fmla="*/ 15450 w 989450"/>
                  <a:gd name="connsiteY28" fmla="*/ 283522 h 1437509"/>
                  <a:gd name="connsiteX29" fmla="*/ 18072 w 989450"/>
                  <a:gd name="connsiteY29" fmla="*/ 295302 h 1437509"/>
                  <a:gd name="connsiteX30" fmla="*/ 22937 w 989450"/>
                  <a:gd name="connsiteY30" fmla="*/ 388119 h 1437509"/>
                  <a:gd name="connsiteX31" fmla="*/ 5542 w 989450"/>
                  <a:gd name="connsiteY31" fmla="*/ 671855 h 1437509"/>
                  <a:gd name="connsiteX32" fmla="*/ 28698 w 989450"/>
                  <a:gd name="connsiteY32" fmla="*/ 1152730 h 1437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989450" h="1437509">
                    <a:moveTo>
                      <a:pt x="28698" y="1152730"/>
                    </a:moveTo>
                    <a:cubicBezTo>
                      <a:pt x="36750" y="1199413"/>
                      <a:pt x="51628" y="1251719"/>
                      <a:pt x="90057" y="1305534"/>
                    </a:cubicBezTo>
                    <a:cubicBezTo>
                      <a:pt x="136054" y="1369943"/>
                      <a:pt x="211766" y="1394599"/>
                      <a:pt x="285994" y="1411801"/>
                    </a:cubicBezTo>
                    <a:cubicBezTo>
                      <a:pt x="508919" y="1463454"/>
                      <a:pt x="741534" y="1439781"/>
                      <a:pt x="938335" y="1317927"/>
                    </a:cubicBezTo>
                    <a:cubicBezTo>
                      <a:pt x="951236" y="1309939"/>
                      <a:pt x="964169" y="1301355"/>
                      <a:pt x="973343" y="1289301"/>
                    </a:cubicBezTo>
                    <a:cubicBezTo>
                      <a:pt x="988342" y="1269590"/>
                      <a:pt x="991270" y="1243102"/>
                      <a:pt x="988535" y="1218534"/>
                    </a:cubicBezTo>
                    <a:cubicBezTo>
                      <a:pt x="982137" y="1161201"/>
                      <a:pt x="908732" y="1072903"/>
                      <a:pt x="789355" y="1022371"/>
                    </a:cubicBezTo>
                    <a:cubicBezTo>
                      <a:pt x="738113" y="1000676"/>
                      <a:pt x="721477" y="1004064"/>
                      <a:pt x="450247" y="985515"/>
                    </a:cubicBezTo>
                    <a:cubicBezTo>
                      <a:pt x="424598" y="983765"/>
                      <a:pt x="402305" y="982207"/>
                      <a:pt x="382401" y="980900"/>
                    </a:cubicBezTo>
                    <a:cubicBezTo>
                      <a:pt x="357833" y="855560"/>
                      <a:pt x="325552" y="623849"/>
                      <a:pt x="312901" y="515129"/>
                    </a:cubicBezTo>
                    <a:cubicBezTo>
                      <a:pt x="311949" y="516694"/>
                      <a:pt x="310844" y="518058"/>
                      <a:pt x="309384" y="518921"/>
                    </a:cubicBezTo>
                    <a:cubicBezTo>
                      <a:pt x="304664" y="521713"/>
                      <a:pt x="296595" y="520664"/>
                      <a:pt x="295425" y="517461"/>
                    </a:cubicBezTo>
                    <a:cubicBezTo>
                      <a:pt x="294215" y="514153"/>
                      <a:pt x="300129" y="507860"/>
                      <a:pt x="311086" y="499227"/>
                    </a:cubicBezTo>
                    <a:cubicBezTo>
                      <a:pt x="308101" y="472263"/>
                      <a:pt x="306802" y="456029"/>
                      <a:pt x="307810" y="455876"/>
                    </a:cubicBezTo>
                    <a:cubicBezTo>
                      <a:pt x="308996" y="455699"/>
                      <a:pt x="315467" y="477120"/>
                      <a:pt x="316217" y="495298"/>
                    </a:cubicBezTo>
                    <a:cubicBezTo>
                      <a:pt x="357898" y="464009"/>
                      <a:pt x="453611" y="407096"/>
                      <a:pt x="527105" y="347738"/>
                    </a:cubicBezTo>
                    <a:cubicBezTo>
                      <a:pt x="535109" y="341275"/>
                      <a:pt x="551592" y="327519"/>
                      <a:pt x="550567" y="310793"/>
                    </a:cubicBezTo>
                    <a:cubicBezTo>
                      <a:pt x="549188" y="288299"/>
                      <a:pt x="517810" y="271848"/>
                      <a:pt x="490653" y="264457"/>
                    </a:cubicBezTo>
                    <a:cubicBezTo>
                      <a:pt x="461389" y="256486"/>
                      <a:pt x="365490" y="300062"/>
                      <a:pt x="336081" y="328890"/>
                    </a:cubicBezTo>
                    <a:cubicBezTo>
                      <a:pt x="335242" y="308115"/>
                      <a:pt x="333427" y="337806"/>
                      <a:pt x="335920" y="303015"/>
                    </a:cubicBezTo>
                    <a:cubicBezTo>
                      <a:pt x="338413" y="268217"/>
                      <a:pt x="388267" y="13971"/>
                      <a:pt x="322736" y="3127"/>
                    </a:cubicBezTo>
                    <a:cubicBezTo>
                      <a:pt x="290326" y="-2238"/>
                      <a:pt x="292763" y="72950"/>
                      <a:pt x="300613" y="130476"/>
                    </a:cubicBezTo>
                    <a:cubicBezTo>
                      <a:pt x="286760" y="65140"/>
                      <a:pt x="261660" y="-23070"/>
                      <a:pt x="220665" y="5548"/>
                    </a:cubicBezTo>
                    <a:cubicBezTo>
                      <a:pt x="195662" y="23007"/>
                      <a:pt x="197203" y="82583"/>
                      <a:pt x="191611" y="109894"/>
                    </a:cubicBezTo>
                    <a:cubicBezTo>
                      <a:pt x="185044" y="91095"/>
                      <a:pt x="155788" y="-5619"/>
                      <a:pt x="125904" y="4362"/>
                    </a:cubicBezTo>
                    <a:cubicBezTo>
                      <a:pt x="68014" y="23701"/>
                      <a:pt x="112357" y="161232"/>
                      <a:pt x="117126" y="200920"/>
                    </a:cubicBezTo>
                    <a:cubicBezTo>
                      <a:pt x="113559" y="186316"/>
                      <a:pt x="90605" y="44679"/>
                      <a:pt x="55065" y="13471"/>
                    </a:cubicBezTo>
                    <a:cubicBezTo>
                      <a:pt x="38242" y="38555"/>
                      <a:pt x="19960" y="80671"/>
                      <a:pt x="16741" y="147936"/>
                    </a:cubicBezTo>
                    <a:cubicBezTo>
                      <a:pt x="14925" y="185905"/>
                      <a:pt x="14191" y="233459"/>
                      <a:pt x="15450" y="283522"/>
                    </a:cubicBezTo>
                    <a:cubicBezTo>
                      <a:pt x="16014" y="285862"/>
                      <a:pt x="17007" y="290050"/>
                      <a:pt x="18072" y="295302"/>
                    </a:cubicBezTo>
                    <a:cubicBezTo>
                      <a:pt x="27326" y="341065"/>
                      <a:pt x="23865" y="377719"/>
                      <a:pt x="22937" y="388119"/>
                    </a:cubicBezTo>
                    <a:cubicBezTo>
                      <a:pt x="14546" y="482501"/>
                      <a:pt x="14005" y="577473"/>
                      <a:pt x="5542" y="671855"/>
                    </a:cubicBezTo>
                    <a:cubicBezTo>
                      <a:pt x="5526" y="671855"/>
                      <a:pt x="-16936" y="888075"/>
                      <a:pt x="28698" y="1152730"/>
                    </a:cubicBezTo>
                    <a:close/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0" name="任意多边形 509">
                <a:extLst>
                  <a:ext uri="{FF2B5EF4-FFF2-40B4-BE49-F238E27FC236}">
                    <a16:creationId xmlns:a16="http://schemas.microsoft.com/office/drawing/2014/main" id="{38D76A1A-2D63-B25C-BCED-28D027DD36D0}"/>
                  </a:ext>
                </a:extLst>
              </p:cNvPr>
              <p:cNvSpPr/>
              <p:nvPr/>
            </p:nvSpPr>
            <p:spPr>
              <a:xfrm>
                <a:off x="4644298" y="2069861"/>
                <a:ext cx="247755" cy="436221"/>
              </a:xfrm>
              <a:custGeom>
                <a:avLst/>
                <a:gdLst>
                  <a:gd name="connsiteX0" fmla="*/ 242741 w 247755"/>
                  <a:gd name="connsiteY0" fmla="*/ 205486 h 436221"/>
                  <a:gd name="connsiteX1" fmla="*/ 244371 w 247755"/>
                  <a:gd name="connsiteY1" fmla="*/ 204913 h 436221"/>
                  <a:gd name="connsiteX2" fmla="*/ 105597 w 247755"/>
                  <a:gd name="connsiteY2" fmla="*/ 436222 h 436221"/>
                  <a:gd name="connsiteX3" fmla="*/ 0 w 247755"/>
                  <a:gd name="connsiteY3" fmla="*/ 312883 h 436221"/>
                  <a:gd name="connsiteX4" fmla="*/ 26900 w 247755"/>
                  <a:gd name="connsiteY4" fmla="*/ 300845 h 436221"/>
                  <a:gd name="connsiteX5" fmla="*/ 26254 w 247755"/>
                  <a:gd name="connsiteY5" fmla="*/ 298489 h 436221"/>
                  <a:gd name="connsiteX6" fmla="*/ 152280 w 247755"/>
                  <a:gd name="connsiteY6" fmla="*/ 32116 h 436221"/>
                  <a:gd name="connsiteX7" fmla="*/ 242410 w 247755"/>
                  <a:gd name="connsiteY7" fmla="*/ 46849 h 436221"/>
                  <a:gd name="connsiteX8" fmla="*/ 217471 w 247755"/>
                  <a:gd name="connsiteY8" fmla="*/ 211666 h 436221"/>
                  <a:gd name="connsiteX9" fmla="*/ 242741 w 247755"/>
                  <a:gd name="connsiteY9" fmla="*/ 205486 h 436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7755" h="436221">
                    <a:moveTo>
                      <a:pt x="242741" y="205486"/>
                    </a:moveTo>
                    <a:cubicBezTo>
                      <a:pt x="243209" y="205333"/>
                      <a:pt x="243822" y="205107"/>
                      <a:pt x="244371" y="204913"/>
                    </a:cubicBezTo>
                    <a:cubicBezTo>
                      <a:pt x="192040" y="278488"/>
                      <a:pt x="147189" y="356395"/>
                      <a:pt x="105597" y="436222"/>
                    </a:cubicBezTo>
                    <a:cubicBezTo>
                      <a:pt x="73607" y="392218"/>
                      <a:pt x="38308" y="350553"/>
                      <a:pt x="0" y="312883"/>
                    </a:cubicBezTo>
                    <a:cubicBezTo>
                      <a:pt x="10779" y="312277"/>
                      <a:pt x="29707" y="305911"/>
                      <a:pt x="26900" y="300845"/>
                    </a:cubicBezTo>
                    <a:cubicBezTo>
                      <a:pt x="23866" y="295367"/>
                      <a:pt x="26254" y="298489"/>
                      <a:pt x="26254" y="298489"/>
                    </a:cubicBezTo>
                    <a:cubicBezTo>
                      <a:pt x="86088" y="236759"/>
                      <a:pt x="125292" y="94040"/>
                      <a:pt x="152280" y="32116"/>
                    </a:cubicBezTo>
                    <a:cubicBezTo>
                      <a:pt x="179268" y="-29808"/>
                      <a:pt x="221780" y="10574"/>
                      <a:pt x="242410" y="46849"/>
                    </a:cubicBezTo>
                    <a:cubicBezTo>
                      <a:pt x="257353" y="73111"/>
                      <a:pt x="238368" y="176247"/>
                      <a:pt x="217471" y="211666"/>
                    </a:cubicBezTo>
                    <a:cubicBezTo>
                      <a:pt x="237932" y="207390"/>
                      <a:pt x="209427" y="216419"/>
                      <a:pt x="242741" y="205486"/>
                    </a:cubicBezTo>
                    <a:close/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1" name="任意多边形 510">
                <a:extLst>
                  <a:ext uri="{FF2B5EF4-FFF2-40B4-BE49-F238E27FC236}">
                    <a16:creationId xmlns:a16="http://schemas.microsoft.com/office/drawing/2014/main" id="{B7D84825-4544-93A8-598B-F0FC7781FC6A}"/>
                  </a:ext>
                </a:extLst>
              </p:cNvPr>
              <p:cNvSpPr/>
              <p:nvPr/>
            </p:nvSpPr>
            <p:spPr>
              <a:xfrm>
                <a:off x="3515867" y="2016429"/>
                <a:ext cx="1333399" cy="753165"/>
              </a:xfrm>
              <a:custGeom>
                <a:avLst/>
                <a:gdLst>
                  <a:gd name="connsiteX0" fmla="*/ 12385 w 1333399"/>
                  <a:gd name="connsiteY0" fmla="*/ 0 h 753165"/>
                  <a:gd name="connsiteX1" fmla="*/ 263202 w 1333399"/>
                  <a:gd name="connsiteY1" fmla="*/ 6156 h 753165"/>
                  <a:gd name="connsiteX2" fmla="*/ 798473 w 1333399"/>
                  <a:gd name="connsiteY2" fmla="*/ 295378 h 753165"/>
                  <a:gd name="connsiteX3" fmla="*/ 1196778 w 1333399"/>
                  <a:gd name="connsiteY3" fmla="*/ 305851 h 753165"/>
                  <a:gd name="connsiteX4" fmla="*/ 867021 w 1333399"/>
                  <a:gd name="connsiteY4" fmla="*/ 751346 h 753165"/>
                  <a:gd name="connsiteX5" fmla="*/ 405639 w 1333399"/>
                  <a:gd name="connsiteY5" fmla="*/ 628177 h 753165"/>
                  <a:gd name="connsiteX6" fmla="*/ 0 w 1333399"/>
                  <a:gd name="connsiteY6" fmla="*/ 351041 h 753165"/>
                  <a:gd name="connsiteX7" fmla="*/ 12385 w 1333399"/>
                  <a:gd name="connsiteY7" fmla="*/ 0 h 753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33399" h="753165">
                    <a:moveTo>
                      <a:pt x="12385" y="0"/>
                    </a:moveTo>
                    <a:cubicBezTo>
                      <a:pt x="95988" y="2049"/>
                      <a:pt x="179599" y="4107"/>
                      <a:pt x="263202" y="6156"/>
                    </a:cubicBezTo>
                    <a:cubicBezTo>
                      <a:pt x="441623" y="102563"/>
                      <a:pt x="620044" y="198971"/>
                      <a:pt x="798473" y="295378"/>
                    </a:cubicBezTo>
                    <a:cubicBezTo>
                      <a:pt x="899996" y="350234"/>
                      <a:pt x="1085041" y="272602"/>
                      <a:pt x="1196778" y="305851"/>
                    </a:cubicBezTo>
                    <a:cubicBezTo>
                      <a:pt x="1587716" y="422187"/>
                      <a:pt x="1032121" y="738720"/>
                      <a:pt x="867021" y="751346"/>
                    </a:cubicBezTo>
                    <a:cubicBezTo>
                      <a:pt x="691157" y="764796"/>
                      <a:pt x="559201" y="701654"/>
                      <a:pt x="405639" y="628177"/>
                    </a:cubicBezTo>
                    <a:cubicBezTo>
                      <a:pt x="302268" y="578710"/>
                      <a:pt x="153894" y="494010"/>
                      <a:pt x="0" y="351041"/>
                    </a:cubicBezTo>
                    <a:cubicBezTo>
                      <a:pt x="4131" y="234027"/>
                      <a:pt x="8254" y="117014"/>
                      <a:pt x="12385" y="0"/>
                    </a:cubicBezTo>
                    <a:close/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2" name="任意多边形 511">
                <a:extLst>
                  <a:ext uri="{FF2B5EF4-FFF2-40B4-BE49-F238E27FC236}">
                    <a16:creationId xmlns:a16="http://schemas.microsoft.com/office/drawing/2014/main" id="{BF9D1952-74A4-26F4-22C9-680B70F9F972}"/>
                  </a:ext>
                </a:extLst>
              </p:cNvPr>
              <p:cNvSpPr/>
              <p:nvPr/>
            </p:nvSpPr>
            <p:spPr>
              <a:xfrm>
                <a:off x="2302511" y="1548330"/>
                <a:ext cx="1653066" cy="1441690"/>
              </a:xfrm>
              <a:custGeom>
                <a:avLst/>
                <a:gdLst>
                  <a:gd name="connsiteX0" fmla="*/ 1111164 w 1653066"/>
                  <a:gd name="connsiteY0" fmla="*/ 1416585 h 1441690"/>
                  <a:gd name="connsiteX1" fmla="*/ 524894 w 1653066"/>
                  <a:gd name="connsiteY1" fmla="*/ 1006009 h 1441690"/>
                  <a:gd name="connsiteX2" fmla="*/ 206989 w 1653066"/>
                  <a:gd name="connsiteY2" fmla="*/ 1042961 h 1441690"/>
                  <a:gd name="connsiteX3" fmla="*/ 438354 w 1653066"/>
                  <a:gd name="connsiteY3" fmla="*/ 592504 h 1441690"/>
                  <a:gd name="connsiteX4" fmla="*/ 396334 w 1653066"/>
                  <a:gd name="connsiteY4" fmla="*/ 573737 h 1441690"/>
                  <a:gd name="connsiteX5" fmla="*/ 11915 w 1653066"/>
                  <a:gd name="connsiteY5" fmla="*/ 548161 h 1441690"/>
                  <a:gd name="connsiteX6" fmla="*/ 18112 w 1653066"/>
                  <a:gd name="connsiteY6" fmla="*/ 258704 h 1441690"/>
                  <a:gd name="connsiteX7" fmla="*/ 135779 w 1653066"/>
                  <a:gd name="connsiteY7" fmla="*/ 45 h 1441690"/>
                  <a:gd name="connsiteX8" fmla="*/ 755080 w 1653066"/>
                  <a:gd name="connsiteY8" fmla="*/ 80106 h 1441690"/>
                  <a:gd name="connsiteX9" fmla="*/ 1653067 w 1653066"/>
                  <a:gd name="connsiteY9" fmla="*/ 554317 h 1441690"/>
                  <a:gd name="connsiteX10" fmla="*/ 1623126 w 1653066"/>
                  <a:gd name="connsiteY10" fmla="*/ 874618 h 1441690"/>
                  <a:gd name="connsiteX11" fmla="*/ 1560169 w 1653066"/>
                  <a:gd name="connsiteY11" fmla="*/ 1139385 h 1441690"/>
                  <a:gd name="connsiteX12" fmla="*/ 1357697 w 1653066"/>
                  <a:gd name="connsiteY12" fmla="*/ 997053 h 1441690"/>
                  <a:gd name="connsiteX13" fmla="*/ 1344053 w 1653066"/>
                  <a:gd name="connsiteY13" fmla="*/ 1302670 h 1441690"/>
                  <a:gd name="connsiteX14" fmla="*/ 1383660 w 1653066"/>
                  <a:gd name="connsiteY14" fmla="*/ 1391945 h 1441690"/>
                  <a:gd name="connsiteX15" fmla="*/ 1342375 w 1653066"/>
                  <a:gd name="connsiteY15" fmla="*/ 1424791 h 1441690"/>
                  <a:gd name="connsiteX16" fmla="*/ 1276313 w 1653066"/>
                  <a:gd name="connsiteY16" fmla="*/ 1441209 h 1441690"/>
                  <a:gd name="connsiteX17" fmla="*/ 1111164 w 1653066"/>
                  <a:gd name="connsiteY17" fmla="*/ 1416585 h 1441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53066" h="1441690">
                    <a:moveTo>
                      <a:pt x="1111164" y="1416585"/>
                    </a:moveTo>
                    <a:cubicBezTo>
                      <a:pt x="936357" y="1346117"/>
                      <a:pt x="754338" y="1061663"/>
                      <a:pt x="524894" y="1006009"/>
                    </a:cubicBezTo>
                    <a:cubicBezTo>
                      <a:pt x="458492" y="989905"/>
                      <a:pt x="346456" y="978464"/>
                      <a:pt x="206989" y="1042961"/>
                    </a:cubicBezTo>
                    <a:cubicBezTo>
                      <a:pt x="249541" y="987016"/>
                      <a:pt x="362198" y="753917"/>
                      <a:pt x="438354" y="592504"/>
                    </a:cubicBezTo>
                    <a:cubicBezTo>
                      <a:pt x="415940" y="586412"/>
                      <a:pt x="398400" y="577714"/>
                      <a:pt x="396334" y="573737"/>
                    </a:cubicBezTo>
                    <a:cubicBezTo>
                      <a:pt x="293182" y="566943"/>
                      <a:pt x="155796" y="557786"/>
                      <a:pt x="11915" y="548161"/>
                    </a:cubicBezTo>
                    <a:cubicBezTo>
                      <a:pt x="813" y="488278"/>
                      <a:pt x="-10652" y="383641"/>
                      <a:pt x="18112" y="258704"/>
                    </a:cubicBezTo>
                    <a:cubicBezTo>
                      <a:pt x="46189" y="136745"/>
                      <a:pt x="100254" y="49067"/>
                      <a:pt x="135779" y="45"/>
                    </a:cubicBezTo>
                    <a:cubicBezTo>
                      <a:pt x="301524" y="-980"/>
                      <a:pt x="515518" y="15197"/>
                      <a:pt x="755080" y="80106"/>
                    </a:cubicBezTo>
                    <a:cubicBezTo>
                      <a:pt x="1183076" y="196079"/>
                      <a:pt x="1483940" y="411065"/>
                      <a:pt x="1653067" y="554317"/>
                    </a:cubicBezTo>
                    <a:cubicBezTo>
                      <a:pt x="1651453" y="647916"/>
                      <a:pt x="1643393" y="755998"/>
                      <a:pt x="1623126" y="874618"/>
                    </a:cubicBezTo>
                    <a:cubicBezTo>
                      <a:pt x="1606271" y="973292"/>
                      <a:pt x="1583930" y="1061930"/>
                      <a:pt x="1560169" y="1139385"/>
                    </a:cubicBezTo>
                    <a:cubicBezTo>
                      <a:pt x="1492678" y="1091944"/>
                      <a:pt x="1425188" y="1044494"/>
                      <a:pt x="1357697" y="997053"/>
                    </a:cubicBezTo>
                    <a:cubicBezTo>
                      <a:pt x="1356680" y="1095970"/>
                      <a:pt x="1348765" y="1211176"/>
                      <a:pt x="1344053" y="1302670"/>
                    </a:cubicBezTo>
                    <a:cubicBezTo>
                      <a:pt x="1379965" y="1326608"/>
                      <a:pt x="1394835" y="1364609"/>
                      <a:pt x="1383660" y="1391945"/>
                    </a:cubicBezTo>
                    <a:cubicBezTo>
                      <a:pt x="1376972" y="1408299"/>
                      <a:pt x="1358980" y="1416738"/>
                      <a:pt x="1342375" y="1424791"/>
                    </a:cubicBezTo>
                    <a:cubicBezTo>
                      <a:pt x="1312886" y="1439095"/>
                      <a:pt x="1286107" y="1440782"/>
                      <a:pt x="1276313" y="1441209"/>
                    </a:cubicBezTo>
                    <a:cubicBezTo>
                      <a:pt x="1260967" y="1441887"/>
                      <a:pt x="1182439" y="1445316"/>
                      <a:pt x="1111164" y="1416585"/>
                    </a:cubicBezTo>
                    <a:close/>
                  </a:path>
                </a:pathLst>
              </a:custGeom>
              <a:solidFill>
                <a:srgbClr val="FF8661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3" name="任意多边形 512">
                <a:extLst>
                  <a:ext uri="{FF2B5EF4-FFF2-40B4-BE49-F238E27FC236}">
                    <a16:creationId xmlns:a16="http://schemas.microsoft.com/office/drawing/2014/main" id="{32521DF7-DAF6-3003-B3A6-B2A969DA479E}"/>
                  </a:ext>
                </a:extLst>
              </p:cNvPr>
              <p:cNvSpPr/>
              <p:nvPr/>
            </p:nvSpPr>
            <p:spPr>
              <a:xfrm>
                <a:off x="2310561" y="1960339"/>
                <a:ext cx="498471" cy="177977"/>
              </a:xfrm>
              <a:custGeom>
                <a:avLst/>
                <a:gdLst>
                  <a:gd name="connsiteX0" fmla="*/ 86798 w 498471"/>
                  <a:gd name="connsiteY0" fmla="*/ 90332 h 177977"/>
                  <a:gd name="connsiteX1" fmla="*/ 498472 w 498471"/>
                  <a:gd name="connsiteY1" fmla="*/ 0 h 177977"/>
                  <a:gd name="connsiteX2" fmla="*/ 489443 w 498471"/>
                  <a:gd name="connsiteY2" fmla="*/ 21687 h 177977"/>
                  <a:gd name="connsiteX3" fmla="*/ 473807 w 498471"/>
                  <a:gd name="connsiteY3" fmla="*/ 59164 h 177977"/>
                  <a:gd name="connsiteX4" fmla="*/ 450748 w 498471"/>
                  <a:gd name="connsiteY4" fmla="*/ 111866 h 177977"/>
                  <a:gd name="connsiteX5" fmla="*/ 421759 w 498471"/>
                  <a:gd name="connsiteY5" fmla="*/ 177977 h 177977"/>
                  <a:gd name="connsiteX6" fmla="*/ 388284 w 498471"/>
                  <a:gd name="connsiteY6" fmla="*/ 161728 h 177977"/>
                  <a:gd name="connsiteX7" fmla="*/ 3865 w 498471"/>
                  <a:gd name="connsiteY7" fmla="*/ 136151 h 177977"/>
                  <a:gd name="connsiteX8" fmla="*/ 0 w 498471"/>
                  <a:gd name="connsiteY8" fmla="*/ 113028 h 177977"/>
                  <a:gd name="connsiteX9" fmla="*/ 86798 w 498471"/>
                  <a:gd name="connsiteY9" fmla="*/ 90332 h 17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8471" h="177977">
                    <a:moveTo>
                      <a:pt x="86798" y="90332"/>
                    </a:moveTo>
                    <a:cubicBezTo>
                      <a:pt x="223071" y="55985"/>
                      <a:pt x="360529" y="26786"/>
                      <a:pt x="498472" y="0"/>
                    </a:cubicBezTo>
                    <a:cubicBezTo>
                      <a:pt x="495478" y="7229"/>
                      <a:pt x="492453" y="14466"/>
                      <a:pt x="489443" y="21687"/>
                    </a:cubicBezTo>
                    <a:cubicBezTo>
                      <a:pt x="487612" y="26101"/>
                      <a:pt x="477236" y="50854"/>
                      <a:pt x="473807" y="59164"/>
                    </a:cubicBezTo>
                    <a:cubicBezTo>
                      <a:pt x="466223" y="76777"/>
                      <a:pt x="458502" y="94326"/>
                      <a:pt x="450748" y="111866"/>
                    </a:cubicBezTo>
                    <a:cubicBezTo>
                      <a:pt x="441018" y="133876"/>
                      <a:pt x="431417" y="155943"/>
                      <a:pt x="421759" y="177977"/>
                    </a:cubicBezTo>
                    <a:cubicBezTo>
                      <a:pt x="403557" y="172200"/>
                      <a:pt x="390075" y="165189"/>
                      <a:pt x="388284" y="161728"/>
                    </a:cubicBezTo>
                    <a:cubicBezTo>
                      <a:pt x="285131" y="154934"/>
                      <a:pt x="147746" y="145777"/>
                      <a:pt x="3865" y="136151"/>
                    </a:cubicBezTo>
                    <a:cubicBezTo>
                      <a:pt x="2558" y="129084"/>
                      <a:pt x="1251" y="121314"/>
                      <a:pt x="0" y="113028"/>
                    </a:cubicBezTo>
                    <a:cubicBezTo>
                      <a:pt x="28868" y="105250"/>
                      <a:pt x="57793" y="97642"/>
                      <a:pt x="86798" y="90332"/>
                    </a:cubicBezTo>
                    <a:close/>
                  </a:path>
                </a:pathLst>
              </a:custGeom>
              <a:solidFill>
                <a:srgbClr val="FF8661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4" name="任意多边形 513">
                <a:extLst>
                  <a:ext uri="{FF2B5EF4-FFF2-40B4-BE49-F238E27FC236}">
                    <a16:creationId xmlns:a16="http://schemas.microsoft.com/office/drawing/2014/main" id="{4F5444FA-B011-08B3-4EE7-BBAF2502691C}"/>
                  </a:ext>
                </a:extLst>
              </p:cNvPr>
              <p:cNvSpPr/>
              <p:nvPr/>
            </p:nvSpPr>
            <p:spPr>
              <a:xfrm>
                <a:off x="3649251" y="2197609"/>
                <a:ext cx="179711" cy="466408"/>
              </a:xfrm>
              <a:custGeom>
                <a:avLst/>
                <a:gdLst>
                  <a:gd name="connsiteX0" fmla="*/ 37687 w 179711"/>
                  <a:gd name="connsiteY0" fmla="*/ 366572 h 466408"/>
                  <a:gd name="connsiteX1" fmla="*/ 179712 w 179711"/>
                  <a:gd name="connsiteY1" fmla="*/ 466409 h 466408"/>
                  <a:gd name="connsiteX2" fmla="*/ 3566 w 179711"/>
                  <a:gd name="connsiteY2" fmla="*/ 0 h 466408"/>
                  <a:gd name="connsiteX3" fmla="*/ 0 w 179711"/>
                  <a:gd name="connsiteY3" fmla="*/ 67007 h 466408"/>
                  <a:gd name="connsiteX4" fmla="*/ 37687 w 179711"/>
                  <a:gd name="connsiteY4" fmla="*/ 366572 h 466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9711" h="466408">
                    <a:moveTo>
                      <a:pt x="37687" y="366572"/>
                    </a:moveTo>
                    <a:cubicBezTo>
                      <a:pt x="85031" y="399854"/>
                      <a:pt x="132367" y="433135"/>
                      <a:pt x="179712" y="466409"/>
                    </a:cubicBezTo>
                    <a:cubicBezTo>
                      <a:pt x="108752" y="317380"/>
                      <a:pt x="66563" y="156935"/>
                      <a:pt x="3566" y="0"/>
                    </a:cubicBezTo>
                    <a:cubicBezTo>
                      <a:pt x="2630" y="22325"/>
                      <a:pt x="1412" y="44666"/>
                      <a:pt x="0" y="67007"/>
                    </a:cubicBezTo>
                    <a:cubicBezTo>
                      <a:pt x="15241" y="166254"/>
                      <a:pt x="26851" y="266316"/>
                      <a:pt x="37687" y="366572"/>
                    </a:cubicBezTo>
                    <a:close/>
                  </a:path>
                </a:pathLst>
              </a:custGeom>
              <a:solidFill>
                <a:srgbClr val="FF8661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5" name="任意多边形 514">
                <a:extLst>
                  <a:ext uri="{FF2B5EF4-FFF2-40B4-BE49-F238E27FC236}">
                    <a16:creationId xmlns:a16="http://schemas.microsoft.com/office/drawing/2014/main" id="{4FE07710-0828-39F3-2F07-75EE432991C0}"/>
                  </a:ext>
                </a:extLst>
              </p:cNvPr>
              <p:cNvSpPr/>
              <p:nvPr/>
            </p:nvSpPr>
            <p:spPr>
              <a:xfrm>
                <a:off x="1856142" y="975627"/>
                <a:ext cx="340616" cy="178606"/>
              </a:xfrm>
              <a:custGeom>
                <a:avLst/>
                <a:gdLst>
                  <a:gd name="connsiteX0" fmla="*/ 334420 w 340616"/>
                  <a:gd name="connsiteY0" fmla="*/ 80061 h 178606"/>
                  <a:gd name="connsiteX1" fmla="*/ 0 w 340616"/>
                  <a:gd name="connsiteY1" fmla="*/ 0 h 178606"/>
                  <a:gd name="connsiteX2" fmla="*/ 0 w 340616"/>
                  <a:gd name="connsiteY2" fmla="*/ 129334 h 178606"/>
                  <a:gd name="connsiteX3" fmla="*/ 340617 w 340616"/>
                  <a:gd name="connsiteY3" fmla="*/ 178607 h 17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0616" h="178606">
                    <a:moveTo>
                      <a:pt x="334420" y="80061"/>
                    </a:moveTo>
                    <a:cubicBezTo>
                      <a:pt x="309651" y="67741"/>
                      <a:pt x="0" y="0"/>
                      <a:pt x="0" y="0"/>
                    </a:cubicBezTo>
                    <a:lnTo>
                      <a:pt x="0" y="129334"/>
                    </a:lnTo>
                    <a:lnTo>
                      <a:pt x="340617" y="178607"/>
                    </a:lnTo>
                  </a:path>
                </a:pathLst>
              </a:custGeom>
              <a:solidFill>
                <a:srgbClr val="FFFFFF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6" name="任意多边形 515">
                <a:extLst>
                  <a:ext uri="{FF2B5EF4-FFF2-40B4-BE49-F238E27FC236}">
                    <a16:creationId xmlns:a16="http://schemas.microsoft.com/office/drawing/2014/main" id="{7420BF75-10B4-8B6A-0E5D-697EFB7ED99D}"/>
                  </a:ext>
                </a:extLst>
              </p:cNvPr>
              <p:cNvSpPr/>
              <p:nvPr/>
            </p:nvSpPr>
            <p:spPr>
              <a:xfrm>
                <a:off x="3141558" y="1679814"/>
                <a:ext cx="313410" cy="278582"/>
              </a:xfrm>
              <a:custGeom>
                <a:avLst/>
                <a:gdLst>
                  <a:gd name="connsiteX0" fmla="*/ 82199 w 313410"/>
                  <a:gd name="connsiteY0" fmla="*/ 0 h 278582"/>
                  <a:gd name="connsiteX1" fmla="*/ 12013 w 313410"/>
                  <a:gd name="connsiteY1" fmla="*/ 205288 h 278582"/>
                  <a:gd name="connsiteX2" fmla="*/ 160646 w 313410"/>
                  <a:gd name="connsiteY2" fmla="*/ 180656 h 278582"/>
                  <a:gd name="connsiteX3" fmla="*/ 218447 w 313410"/>
                  <a:gd name="connsiteY3" fmla="*/ 275087 h 278582"/>
                  <a:gd name="connsiteX4" fmla="*/ 313410 w 313410"/>
                  <a:gd name="connsiteY4" fmla="*/ 98537 h 278582"/>
                  <a:gd name="connsiteX5" fmla="*/ 251478 w 313410"/>
                  <a:gd name="connsiteY5" fmla="*/ 65692 h 27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3410" h="278582">
                    <a:moveTo>
                      <a:pt x="82199" y="0"/>
                    </a:moveTo>
                    <a:cubicBezTo>
                      <a:pt x="82199" y="0"/>
                      <a:pt x="-37534" y="135490"/>
                      <a:pt x="12013" y="205288"/>
                    </a:cubicBezTo>
                    <a:cubicBezTo>
                      <a:pt x="61560" y="275087"/>
                      <a:pt x="160646" y="180656"/>
                      <a:pt x="160646" y="180656"/>
                    </a:cubicBezTo>
                    <a:cubicBezTo>
                      <a:pt x="160646" y="180656"/>
                      <a:pt x="123492" y="242241"/>
                      <a:pt x="218447" y="275087"/>
                    </a:cubicBezTo>
                    <a:cubicBezTo>
                      <a:pt x="313410" y="307932"/>
                      <a:pt x="313410" y="98537"/>
                      <a:pt x="313410" y="98537"/>
                    </a:cubicBezTo>
                    <a:lnTo>
                      <a:pt x="251478" y="65692"/>
                    </a:lnTo>
                  </a:path>
                </a:pathLst>
              </a:custGeom>
              <a:solidFill>
                <a:srgbClr val="FFFFFF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517" name="组合 516">
                <a:extLst>
                  <a:ext uri="{FF2B5EF4-FFF2-40B4-BE49-F238E27FC236}">
                    <a16:creationId xmlns:a16="http://schemas.microsoft.com/office/drawing/2014/main" id="{FE636151-19EB-1315-8466-653AD6B930D7}"/>
                  </a:ext>
                </a:extLst>
              </p:cNvPr>
              <p:cNvGrpSpPr/>
              <p:nvPr/>
            </p:nvGrpSpPr>
            <p:grpSpPr>
              <a:xfrm>
                <a:off x="3220862" y="1462319"/>
                <a:ext cx="245458" cy="408362"/>
                <a:chOff x="3220862" y="1462319"/>
                <a:chExt cx="245458" cy="408362"/>
              </a:xfrm>
              <a:solidFill>
                <a:srgbClr val="FFC69E"/>
              </a:solidFill>
            </p:grpSpPr>
            <p:sp>
              <p:nvSpPr>
                <p:cNvPr id="537" name="任意多边形 536">
                  <a:extLst>
                    <a:ext uri="{FF2B5EF4-FFF2-40B4-BE49-F238E27FC236}">
                      <a16:creationId xmlns:a16="http://schemas.microsoft.com/office/drawing/2014/main" id="{6DAEDF93-B07D-EF75-2E29-1C3C6089C917}"/>
                    </a:ext>
                  </a:extLst>
                </p:cNvPr>
                <p:cNvSpPr/>
                <p:nvPr/>
              </p:nvSpPr>
              <p:spPr>
                <a:xfrm>
                  <a:off x="3220862" y="1462319"/>
                  <a:ext cx="237631" cy="408362"/>
                </a:xfrm>
                <a:custGeom>
                  <a:avLst/>
                  <a:gdLst>
                    <a:gd name="connsiteX0" fmla="*/ 113930 w 237631"/>
                    <a:gd name="connsiteY0" fmla="*/ 0 h 408362"/>
                    <a:gd name="connsiteX1" fmla="*/ 18329 w 237631"/>
                    <a:gd name="connsiteY1" fmla="*/ 181600 h 408362"/>
                    <a:gd name="connsiteX2" fmla="*/ 450 w 237631"/>
                    <a:gd name="connsiteY2" fmla="*/ 271746 h 408362"/>
                    <a:gd name="connsiteX3" fmla="*/ 101989 w 237631"/>
                    <a:gd name="connsiteY3" fmla="*/ 408075 h 408362"/>
                    <a:gd name="connsiteX4" fmla="*/ 195790 w 237631"/>
                    <a:gd name="connsiteY4" fmla="*/ 357939 h 408362"/>
                    <a:gd name="connsiteX5" fmla="*/ 237632 w 237631"/>
                    <a:gd name="connsiteY5" fmla="*/ 163350 h 40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37631" h="408362">
                      <a:moveTo>
                        <a:pt x="113930" y="0"/>
                      </a:moveTo>
                      <a:cubicBezTo>
                        <a:pt x="62842" y="71670"/>
                        <a:pt x="34490" y="136571"/>
                        <a:pt x="18329" y="181600"/>
                      </a:cubicBezTo>
                      <a:cubicBezTo>
                        <a:pt x="668" y="230816"/>
                        <a:pt x="-1123" y="252641"/>
                        <a:pt x="450" y="271746"/>
                      </a:cubicBezTo>
                      <a:cubicBezTo>
                        <a:pt x="4976" y="326747"/>
                        <a:pt x="40936" y="402799"/>
                        <a:pt x="101989" y="408075"/>
                      </a:cubicBezTo>
                      <a:cubicBezTo>
                        <a:pt x="152891" y="412472"/>
                        <a:pt x="190368" y="365015"/>
                        <a:pt x="195790" y="357939"/>
                      </a:cubicBezTo>
                      <a:cubicBezTo>
                        <a:pt x="209740" y="293079"/>
                        <a:pt x="223682" y="228210"/>
                        <a:pt x="237632" y="163350"/>
                      </a:cubicBezTo>
                    </a:path>
                  </a:pathLst>
                </a:custGeom>
                <a:solidFill>
                  <a:srgbClr val="FFC69E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8" name="任意多边形 537">
                  <a:extLst>
                    <a:ext uri="{FF2B5EF4-FFF2-40B4-BE49-F238E27FC236}">
                      <a16:creationId xmlns:a16="http://schemas.microsoft.com/office/drawing/2014/main" id="{0EC38225-1961-2491-0CFF-8F9857037F32}"/>
                    </a:ext>
                  </a:extLst>
                </p:cNvPr>
                <p:cNvSpPr/>
                <p:nvPr/>
              </p:nvSpPr>
              <p:spPr>
                <a:xfrm>
                  <a:off x="3297799" y="1489041"/>
                  <a:ext cx="168520" cy="320179"/>
                </a:xfrm>
                <a:custGeom>
                  <a:avLst/>
                  <a:gdLst>
                    <a:gd name="connsiteX0" fmla="*/ 120410 w 168520"/>
                    <a:gd name="connsiteY0" fmla="*/ 320180 h 320179"/>
                    <a:gd name="connsiteX1" fmla="*/ 168521 w 168520"/>
                    <a:gd name="connsiteY1" fmla="*/ 110825 h 320179"/>
                    <a:gd name="connsiteX2" fmla="*/ 28045 w 168520"/>
                    <a:gd name="connsiteY2" fmla="*/ 0 h 320179"/>
                    <a:gd name="connsiteX3" fmla="*/ 15644 w 168520"/>
                    <a:gd name="connsiteY3" fmla="*/ 39793 h 320179"/>
                    <a:gd name="connsiteX4" fmla="*/ 9318 w 168520"/>
                    <a:gd name="connsiteY4" fmla="*/ 63747 h 320179"/>
                    <a:gd name="connsiteX5" fmla="*/ 13732 w 168520"/>
                    <a:gd name="connsiteY5" fmla="*/ 212082 h 320179"/>
                    <a:gd name="connsiteX6" fmla="*/ 62698 w 168520"/>
                    <a:gd name="connsiteY6" fmla="*/ 287971 h 320179"/>
                    <a:gd name="connsiteX7" fmla="*/ 120410 w 168520"/>
                    <a:gd name="connsiteY7" fmla="*/ 320180 h 320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8520" h="320179">
                      <a:moveTo>
                        <a:pt x="120410" y="320180"/>
                      </a:moveTo>
                      <a:cubicBezTo>
                        <a:pt x="136449" y="250398"/>
                        <a:pt x="152481" y="180616"/>
                        <a:pt x="168521" y="110825"/>
                      </a:cubicBezTo>
                      <a:lnTo>
                        <a:pt x="28045" y="0"/>
                      </a:lnTo>
                      <a:cubicBezTo>
                        <a:pt x="23768" y="12498"/>
                        <a:pt x="19589" y="25778"/>
                        <a:pt x="15644" y="39793"/>
                      </a:cubicBezTo>
                      <a:cubicBezTo>
                        <a:pt x="13344" y="47966"/>
                        <a:pt x="11238" y="55953"/>
                        <a:pt x="9318" y="63747"/>
                      </a:cubicBezTo>
                      <a:cubicBezTo>
                        <a:pt x="3082" y="86717"/>
                        <a:pt x="-10158" y="147229"/>
                        <a:pt x="13732" y="212082"/>
                      </a:cubicBezTo>
                      <a:cubicBezTo>
                        <a:pt x="19823" y="228622"/>
                        <a:pt x="32127" y="260870"/>
                        <a:pt x="62698" y="287971"/>
                      </a:cubicBezTo>
                      <a:cubicBezTo>
                        <a:pt x="84579" y="307384"/>
                        <a:pt x="106718" y="316081"/>
                        <a:pt x="120410" y="320180"/>
                      </a:cubicBezTo>
                      <a:close/>
                    </a:path>
                  </a:pathLst>
                </a:custGeom>
                <a:solidFill>
                  <a:srgbClr val="FFC69E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18" name="任意多边形 517">
                <a:extLst>
                  <a:ext uri="{FF2B5EF4-FFF2-40B4-BE49-F238E27FC236}">
                    <a16:creationId xmlns:a16="http://schemas.microsoft.com/office/drawing/2014/main" id="{8A3A3088-D95A-FC45-76D8-8836837B2A2E}"/>
                  </a:ext>
                </a:extLst>
              </p:cNvPr>
              <p:cNvSpPr/>
              <p:nvPr/>
            </p:nvSpPr>
            <p:spPr>
              <a:xfrm>
                <a:off x="3269352" y="1361606"/>
                <a:ext cx="347680" cy="363325"/>
              </a:xfrm>
              <a:custGeom>
                <a:avLst/>
                <a:gdLst>
                  <a:gd name="connsiteX0" fmla="*/ 160749 w 347680"/>
                  <a:gd name="connsiteY0" fmla="*/ 86 h 363325"/>
                  <a:gd name="connsiteX1" fmla="*/ 258899 w 347680"/>
                  <a:gd name="connsiteY1" fmla="*/ 15109 h 363325"/>
                  <a:gd name="connsiteX2" fmla="*/ 317620 w 347680"/>
                  <a:gd name="connsiteY2" fmla="*/ 48463 h 363325"/>
                  <a:gd name="connsiteX3" fmla="*/ 315135 w 347680"/>
                  <a:gd name="connsiteY3" fmla="*/ 283684 h 363325"/>
                  <a:gd name="connsiteX4" fmla="*/ 234654 w 347680"/>
                  <a:gd name="connsiteY4" fmla="*/ 357041 h 363325"/>
                  <a:gd name="connsiteX5" fmla="*/ 48415 w 347680"/>
                  <a:gd name="connsiteY5" fmla="*/ 285879 h 363325"/>
                  <a:gd name="connsiteX6" fmla="*/ 4056 w 347680"/>
                  <a:gd name="connsiteY6" fmla="*/ 104271 h 363325"/>
                  <a:gd name="connsiteX7" fmla="*/ 46560 w 347680"/>
                  <a:gd name="connsiteY7" fmla="*/ 19917 h 363325"/>
                  <a:gd name="connsiteX8" fmla="*/ 160749 w 347680"/>
                  <a:gd name="connsiteY8" fmla="*/ 86 h 363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7680" h="363325">
                    <a:moveTo>
                      <a:pt x="160749" y="86"/>
                    </a:moveTo>
                    <a:cubicBezTo>
                      <a:pt x="188851" y="263"/>
                      <a:pt x="219252" y="5677"/>
                      <a:pt x="258899" y="15109"/>
                    </a:cubicBezTo>
                    <a:cubicBezTo>
                      <a:pt x="288986" y="22265"/>
                      <a:pt x="307002" y="33754"/>
                      <a:pt x="317620" y="48463"/>
                    </a:cubicBezTo>
                    <a:cubicBezTo>
                      <a:pt x="364553" y="113493"/>
                      <a:pt x="350901" y="216920"/>
                      <a:pt x="315135" y="283684"/>
                    </a:cubicBezTo>
                    <a:cubicBezTo>
                      <a:pt x="302677" y="306937"/>
                      <a:pt x="278481" y="342235"/>
                      <a:pt x="234654" y="357041"/>
                    </a:cubicBezTo>
                    <a:cubicBezTo>
                      <a:pt x="162944" y="381269"/>
                      <a:pt x="86465" y="330722"/>
                      <a:pt x="48415" y="285879"/>
                    </a:cubicBezTo>
                    <a:cubicBezTo>
                      <a:pt x="-15138" y="210989"/>
                      <a:pt x="1022" y="119665"/>
                      <a:pt x="4056" y="104271"/>
                    </a:cubicBezTo>
                    <a:cubicBezTo>
                      <a:pt x="8921" y="79590"/>
                      <a:pt x="16053" y="43259"/>
                      <a:pt x="46560" y="19917"/>
                    </a:cubicBezTo>
                    <a:cubicBezTo>
                      <a:pt x="73201" y="-463"/>
                      <a:pt x="103723" y="-269"/>
                      <a:pt x="160749" y="86"/>
                    </a:cubicBezTo>
                    <a:close/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519" name="组合 518">
                <a:extLst>
                  <a:ext uri="{FF2B5EF4-FFF2-40B4-BE49-F238E27FC236}">
                    <a16:creationId xmlns:a16="http://schemas.microsoft.com/office/drawing/2014/main" id="{CC0390DF-5453-F197-2067-174607005F49}"/>
                  </a:ext>
                </a:extLst>
              </p:cNvPr>
              <p:cNvGrpSpPr/>
              <p:nvPr/>
            </p:nvGrpSpPr>
            <p:grpSpPr>
              <a:xfrm>
                <a:off x="3176468" y="1431742"/>
                <a:ext cx="153762" cy="143312"/>
                <a:chOff x="3176468" y="1431742"/>
                <a:chExt cx="153762" cy="143312"/>
              </a:xfrm>
              <a:solidFill>
                <a:srgbClr val="FFC69E"/>
              </a:solidFill>
            </p:grpSpPr>
            <p:sp>
              <p:nvSpPr>
                <p:cNvPr id="535" name="任意多边形 534">
                  <a:extLst>
                    <a:ext uri="{FF2B5EF4-FFF2-40B4-BE49-F238E27FC236}">
                      <a16:creationId xmlns:a16="http://schemas.microsoft.com/office/drawing/2014/main" id="{414A07AF-5340-2EA2-83E6-C4F1CF79224B}"/>
                    </a:ext>
                  </a:extLst>
                </p:cNvPr>
                <p:cNvSpPr/>
                <p:nvPr/>
              </p:nvSpPr>
              <p:spPr>
                <a:xfrm>
                  <a:off x="3176468" y="1431742"/>
                  <a:ext cx="153762" cy="143312"/>
                </a:xfrm>
                <a:custGeom>
                  <a:avLst/>
                  <a:gdLst>
                    <a:gd name="connsiteX0" fmla="*/ 0 w 153762"/>
                    <a:gd name="connsiteY0" fmla="*/ 70248 h 143312"/>
                    <a:gd name="connsiteX1" fmla="*/ 105371 w 153762"/>
                    <a:gd name="connsiteY1" fmla="*/ 139199 h 143312"/>
                    <a:gd name="connsiteX2" fmla="*/ 149077 w 153762"/>
                    <a:gd name="connsiteY2" fmla="*/ 43945 h 143312"/>
                    <a:gd name="connsiteX3" fmla="*/ 64562 w 153762"/>
                    <a:gd name="connsiteY3" fmla="*/ 1200 h 143312"/>
                    <a:gd name="connsiteX4" fmla="*/ 0 w 153762"/>
                    <a:gd name="connsiteY4" fmla="*/ 70248 h 143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762" h="143312">
                      <a:moveTo>
                        <a:pt x="0" y="70248"/>
                      </a:moveTo>
                      <a:cubicBezTo>
                        <a:pt x="40" y="115962"/>
                        <a:pt x="59132" y="156602"/>
                        <a:pt x="105371" y="139199"/>
                      </a:cubicBezTo>
                      <a:cubicBezTo>
                        <a:pt x="139718" y="126274"/>
                        <a:pt x="164511" y="82245"/>
                        <a:pt x="149077" y="43945"/>
                      </a:cubicBezTo>
                      <a:cubicBezTo>
                        <a:pt x="135635" y="10591"/>
                        <a:pt x="97279" y="-4569"/>
                        <a:pt x="64562" y="1200"/>
                      </a:cubicBezTo>
                      <a:cubicBezTo>
                        <a:pt x="29352" y="7404"/>
                        <a:pt x="-32" y="37991"/>
                        <a:pt x="0" y="70248"/>
                      </a:cubicBezTo>
                      <a:close/>
                    </a:path>
                  </a:pathLst>
                </a:custGeom>
                <a:solidFill>
                  <a:srgbClr val="FFC69E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6" name="任意多边形 535">
                  <a:extLst>
                    <a:ext uri="{FF2B5EF4-FFF2-40B4-BE49-F238E27FC236}">
                      <a16:creationId xmlns:a16="http://schemas.microsoft.com/office/drawing/2014/main" id="{01D52490-F7D4-31C3-C55F-CDC275D500BD}"/>
                    </a:ext>
                  </a:extLst>
                </p:cNvPr>
                <p:cNvSpPr/>
                <p:nvPr/>
              </p:nvSpPr>
              <p:spPr>
                <a:xfrm>
                  <a:off x="3228047" y="1488485"/>
                  <a:ext cx="28329" cy="49287"/>
                </a:xfrm>
                <a:custGeom>
                  <a:avLst/>
                  <a:gdLst>
                    <a:gd name="connsiteX0" fmla="*/ 28329 w 28329"/>
                    <a:gd name="connsiteY0" fmla="*/ 136 h 49287"/>
                    <a:gd name="connsiteX1" fmla="*/ 2470 w 28329"/>
                    <a:gd name="connsiteY1" fmla="*/ 11012 h 49287"/>
                    <a:gd name="connsiteX2" fmla="*/ 20430 w 28329"/>
                    <a:gd name="connsiteY2" fmla="*/ 49288 h 49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329" h="49287">
                      <a:moveTo>
                        <a:pt x="28329" y="136"/>
                      </a:moveTo>
                      <a:cubicBezTo>
                        <a:pt x="17308" y="-824"/>
                        <a:pt x="6868" y="3339"/>
                        <a:pt x="2470" y="11012"/>
                      </a:cubicBezTo>
                      <a:cubicBezTo>
                        <a:pt x="-3944" y="22203"/>
                        <a:pt x="2164" y="41413"/>
                        <a:pt x="20430" y="49288"/>
                      </a:cubicBezTo>
                    </a:path>
                  </a:pathLst>
                </a:custGeom>
                <a:solidFill>
                  <a:srgbClr val="FFC69E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20" name="任意多边形 519">
                <a:extLst>
                  <a:ext uri="{FF2B5EF4-FFF2-40B4-BE49-F238E27FC236}">
                    <a16:creationId xmlns:a16="http://schemas.microsoft.com/office/drawing/2014/main" id="{971A398D-A1AA-A462-C551-BBC8D82CE494}"/>
                  </a:ext>
                </a:extLst>
              </p:cNvPr>
              <p:cNvSpPr/>
              <p:nvPr/>
            </p:nvSpPr>
            <p:spPr>
              <a:xfrm>
                <a:off x="3380180" y="1162495"/>
                <a:ext cx="405076" cy="290346"/>
              </a:xfrm>
              <a:custGeom>
                <a:avLst/>
                <a:gdLst>
                  <a:gd name="connsiteX0" fmla="*/ 361879 w 405076"/>
                  <a:gd name="connsiteY0" fmla="*/ 0 h 290346"/>
                  <a:gd name="connsiteX1" fmla="*/ 330784 w 405076"/>
                  <a:gd name="connsiteY1" fmla="*/ 81465 h 290346"/>
                  <a:gd name="connsiteX2" fmla="*/ 288031 w 405076"/>
                  <a:gd name="connsiteY2" fmla="*/ 57026 h 290346"/>
                  <a:gd name="connsiteX3" fmla="*/ 229738 w 405076"/>
                  <a:gd name="connsiteY3" fmla="*/ 73324 h 290346"/>
                  <a:gd name="connsiteX4" fmla="*/ 105374 w 405076"/>
                  <a:gd name="connsiteY4" fmla="*/ 36662 h 290346"/>
                  <a:gd name="connsiteX5" fmla="*/ 46565 w 405076"/>
                  <a:gd name="connsiteY5" fmla="*/ 72501 h 290346"/>
                  <a:gd name="connsiteX6" fmla="*/ 10572 w 405076"/>
                  <a:gd name="connsiteY6" fmla="*/ 203796 h 290346"/>
                  <a:gd name="connsiteX7" fmla="*/ 101485 w 405076"/>
                  <a:gd name="connsiteY7" fmla="*/ 230953 h 290346"/>
                  <a:gd name="connsiteX8" fmla="*/ 183104 w 405076"/>
                  <a:gd name="connsiteY8" fmla="*/ 284252 h 290346"/>
                  <a:gd name="connsiteX9" fmla="*/ 369649 w 405076"/>
                  <a:gd name="connsiteY9" fmla="*/ 215898 h 290346"/>
                  <a:gd name="connsiteX10" fmla="*/ 389086 w 405076"/>
                  <a:gd name="connsiteY10" fmla="*/ 40745 h 290346"/>
                  <a:gd name="connsiteX11" fmla="*/ 361879 w 405076"/>
                  <a:gd name="connsiteY11" fmla="*/ 0 h 290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05076" h="290346">
                    <a:moveTo>
                      <a:pt x="361879" y="0"/>
                    </a:moveTo>
                    <a:cubicBezTo>
                      <a:pt x="353392" y="63029"/>
                      <a:pt x="341330" y="79884"/>
                      <a:pt x="330784" y="81465"/>
                    </a:cubicBezTo>
                    <a:cubicBezTo>
                      <a:pt x="317512" y="83458"/>
                      <a:pt x="311227" y="60544"/>
                      <a:pt x="288031" y="57026"/>
                    </a:cubicBezTo>
                    <a:cubicBezTo>
                      <a:pt x="264472" y="53460"/>
                      <a:pt x="255564" y="68257"/>
                      <a:pt x="229738" y="73324"/>
                    </a:cubicBezTo>
                    <a:cubicBezTo>
                      <a:pt x="178852" y="83297"/>
                      <a:pt x="157092" y="29465"/>
                      <a:pt x="105374" y="36662"/>
                    </a:cubicBezTo>
                    <a:cubicBezTo>
                      <a:pt x="76595" y="40672"/>
                      <a:pt x="57473" y="60939"/>
                      <a:pt x="46565" y="72501"/>
                    </a:cubicBezTo>
                    <a:cubicBezTo>
                      <a:pt x="10863" y="110341"/>
                      <a:pt x="-15633" y="173871"/>
                      <a:pt x="10572" y="203796"/>
                    </a:cubicBezTo>
                    <a:cubicBezTo>
                      <a:pt x="27637" y="223280"/>
                      <a:pt x="50494" y="209774"/>
                      <a:pt x="101485" y="230953"/>
                    </a:cubicBezTo>
                    <a:cubicBezTo>
                      <a:pt x="150548" y="251326"/>
                      <a:pt x="150121" y="272440"/>
                      <a:pt x="183104" y="284252"/>
                    </a:cubicBezTo>
                    <a:cubicBezTo>
                      <a:pt x="239654" y="304503"/>
                      <a:pt x="324604" y="272392"/>
                      <a:pt x="369649" y="215898"/>
                    </a:cubicBezTo>
                    <a:cubicBezTo>
                      <a:pt x="414775" y="159315"/>
                      <a:pt x="411531" y="88726"/>
                      <a:pt x="389086" y="40745"/>
                    </a:cubicBezTo>
                    <a:cubicBezTo>
                      <a:pt x="380509" y="22397"/>
                      <a:pt x="369794" y="8778"/>
                      <a:pt x="361879" y="0"/>
                    </a:cubicBezTo>
                    <a:close/>
                  </a:path>
                </a:pathLst>
              </a:custGeom>
              <a:solidFill>
                <a:srgbClr val="003C58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1" name="任意多边形 520">
                <a:extLst>
                  <a:ext uri="{FF2B5EF4-FFF2-40B4-BE49-F238E27FC236}">
                    <a16:creationId xmlns:a16="http://schemas.microsoft.com/office/drawing/2014/main" id="{2332C1F6-C69A-9E8E-118F-174C81684F4D}"/>
                  </a:ext>
                </a:extLst>
              </p:cNvPr>
              <p:cNvSpPr/>
              <p:nvPr/>
            </p:nvSpPr>
            <p:spPr>
              <a:xfrm>
                <a:off x="3215030" y="1253706"/>
                <a:ext cx="350966" cy="250898"/>
              </a:xfrm>
              <a:custGeom>
                <a:avLst/>
                <a:gdLst>
                  <a:gd name="connsiteX0" fmla="*/ 338789 w 350966"/>
                  <a:gd name="connsiteY0" fmla="*/ 153934 h 250898"/>
                  <a:gd name="connsiteX1" fmla="*/ 337611 w 350966"/>
                  <a:gd name="connsiteY1" fmla="*/ 67096 h 250898"/>
                  <a:gd name="connsiteX2" fmla="*/ 195094 w 350966"/>
                  <a:gd name="connsiteY2" fmla="*/ 840 h 250898"/>
                  <a:gd name="connsiteX3" fmla="*/ 85 w 350966"/>
                  <a:gd name="connsiteY3" fmla="*/ 184561 h 250898"/>
                  <a:gd name="connsiteX4" fmla="*/ 71932 w 350966"/>
                  <a:gd name="connsiteY4" fmla="*/ 189660 h 250898"/>
                  <a:gd name="connsiteX5" fmla="*/ 87327 w 350966"/>
                  <a:gd name="connsiteY5" fmla="*/ 250898 h 250898"/>
                  <a:gd name="connsiteX6" fmla="*/ 132573 w 350966"/>
                  <a:gd name="connsiteY6" fmla="*/ 192089 h 250898"/>
                  <a:gd name="connsiteX7" fmla="*/ 198628 w 350966"/>
                  <a:gd name="connsiteY7" fmla="*/ 151030 h 250898"/>
                  <a:gd name="connsiteX8" fmla="*/ 338789 w 350966"/>
                  <a:gd name="connsiteY8" fmla="*/ 153934 h 250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0966" h="250898">
                    <a:moveTo>
                      <a:pt x="338789" y="153934"/>
                    </a:moveTo>
                    <a:cubicBezTo>
                      <a:pt x="358419" y="136644"/>
                      <a:pt x="351553" y="93503"/>
                      <a:pt x="337611" y="67096"/>
                    </a:cubicBezTo>
                    <a:cubicBezTo>
                      <a:pt x="306024" y="7254"/>
                      <a:pt x="221711" y="2824"/>
                      <a:pt x="195094" y="840"/>
                    </a:cubicBezTo>
                    <a:cubicBezTo>
                      <a:pt x="-10178" y="-14466"/>
                      <a:pt x="85" y="184561"/>
                      <a:pt x="85" y="184561"/>
                    </a:cubicBezTo>
                    <a:lnTo>
                      <a:pt x="71932" y="189660"/>
                    </a:lnTo>
                    <a:lnTo>
                      <a:pt x="87327" y="250898"/>
                    </a:lnTo>
                    <a:cubicBezTo>
                      <a:pt x="95209" y="235795"/>
                      <a:pt x="109151" y="213454"/>
                      <a:pt x="132573" y="192089"/>
                    </a:cubicBezTo>
                    <a:cubicBezTo>
                      <a:pt x="142723" y="182827"/>
                      <a:pt x="166363" y="161260"/>
                      <a:pt x="198628" y="151030"/>
                    </a:cubicBezTo>
                    <a:cubicBezTo>
                      <a:pt x="266450" y="129528"/>
                      <a:pt x="312519" y="177066"/>
                      <a:pt x="338789" y="153934"/>
                    </a:cubicBezTo>
                    <a:close/>
                  </a:path>
                </a:pathLst>
              </a:custGeom>
              <a:solidFill>
                <a:srgbClr val="003C58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2" name="任意多边形 521">
                <a:extLst>
                  <a:ext uri="{FF2B5EF4-FFF2-40B4-BE49-F238E27FC236}">
                    <a16:creationId xmlns:a16="http://schemas.microsoft.com/office/drawing/2014/main" id="{D4E12691-E8D2-CB0F-9E08-96577C0B1033}"/>
                  </a:ext>
                </a:extLst>
              </p:cNvPr>
              <p:cNvSpPr/>
              <p:nvPr/>
            </p:nvSpPr>
            <p:spPr>
              <a:xfrm>
                <a:off x="886929" y="2718568"/>
                <a:ext cx="1791850" cy="1765473"/>
              </a:xfrm>
              <a:custGeom>
                <a:avLst/>
                <a:gdLst>
                  <a:gd name="connsiteX0" fmla="*/ 0 w 1791850"/>
                  <a:gd name="connsiteY0" fmla="*/ 1765474 h 1765473"/>
                  <a:gd name="connsiteX1" fmla="*/ 1226598 w 1791850"/>
                  <a:gd name="connsiteY1" fmla="*/ 1045222 h 1765473"/>
                  <a:gd name="connsiteX2" fmla="*/ 1640538 w 1791850"/>
                  <a:gd name="connsiteY2" fmla="*/ 114302 h 1765473"/>
                  <a:gd name="connsiteX3" fmla="*/ 1640538 w 1791850"/>
                  <a:gd name="connsiteY3" fmla="*/ 114302 h 1765473"/>
                  <a:gd name="connsiteX4" fmla="*/ 1672392 w 1791850"/>
                  <a:gd name="connsiteY4" fmla="*/ 34918 h 1765473"/>
                  <a:gd name="connsiteX5" fmla="*/ 1791850 w 1791850"/>
                  <a:gd name="connsiteY5" fmla="*/ 3161 h 1765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91850" h="1765473">
                    <a:moveTo>
                      <a:pt x="0" y="1765474"/>
                    </a:moveTo>
                    <a:cubicBezTo>
                      <a:pt x="63311" y="1720921"/>
                      <a:pt x="1179116" y="1126905"/>
                      <a:pt x="1226598" y="1045222"/>
                    </a:cubicBezTo>
                    <a:cubicBezTo>
                      <a:pt x="1274079" y="963548"/>
                      <a:pt x="1640522" y="114326"/>
                      <a:pt x="1640538" y="114302"/>
                    </a:cubicBezTo>
                    <a:lnTo>
                      <a:pt x="1640538" y="114302"/>
                    </a:lnTo>
                    <a:cubicBezTo>
                      <a:pt x="1640772" y="103837"/>
                      <a:pt x="1642878" y="65771"/>
                      <a:pt x="1672392" y="34918"/>
                    </a:cubicBezTo>
                    <a:cubicBezTo>
                      <a:pt x="1718970" y="-13774"/>
                      <a:pt x="1788905" y="2435"/>
                      <a:pt x="1791850" y="3161"/>
                    </a:cubicBezTo>
                  </a:path>
                </a:pathLst>
              </a:custGeom>
              <a:noFill/>
              <a:ln w="1148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3" name="任意多边形 522">
                <a:extLst>
                  <a:ext uri="{FF2B5EF4-FFF2-40B4-BE49-F238E27FC236}">
                    <a16:creationId xmlns:a16="http://schemas.microsoft.com/office/drawing/2014/main" id="{9A5AB189-F662-9B6D-6651-937A2A2C99EF}"/>
                  </a:ext>
                </a:extLst>
              </p:cNvPr>
              <p:cNvSpPr/>
              <p:nvPr/>
            </p:nvSpPr>
            <p:spPr>
              <a:xfrm>
                <a:off x="2572577" y="4468551"/>
                <a:ext cx="204352" cy="110849"/>
              </a:xfrm>
              <a:custGeom>
                <a:avLst/>
                <a:gdLst>
                  <a:gd name="connsiteX0" fmla="*/ 0 w 204352"/>
                  <a:gd name="connsiteY0" fmla="*/ 0 h 110849"/>
                  <a:gd name="connsiteX1" fmla="*/ 204352 w 204352"/>
                  <a:gd name="connsiteY1" fmla="*/ 110849 h 110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4352" h="110849">
                    <a:moveTo>
                      <a:pt x="0" y="0"/>
                    </a:moveTo>
                    <a:lnTo>
                      <a:pt x="204352" y="110849"/>
                    </a:lnTo>
                  </a:path>
                </a:pathLst>
              </a:custGeom>
              <a:ln w="2468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4" name="任意多边形 523">
                <a:extLst>
                  <a:ext uri="{FF2B5EF4-FFF2-40B4-BE49-F238E27FC236}">
                    <a16:creationId xmlns:a16="http://schemas.microsoft.com/office/drawing/2014/main" id="{007B2968-CA27-9048-AD55-534AAE4B2505}"/>
                  </a:ext>
                </a:extLst>
              </p:cNvPr>
              <p:cNvSpPr/>
              <p:nvPr/>
            </p:nvSpPr>
            <p:spPr>
              <a:xfrm>
                <a:off x="4602731" y="2176608"/>
                <a:ext cx="198179" cy="213416"/>
              </a:xfrm>
              <a:custGeom>
                <a:avLst/>
                <a:gdLst>
                  <a:gd name="connsiteX0" fmla="*/ 80513 w 198179"/>
                  <a:gd name="connsiteY0" fmla="*/ 0 h 213416"/>
                  <a:gd name="connsiteX1" fmla="*/ 0 w 198179"/>
                  <a:gd name="connsiteY1" fmla="*/ 153966 h 213416"/>
                  <a:gd name="connsiteX2" fmla="*/ 59035 w 198179"/>
                  <a:gd name="connsiteY2" fmla="*/ 212711 h 213416"/>
                  <a:gd name="connsiteX3" fmla="*/ 179599 w 198179"/>
                  <a:gd name="connsiteY3" fmla="*/ 141646 h 213416"/>
                  <a:gd name="connsiteX4" fmla="*/ 198180 w 198179"/>
                  <a:gd name="connsiteY4" fmla="*/ 30788 h 213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179" h="213416">
                    <a:moveTo>
                      <a:pt x="80513" y="0"/>
                    </a:moveTo>
                    <a:cubicBezTo>
                      <a:pt x="80513" y="0"/>
                      <a:pt x="0" y="135490"/>
                      <a:pt x="0" y="153966"/>
                    </a:cubicBezTo>
                    <a:cubicBezTo>
                      <a:pt x="0" y="172443"/>
                      <a:pt x="37558" y="203715"/>
                      <a:pt x="59035" y="212711"/>
                    </a:cubicBezTo>
                    <a:cubicBezTo>
                      <a:pt x="80513" y="221707"/>
                      <a:pt x="179599" y="141646"/>
                      <a:pt x="179599" y="141646"/>
                    </a:cubicBezTo>
                    <a:lnTo>
                      <a:pt x="198180" y="30788"/>
                    </a:lnTo>
                  </a:path>
                </a:pathLst>
              </a:custGeom>
              <a:solidFill>
                <a:srgbClr val="7DB5B0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525" name="组合 524">
                <a:extLst>
                  <a:ext uri="{FF2B5EF4-FFF2-40B4-BE49-F238E27FC236}">
                    <a16:creationId xmlns:a16="http://schemas.microsoft.com/office/drawing/2014/main" id="{CF93BE66-2BA8-B056-AF52-104D97DA504A}"/>
                  </a:ext>
                </a:extLst>
              </p:cNvPr>
              <p:cNvGrpSpPr/>
              <p:nvPr/>
            </p:nvGrpSpPr>
            <p:grpSpPr>
              <a:xfrm>
                <a:off x="4539766" y="1596074"/>
                <a:ext cx="928137" cy="1041504"/>
                <a:chOff x="4539766" y="1596074"/>
                <a:chExt cx="928137" cy="1041504"/>
              </a:xfrm>
            </p:grpSpPr>
            <p:grpSp>
              <p:nvGrpSpPr>
                <p:cNvPr id="526" name="组合 525">
                  <a:extLst>
                    <a:ext uri="{FF2B5EF4-FFF2-40B4-BE49-F238E27FC236}">
                      <a16:creationId xmlns:a16="http://schemas.microsoft.com/office/drawing/2014/main" id="{283D08FE-FD66-5A2C-BA07-3A4B12BED300}"/>
                    </a:ext>
                  </a:extLst>
                </p:cNvPr>
                <p:cNvGrpSpPr/>
                <p:nvPr/>
              </p:nvGrpSpPr>
              <p:grpSpPr>
                <a:xfrm>
                  <a:off x="4661104" y="2075150"/>
                  <a:ext cx="806799" cy="562428"/>
                  <a:chOff x="4661104" y="2075150"/>
                  <a:chExt cx="806799" cy="562428"/>
                </a:xfrm>
              </p:grpSpPr>
              <p:sp>
                <p:nvSpPr>
                  <p:cNvPr id="531" name="任意多边形 530">
                    <a:extLst>
                      <a:ext uri="{FF2B5EF4-FFF2-40B4-BE49-F238E27FC236}">
                        <a16:creationId xmlns:a16="http://schemas.microsoft.com/office/drawing/2014/main" id="{015A660F-53D6-7C10-647E-252C6F0C08A8}"/>
                      </a:ext>
                    </a:extLst>
                  </p:cNvPr>
                  <p:cNvSpPr/>
                  <p:nvPr/>
                </p:nvSpPr>
                <p:spPr>
                  <a:xfrm>
                    <a:off x="4661766" y="2130393"/>
                    <a:ext cx="806137" cy="507185"/>
                  </a:xfrm>
                  <a:custGeom>
                    <a:avLst/>
                    <a:gdLst>
                      <a:gd name="connsiteX0" fmla="*/ 404686 w 806137"/>
                      <a:gd name="connsiteY0" fmla="*/ 0 h 507185"/>
                      <a:gd name="connsiteX1" fmla="*/ 806138 w 806137"/>
                      <a:gd name="connsiteY1" fmla="*/ 224273 h 507185"/>
                      <a:gd name="connsiteX2" fmla="*/ 380554 w 806137"/>
                      <a:gd name="connsiteY2" fmla="*/ 507185 h 507185"/>
                      <a:gd name="connsiteX3" fmla="*/ 0 w 806137"/>
                      <a:gd name="connsiteY3" fmla="*/ 258926 h 507185"/>
                      <a:gd name="connsiteX4" fmla="*/ 404686 w 806137"/>
                      <a:gd name="connsiteY4" fmla="*/ 0 h 5071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6137" h="507185">
                        <a:moveTo>
                          <a:pt x="404686" y="0"/>
                        </a:moveTo>
                        <a:cubicBezTo>
                          <a:pt x="690585" y="36509"/>
                          <a:pt x="806138" y="224273"/>
                          <a:pt x="806138" y="224273"/>
                        </a:cubicBezTo>
                        <a:lnTo>
                          <a:pt x="380554" y="507185"/>
                        </a:lnTo>
                        <a:cubicBezTo>
                          <a:pt x="380554" y="507185"/>
                          <a:pt x="203763" y="323447"/>
                          <a:pt x="0" y="258926"/>
                        </a:cubicBezTo>
                        <a:lnTo>
                          <a:pt x="404686" y="0"/>
                        </a:lnTo>
                        <a:close/>
                      </a:path>
                    </a:pathLst>
                  </a:custGeom>
                  <a:solidFill>
                    <a:srgbClr val="7DB5B0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2" name="任意多边形 531">
                    <a:extLst>
                      <a:ext uri="{FF2B5EF4-FFF2-40B4-BE49-F238E27FC236}">
                        <a16:creationId xmlns:a16="http://schemas.microsoft.com/office/drawing/2014/main" id="{859D25B5-8A15-E944-ECCD-5A56E40EF5B3}"/>
                      </a:ext>
                    </a:extLst>
                  </p:cNvPr>
                  <p:cNvSpPr/>
                  <p:nvPr/>
                </p:nvSpPr>
                <p:spPr>
                  <a:xfrm>
                    <a:off x="4661475" y="2104744"/>
                    <a:ext cx="806138" cy="507185"/>
                  </a:xfrm>
                  <a:custGeom>
                    <a:avLst/>
                    <a:gdLst>
                      <a:gd name="connsiteX0" fmla="*/ 404687 w 806138"/>
                      <a:gd name="connsiteY0" fmla="*/ 0 h 507185"/>
                      <a:gd name="connsiteX1" fmla="*/ 806138 w 806138"/>
                      <a:gd name="connsiteY1" fmla="*/ 224273 h 507185"/>
                      <a:gd name="connsiteX2" fmla="*/ 380555 w 806138"/>
                      <a:gd name="connsiteY2" fmla="*/ 507185 h 507185"/>
                      <a:gd name="connsiteX3" fmla="*/ 0 w 806138"/>
                      <a:gd name="connsiteY3" fmla="*/ 258926 h 507185"/>
                      <a:gd name="connsiteX4" fmla="*/ 404687 w 806138"/>
                      <a:gd name="connsiteY4" fmla="*/ 0 h 5071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6138" h="507185">
                        <a:moveTo>
                          <a:pt x="404687" y="0"/>
                        </a:moveTo>
                        <a:cubicBezTo>
                          <a:pt x="690585" y="36509"/>
                          <a:pt x="806138" y="224273"/>
                          <a:pt x="806138" y="224273"/>
                        </a:cubicBezTo>
                        <a:lnTo>
                          <a:pt x="380555" y="507185"/>
                        </a:lnTo>
                        <a:cubicBezTo>
                          <a:pt x="380555" y="507185"/>
                          <a:pt x="203763" y="323447"/>
                          <a:pt x="0" y="258926"/>
                        </a:cubicBezTo>
                        <a:lnTo>
                          <a:pt x="404687" y="0"/>
                        </a:lnTo>
                        <a:close/>
                      </a:path>
                    </a:pathLst>
                  </a:custGeom>
                  <a:solidFill>
                    <a:srgbClr val="86C2BC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3" name="任意多边形 532">
                    <a:extLst>
                      <a:ext uri="{FF2B5EF4-FFF2-40B4-BE49-F238E27FC236}">
                        <a16:creationId xmlns:a16="http://schemas.microsoft.com/office/drawing/2014/main" id="{5CE33250-57EA-9F26-B883-550C98D0B000}"/>
                      </a:ext>
                    </a:extLst>
                  </p:cNvPr>
                  <p:cNvSpPr/>
                  <p:nvPr/>
                </p:nvSpPr>
                <p:spPr>
                  <a:xfrm>
                    <a:off x="4661104" y="2075150"/>
                    <a:ext cx="806137" cy="507185"/>
                  </a:xfrm>
                  <a:custGeom>
                    <a:avLst/>
                    <a:gdLst>
                      <a:gd name="connsiteX0" fmla="*/ 404686 w 806137"/>
                      <a:gd name="connsiteY0" fmla="*/ 0 h 507185"/>
                      <a:gd name="connsiteX1" fmla="*/ 806138 w 806137"/>
                      <a:gd name="connsiteY1" fmla="*/ 224273 h 507185"/>
                      <a:gd name="connsiteX2" fmla="*/ 380554 w 806137"/>
                      <a:gd name="connsiteY2" fmla="*/ 507185 h 507185"/>
                      <a:gd name="connsiteX3" fmla="*/ 0 w 806137"/>
                      <a:gd name="connsiteY3" fmla="*/ 258926 h 507185"/>
                      <a:gd name="connsiteX4" fmla="*/ 404686 w 806137"/>
                      <a:gd name="connsiteY4" fmla="*/ 0 h 5071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06137" h="507185">
                        <a:moveTo>
                          <a:pt x="404686" y="0"/>
                        </a:moveTo>
                        <a:cubicBezTo>
                          <a:pt x="690584" y="36509"/>
                          <a:pt x="806138" y="224273"/>
                          <a:pt x="806138" y="224273"/>
                        </a:cubicBezTo>
                        <a:lnTo>
                          <a:pt x="380554" y="507185"/>
                        </a:lnTo>
                        <a:cubicBezTo>
                          <a:pt x="380554" y="507185"/>
                          <a:pt x="203763" y="323447"/>
                          <a:pt x="0" y="258926"/>
                        </a:cubicBezTo>
                        <a:lnTo>
                          <a:pt x="404686" y="0"/>
                        </a:lnTo>
                        <a:close/>
                      </a:path>
                    </a:pathLst>
                  </a:custGeom>
                  <a:solidFill>
                    <a:srgbClr val="F4FAFA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" name="任意多边形 533">
                    <a:extLst>
                      <a:ext uri="{FF2B5EF4-FFF2-40B4-BE49-F238E27FC236}">
                        <a16:creationId xmlns:a16="http://schemas.microsoft.com/office/drawing/2014/main" id="{44DED1FA-8D46-5E98-6533-00CAA9F8208B}"/>
                      </a:ext>
                    </a:extLst>
                  </p:cNvPr>
                  <p:cNvSpPr/>
                  <p:nvPr/>
                </p:nvSpPr>
                <p:spPr>
                  <a:xfrm>
                    <a:off x="4661104" y="2075150"/>
                    <a:ext cx="679934" cy="258925"/>
                  </a:xfrm>
                  <a:custGeom>
                    <a:avLst/>
                    <a:gdLst>
                      <a:gd name="connsiteX0" fmla="*/ 679934 w 679934"/>
                      <a:gd name="connsiteY0" fmla="*/ 102104 h 258925"/>
                      <a:gd name="connsiteX1" fmla="*/ 679063 w 679934"/>
                      <a:gd name="connsiteY1" fmla="*/ 101087 h 258925"/>
                      <a:gd name="connsiteX2" fmla="*/ 404686 w 679934"/>
                      <a:gd name="connsiteY2" fmla="*/ 0 h 258925"/>
                      <a:gd name="connsiteX3" fmla="*/ 0 w 679934"/>
                      <a:gd name="connsiteY3" fmla="*/ 258926 h 258925"/>
                      <a:gd name="connsiteX4" fmla="*/ 679934 w 679934"/>
                      <a:gd name="connsiteY4" fmla="*/ 102104 h 258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79934" h="258925">
                        <a:moveTo>
                          <a:pt x="679934" y="102104"/>
                        </a:moveTo>
                        <a:cubicBezTo>
                          <a:pt x="679644" y="101764"/>
                          <a:pt x="679354" y="101426"/>
                          <a:pt x="679063" y="101087"/>
                        </a:cubicBezTo>
                        <a:cubicBezTo>
                          <a:pt x="615009" y="57454"/>
                          <a:pt x="524920" y="15354"/>
                          <a:pt x="404686" y="0"/>
                        </a:cubicBezTo>
                        <a:lnTo>
                          <a:pt x="0" y="258926"/>
                        </a:lnTo>
                        <a:cubicBezTo>
                          <a:pt x="8" y="258934"/>
                          <a:pt x="464367" y="-9182"/>
                          <a:pt x="679934" y="102104"/>
                        </a:cubicBezTo>
                        <a:close/>
                      </a:path>
                    </a:pathLst>
                  </a:custGeom>
                  <a:solidFill>
                    <a:srgbClr val="E0E6E6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27" name="组合 526">
                  <a:extLst>
                    <a:ext uri="{FF2B5EF4-FFF2-40B4-BE49-F238E27FC236}">
                      <a16:creationId xmlns:a16="http://schemas.microsoft.com/office/drawing/2014/main" id="{8C68D6C8-F396-7897-1634-4AD86D98862F}"/>
                    </a:ext>
                  </a:extLst>
                </p:cNvPr>
                <p:cNvGrpSpPr/>
                <p:nvPr/>
              </p:nvGrpSpPr>
              <p:grpSpPr>
                <a:xfrm>
                  <a:off x="4539766" y="1596074"/>
                  <a:ext cx="554426" cy="741043"/>
                  <a:chOff x="4539766" y="1596074"/>
                  <a:chExt cx="554426" cy="741043"/>
                </a:xfrm>
              </p:grpSpPr>
              <p:sp>
                <p:nvSpPr>
                  <p:cNvPr id="528" name="任意多边形 527">
                    <a:extLst>
                      <a:ext uri="{FF2B5EF4-FFF2-40B4-BE49-F238E27FC236}">
                        <a16:creationId xmlns:a16="http://schemas.microsoft.com/office/drawing/2014/main" id="{340D1C1D-BD5B-23C6-B894-AFB902194850}"/>
                      </a:ext>
                    </a:extLst>
                  </p:cNvPr>
                  <p:cNvSpPr/>
                  <p:nvPr/>
                </p:nvSpPr>
                <p:spPr>
                  <a:xfrm>
                    <a:off x="4539766" y="1596074"/>
                    <a:ext cx="503975" cy="717935"/>
                  </a:xfrm>
                  <a:custGeom>
                    <a:avLst/>
                    <a:gdLst>
                      <a:gd name="connsiteX0" fmla="*/ 475574 w 503975"/>
                      <a:gd name="connsiteY0" fmla="*/ 455968 h 717935"/>
                      <a:gd name="connsiteX1" fmla="*/ 433248 w 503975"/>
                      <a:gd name="connsiteY1" fmla="*/ 0 h 717935"/>
                      <a:gd name="connsiteX2" fmla="*/ 0 w 503975"/>
                      <a:gd name="connsiteY2" fmla="*/ 271173 h 717935"/>
                      <a:gd name="connsiteX3" fmla="*/ 76616 w 503975"/>
                      <a:gd name="connsiteY3" fmla="*/ 654398 h 717935"/>
                      <a:gd name="connsiteX4" fmla="*/ 72880 w 503975"/>
                      <a:gd name="connsiteY4" fmla="*/ 717936 h 717935"/>
                      <a:gd name="connsiteX5" fmla="*/ 475574 w 503975"/>
                      <a:gd name="connsiteY5" fmla="*/ 455968 h 7179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03975" h="717935">
                        <a:moveTo>
                          <a:pt x="475574" y="455968"/>
                        </a:moveTo>
                        <a:cubicBezTo>
                          <a:pt x="558572" y="181463"/>
                          <a:pt x="433248" y="0"/>
                          <a:pt x="433248" y="0"/>
                        </a:cubicBezTo>
                        <a:lnTo>
                          <a:pt x="0" y="271173"/>
                        </a:lnTo>
                        <a:cubicBezTo>
                          <a:pt x="0" y="271173"/>
                          <a:pt x="78391" y="462084"/>
                          <a:pt x="76616" y="654398"/>
                        </a:cubicBezTo>
                        <a:cubicBezTo>
                          <a:pt x="76422" y="675650"/>
                          <a:pt x="75244" y="696910"/>
                          <a:pt x="72880" y="717936"/>
                        </a:cubicBezTo>
                        <a:lnTo>
                          <a:pt x="475574" y="455968"/>
                        </a:lnTo>
                        <a:close/>
                      </a:path>
                    </a:pathLst>
                  </a:custGeom>
                  <a:solidFill>
                    <a:srgbClr val="7DB5B0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29" name="任意多边形 528">
                    <a:extLst>
                      <a:ext uri="{FF2B5EF4-FFF2-40B4-BE49-F238E27FC236}">
                        <a16:creationId xmlns:a16="http://schemas.microsoft.com/office/drawing/2014/main" id="{C4F97E2F-605E-0302-05B4-EB867CF79C73}"/>
                      </a:ext>
                    </a:extLst>
                  </p:cNvPr>
                  <p:cNvSpPr/>
                  <p:nvPr/>
                </p:nvSpPr>
                <p:spPr>
                  <a:xfrm>
                    <a:off x="4563196" y="1606789"/>
                    <a:ext cx="503975" cy="717935"/>
                  </a:xfrm>
                  <a:custGeom>
                    <a:avLst/>
                    <a:gdLst>
                      <a:gd name="connsiteX0" fmla="*/ 475574 w 503975"/>
                      <a:gd name="connsiteY0" fmla="*/ 455968 h 717935"/>
                      <a:gd name="connsiteX1" fmla="*/ 433248 w 503975"/>
                      <a:gd name="connsiteY1" fmla="*/ 0 h 717935"/>
                      <a:gd name="connsiteX2" fmla="*/ 0 w 503975"/>
                      <a:gd name="connsiteY2" fmla="*/ 271173 h 717935"/>
                      <a:gd name="connsiteX3" fmla="*/ 72872 w 503975"/>
                      <a:gd name="connsiteY3" fmla="*/ 717936 h 717935"/>
                      <a:gd name="connsiteX4" fmla="*/ 475574 w 503975"/>
                      <a:gd name="connsiteY4" fmla="*/ 455968 h 7179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3975" h="717935">
                        <a:moveTo>
                          <a:pt x="475574" y="455968"/>
                        </a:moveTo>
                        <a:cubicBezTo>
                          <a:pt x="558572" y="181463"/>
                          <a:pt x="433248" y="0"/>
                          <a:pt x="433248" y="0"/>
                        </a:cubicBezTo>
                        <a:lnTo>
                          <a:pt x="0" y="271173"/>
                        </a:lnTo>
                        <a:cubicBezTo>
                          <a:pt x="0" y="271173"/>
                          <a:pt x="96666" y="506605"/>
                          <a:pt x="72872" y="717936"/>
                        </a:cubicBezTo>
                        <a:lnTo>
                          <a:pt x="475574" y="455968"/>
                        </a:lnTo>
                        <a:close/>
                      </a:path>
                    </a:pathLst>
                  </a:custGeom>
                  <a:solidFill>
                    <a:srgbClr val="82BDB7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0" name="任意多边形 529">
                    <a:extLst>
                      <a:ext uri="{FF2B5EF4-FFF2-40B4-BE49-F238E27FC236}">
                        <a16:creationId xmlns:a16="http://schemas.microsoft.com/office/drawing/2014/main" id="{8A55323B-FC90-D119-B568-E3D6571FED13}"/>
                      </a:ext>
                    </a:extLst>
                  </p:cNvPr>
                  <p:cNvSpPr/>
                  <p:nvPr/>
                </p:nvSpPr>
                <p:spPr>
                  <a:xfrm>
                    <a:off x="4590217" y="1619181"/>
                    <a:ext cx="503975" cy="717935"/>
                  </a:xfrm>
                  <a:custGeom>
                    <a:avLst/>
                    <a:gdLst>
                      <a:gd name="connsiteX0" fmla="*/ 475574 w 503975"/>
                      <a:gd name="connsiteY0" fmla="*/ 455968 h 717935"/>
                      <a:gd name="connsiteX1" fmla="*/ 433248 w 503975"/>
                      <a:gd name="connsiteY1" fmla="*/ 0 h 717935"/>
                      <a:gd name="connsiteX2" fmla="*/ 0 w 503975"/>
                      <a:gd name="connsiteY2" fmla="*/ 271173 h 717935"/>
                      <a:gd name="connsiteX3" fmla="*/ 72872 w 503975"/>
                      <a:gd name="connsiteY3" fmla="*/ 717936 h 717935"/>
                      <a:gd name="connsiteX4" fmla="*/ 475574 w 503975"/>
                      <a:gd name="connsiteY4" fmla="*/ 455968 h 7179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3975" h="717935">
                        <a:moveTo>
                          <a:pt x="475574" y="455968"/>
                        </a:moveTo>
                        <a:cubicBezTo>
                          <a:pt x="558572" y="181463"/>
                          <a:pt x="433248" y="0"/>
                          <a:pt x="433248" y="0"/>
                        </a:cubicBezTo>
                        <a:lnTo>
                          <a:pt x="0" y="271173"/>
                        </a:lnTo>
                        <a:cubicBezTo>
                          <a:pt x="0" y="271173"/>
                          <a:pt x="96666" y="506605"/>
                          <a:pt x="72872" y="717936"/>
                        </a:cubicBezTo>
                        <a:lnTo>
                          <a:pt x="475574" y="455968"/>
                        </a:lnTo>
                        <a:close/>
                      </a:path>
                    </a:pathLst>
                  </a:custGeom>
                  <a:solidFill>
                    <a:srgbClr val="F4FAFA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71628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D0F2D-1F05-59C7-7BC3-2DCD6C95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真实案例：从困境中崛起的中国青年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1998297-9284-EFB9-A21A-741EF5715CA6}"/>
              </a:ext>
            </a:extLst>
          </p:cNvPr>
          <p:cNvGrpSpPr/>
          <p:nvPr/>
        </p:nvGrpSpPr>
        <p:grpSpPr>
          <a:xfrm>
            <a:off x="660399" y="1130300"/>
            <a:ext cx="10858501" cy="4660901"/>
            <a:chOff x="660399" y="1130300"/>
            <a:chExt cx="10858501" cy="4660901"/>
          </a:xfrm>
        </p:grpSpPr>
        <p:sp>
          <p:nvSpPr>
            <p:cNvPr id="157" name="圆角矩形 156">
              <a:extLst>
                <a:ext uri="{FF2B5EF4-FFF2-40B4-BE49-F238E27FC236}">
                  <a16:creationId xmlns:a16="http://schemas.microsoft.com/office/drawing/2014/main" id="{66D0B487-3B4C-8B8C-E1F5-505E8C43C72B}"/>
                </a:ext>
              </a:extLst>
            </p:cNvPr>
            <p:cNvSpPr/>
            <p:nvPr/>
          </p:nvSpPr>
          <p:spPr>
            <a:xfrm>
              <a:off x="660400" y="1130300"/>
              <a:ext cx="10858500" cy="66675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txBody>
            <a:bodyPr wrap="square" anchor="ctr" anchorCtr="0">
              <a:normAutofit/>
            </a:bodyPr>
            <a:lstStyle/>
            <a:p>
              <a:pPr algn="ctr"/>
              <a:r>
                <a:rPr lang="zh-CN" altLang="en-US" sz="2800" b="1" dirty="0"/>
                <a:t>那些被打倒又站起来的年轻人</a:t>
              </a:r>
              <a:endParaRPr lang="en-US" sz="2800" b="1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B0064E4D-AB30-A364-87F9-96E874724A43}"/>
                </a:ext>
              </a:extLst>
            </p:cNvPr>
            <p:cNvGrpSpPr/>
            <p:nvPr/>
          </p:nvGrpSpPr>
          <p:grpSpPr>
            <a:xfrm>
              <a:off x="660399" y="2476501"/>
              <a:ext cx="10858500" cy="3314700"/>
              <a:chOff x="660400" y="2063751"/>
              <a:chExt cx="6845311" cy="3314700"/>
            </a:xfrm>
          </p:grpSpPr>
          <p:grpSp>
            <p:nvGrpSpPr>
              <p:cNvPr id="159" name="组合 158">
                <a:extLst>
                  <a:ext uri="{FF2B5EF4-FFF2-40B4-BE49-F238E27FC236}">
                    <a16:creationId xmlns:a16="http://schemas.microsoft.com/office/drawing/2014/main" id="{293192D0-C442-7829-384B-D04DD895B4C4}"/>
                  </a:ext>
                </a:extLst>
              </p:cNvPr>
              <p:cNvGrpSpPr>
                <a:grpSpLocks/>
              </p:cNvGrpSpPr>
              <p:nvPr/>
            </p:nvGrpSpPr>
            <p:grpSpPr>
              <a:xfrm flipH="1">
                <a:off x="4187371" y="2063751"/>
                <a:ext cx="3318340" cy="3314700"/>
                <a:chOff x="4673589" y="1851480"/>
                <a:chExt cx="3318340" cy="3314700"/>
              </a:xfrm>
            </p:grpSpPr>
            <p:sp>
              <p:nvSpPr>
                <p:cNvPr id="160" name="圆角矩形 159">
                  <a:extLst>
                    <a:ext uri="{FF2B5EF4-FFF2-40B4-BE49-F238E27FC236}">
                      <a16:creationId xmlns:a16="http://schemas.microsoft.com/office/drawing/2014/main" id="{29BE9E6E-CFAD-7B07-71E2-C217E3F0804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73589" y="1851480"/>
                  <a:ext cx="3318340" cy="3314700"/>
                </a:xfrm>
                <a:prstGeom prst="roundRect">
                  <a:avLst>
                    <a:gd name="adj" fmla="val 5000"/>
                  </a:avLst>
                </a:prstGeom>
                <a:solidFill>
                  <a:schemeClr val="accent2"/>
                </a:solidFill>
                <a:ln w="6350">
                  <a:noFill/>
                </a:ln>
              </p:spPr>
              <p:txBody>
                <a:bodyPr wrap="square" anchor="ctr" anchorCtr="1">
                  <a:normAutofit/>
                </a:bodyPr>
                <a:lstStyle/>
                <a:p>
                  <a:pPr algn="ctr"/>
                  <a:endParaRPr lang="zh-CN" altLang="en-US" sz="2400" b="1" dirty="0">
                    <a:solidFill>
                      <a:srgbClr val="FFFFFF"/>
                    </a:solidFill>
                  </a:endParaRPr>
                </a:p>
              </p:txBody>
            </p:sp>
            <p:grpSp>
              <p:nvGrpSpPr>
                <p:cNvPr id="161" name="组合 160">
                  <a:extLst>
                    <a:ext uri="{FF2B5EF4-FFF2-40B4-BE49-F238E27FC236}">
                      <a16:creationId xmlns:a16="http://schemas.microsoft.com/office/drawing/2014/main" id="{F050BAD0-F28B-3D9C-E89E-C922A48BD905}"/>
                    </a:ext>
                  </a:extLst>
                </p:cNvPr>
                <p:cNvGrpSpPr/>
                <p:nvPr/>
              </p:nvGrpSpPr>
              <p:grpSpPr>
                <a:xfrm>
                  <a:off x="4745155" y="2051050"/>
                  <a:ext cx="3176924" cy="3007178"/>
                  <a:chOff x="4745155" y="2051050"/>
                  <a:chExt cx="3176924" cy="3007178"/>
                </a:xfrm>
              </p:grpSpPr>
              <p:sp>
                <p:nvSpPr>
                  <p:cNvPr id="162" name="文本框 161">
                    <a:extLst>
                      <a:ext uri="{FF2B5EF4-FFF2-40B4-BE49-F238E27FC236}">
                        <a16:creationId xmlns:a16="http://schemas.microsoft.com/office/drawing/2014/main" id="{9FA34D2F-D82C-653F-CB05-D62199862DE8}"/>
                      </a:ext>
                    </a:extLst>
                  </p:cNvPr>
                  <p:cNvSpPr txBox="1"/>
                  <p:nvPr/>
                </p:nvSpPr>
                <p:spPr>
                  <a:xfrm>
                    <a:off x="4745155" y="2051050"/>
                    <a:ext cx="3176923" cy="650875"/>
                  </a:xfrm>
                  <a:prstGeom prst="rect">
                    <a:avLst/>
                  </a:prstGeom>
                  <a:noFill/>
                </p:spPr>
                <p:txBody>
                  <a:bodyPr wrap="square" anchor="b" anchorCtr="0">
                    <a:normAutofit/>
                  </a:bodyPr>
                  <a:lstStyle/>
                  <a:p>
                    <a:pPr algn="ctr"/>
                    <a:r>
                      <a:rPr lang="zh-CN" altLang="en-US" sz="2000" b="1" dirty="0">
                        <a:solidFill>
                          <a:srgbClr val="FFFFFF"/>
                        </a:solidFill>
                      </a:rPr>
                      <a:t>建设时期的坚守</a:t>
                    </a:r>
                    <a:r>
                      <a:rPr lang="zh-CN" altLang="en-US" sz="1600" b="1" dirty="0">
                        <a:solidFill>
                          <a:srgbClr val="FFFFFF"/>
                        </a:solidFill>
                      </a:rPr>
                      <a:t>（</a:t>
                    </a:r>
                    <a:r>
                      <a:rPr lang="en-US" altLang="zh-CN" sz="1600" b="1" dirty="0">
                        <a:solidFill>
                          <a:srgbClr val="FFFFFF"/>
                        </a:solidFill>
                      </a:rPr>
                      <a:t>20XX-20XX</a:t>
                    </a:r>
                    <a:r>
                      <a:rPr lang="zh-CN" altLang="en-US" sz="1600" b="1" dirty="0">
                        <a:solidFill>
                          <a:srgbClr val="FFFFFF"/>
                        </a:solidFill>
                      </a:rPr>
                      <a:t>）</a:t>
                    </a:r>
                    <a:endParaRPr lang="zh-CN" altLang="en-US" sz="2000" b="1" dirty="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163" name="文本框 162">
                    <a:extLst>
                      <a:ext uri="{FF2B5EF4-FFF2-40B4-BE49-F238E27FC236}">
                        <a16:creationId xmlns:a16="http://schemas.microsoft.com/office/drawing/2014/main" id="{190AB749-1C2F-6EE8-FD2E-7BA1941B9F78}"/>
                      </a:ext>
                    </a:extLst>
                  </p:cNvPr>
                  <p:cNvSpPr txBox="1"/>
                  <p:nvPr/>
                </p:nvSpPr>
                <p:spPr>
                  <a:xfrm>
                    <a:off x="4745156" y="2835275"/>
                    <a:ext cx="3176923" cy="2222953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anchor="t" anchorCtr="1">
                    <a:normAutofit/>
                  </a:bodyPr>
                  <a:lstStyle/>
                  <a:p>
                    <a:pPr marL="285750" indent="-285750">
                      <a:lnSpc>
                        <a:spcPct val="15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zh-CN" altLang="en-US" sz="1400" b="1" dirty="0">
                        <a:solidFill>
                          <a:srgbClr val="FFFFFF"/>
                        </a:solidFill>
                      </a:rPr>
                      <a:t>隐藏故事：</a:t>
                    </a:r>
                    <a:r>
                      <a:rPr lang="zh-CN" altLang="en-US" sz="1400" dirty="0">
                        <a:solidFill>
                          <a:srgbClr val="FFFFFF"/>
                        </a:solidFill>
                      </a:rPr>
                      <a:t>邓稼先放弃美国优渥条件回国时写给同学的信：</a:t>
                    </a:r>
                    <a:r>
                      <a:rPr lang="en-US" altLang="zh-CN" sz="1400" dirty="0">
                        <a:solidFill>
                          <a:srgbClr val="FFFFFF"/>
                        </a:solidFill>
                      </a:rPr>
                      <a:t>"</a:t>
                    </a:r>
                    <a:r>
                      <a:rPr lang="zh-CN" altLang="en-US" sz="1400" dirty="0">
                        <a:solidFill>
                          <a:srgbClr val="FFFFFF"/>
                        </a:solidFill>
                      </a:rPr>
                      <a:t>天快亮了，我们得回去</a:t>
                    </a:r>
                    <a:r>
                      <a:rPr lang="en-US" altLang="zh-CN" sz="1400" dirty="0">
                        <a:solidFill>
                          <a:srgbClr val="FFFFFF"/>
                        </a:solidFill>
                      </a:rPr>
                      <a:t>"</a:t>
                    </a:r>
                  </a:p>
                  <a:p>
                    <a:pPr marL="285750" indent="-285750">
                      <a:lnSpc>
                        <a:spcPct val="150000"/>
                      </a:lnSpc>
                      <a:buFont typeface="Arial" panose="020B0604020202020204" pitchFamily="34" charset="0"/>
                      <a:buChar char="•"/>
                    </a:pPr>
                    <a:endParaRPr lang="en-US" altLang="zh-CN" sz="1400" dirty="0">
                      <a:solidFill>
                        <a:srgbClr val="FFFFFF"/>
                      </a:solidFill>
                    </a:endParaRPr>
                  </a:p>
                  <a:p>
                    <a:pPr marL="285750" indent="-285750">
                      <a:lnSpc>
                        <a:spcPct val="15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zh-CN" altLang="en-US" sz="1400" b="1" dirty="0">
                        <a:solidFill>
                          <a:srgbClr val="FFFFFF"/>
                        </a:solidFill>
                      </a:rPr>
                      <a:t>互动投票：“</a:t>
                    </a:r>
                    <a:r>
                      <a:rPr lang="zh-CN" altLang="en-US" sz="1400" dirty="0">
                        <a:solidFill>
                          <a:srgbClr val="FFFFFF"/>
                        </a:solidFill>
                      </a:rPr>
                      <a:t>当个人理想与国家需求冲突时，你的选择是？”（现场生成词云）</a:t>
                    </a:r>
                  </a:p>
                </p:txBody>
              </p:sp>
            </p:grpSp>
          </p:grpSp>
          <p:grpSp>
            <p:nvGrpSpPr>
              <p:cNvPr id="158" name="组合 157">
                <a:extLst>
                  <a:ext uri="{FF2B5EF4-FFF2-40B4-BE49-F238E27FC236}">
                    <a16:creationId xmlns:a16="http://schemas.microsoft.com/office/drawing/2014/main" id="{FFBA3E06-0897-7782-7B81-2405AA9D3669}"/>
                  </a:ext>
                </a:extLst>
              </p:cNvPr>
              <p:cNvGrpSpPr>
                <a:grpSpLocks/>
              </p:cNvGrpSpPr>
              <p:nvPr/>
            </p:nvGrpSpPr>
            <p:grpSpPr>
              <a:xfrm flipH="1">
                <a:off x="660400" y="2063751"/>
                <a:ext cx="3318340" cy="3314700"/>
                <a:chOff x="4673589" y="1851480"/>
                <a:chExt cx="3318340" cy="3314700"/>
              </a:xfrm>
            </p:grpSpPr>
            <p:sp>
              <p:nvSpPr>
                <p:cNvPr id="164" name="圆角矩形 163">
                  <a:extLst>
                    <a:ext uri="{FF2B5EF4-FFF2-40B4-BE49-F238E27FC236}">
                      <a16:creationId xmlns:a16="http://schemas.microsoft.com/office/drawing/2014/main" id="{090F6297-BA5C-D548-580C-F44D16C3B83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673589" y="1851480"/>
                  <a:ext cx="3318340" cy="3314700"/>
                </a:xfrm>
                <a:prstGeom prst="roundRect">
                  <a:avLst>
                    <a:gd name="adj" fmla="val 5000"/>
                  </a:avLst>
                </a:prstGeom>
                <a:solidFill>
                  <a:schemeClr val="accent1"/>
                </a:solidFill>
                <a:ln w="6350">
                  <a:noFill/>
                </a:ln>
              </p:spPr>
              <p:txBody>
                <a:bodyPr wrap="square" anchor="ctr" anchorCtr="1">
                  <a:normAutofit/>
                </a:bodyPr>
                <a:lstStyle/>
                <a:p>
                  <a:pPr algn="ctr"/>
                  <a:endParaRPr lang="zh-CN" altLang="en-US" sz="2400" b="1" dirty="0">
                    <a:solidFill>
                      <a:srgbClr val="FFFFFF"/>
                    </a:solidFill>
                  </a:endParaRPr>
                </a:p>
              </p:txBody>
            </p:sp>
            <p:grpSp>
              <p:nvGrpSpPr>
                <p:cNvPr id="165" name="组合 164">
                  <a:extLst>
                    <a:ext uri="{FF2B5EF4-FFF2-40B4-BE49-F238E27FC236}">
                      <a16:creationId xmlns:a16="http://schemas.microsoft.com/office/drawing/2014/main" id="{86386B1B-C75B-CD4A-1D3C-6621F4FE5724}"/>
                    </a:ext>
                  </a:extLst>
                </p:cNvPr>
                <p:cNvGrpSpPr/>
                <p:nvPr/>
              </p:nvGrpSpPr>
              <p:grpSpPr>
                <a:xfrm>
                  <a:off x="4732455" y="2051050"/>
                  <a:ext cx="3176924" cy="3007178"/>
                  <a:chOff x="4732455" y="2051050"/>
                  <a:chExt cx="3176924" cy="3007178"/>
                </a:xfrm>
              </p:grpSpPr>
              <p:sp>
                <p:nvSpPr>
                  <p:cNvPr id="166" name="文本框 165">
                    <a:extLst>
                      <a:ext uri="{FF2B5EF4-FFF2-40B4-BE49-F238E27FC236}">
                        <a16:creationId xmlns:a16="http://schemas.microsoft.com/office/drawing/2014/main" id="{7D29D155-35BF-E0FE-B2AE-6A9C405EF133}"/>
                      </a:ext>
                    </a:extLst>
                  </p:cNvPr>
                  <p:cNvSpPr txBox="1"/>
                  <p:nvPr/>
                </p:nvSpPr>
                <p:spPr>
                  <a:xfrm>
                    <a:off x="4732455" y="2051050"/>
                    <a:ext cx="3176923" cy="650875"/>
                  </a:xfrm>
                  <a:prstGeom prst="rect">
                    <a:avLst/>
                  </a:prstGeom>
                  <a:noFill/>
                </p:spPr>
                <p:txBody>
                  <a:bodyPr wrap="square" anchor="b" anchorCtr="0">
                    <a:normAutofit/>
                  </a:bodyPr>
                  <a:lstStyle/>
                  <a:p>
                    <a:pPr algn="ctr"/>
                    <a:r>
                      <a:rPr lang="zh-CN" altLang="en-US" sz="2000" b="1" dirty="0">
                        <a:solidFill>
                          <a:srgbClr val="FFFFFF"/>
                        </a:solidFill>
                      </a:rPr>
                      <a:t>觉醒年代的选择</a:t>
                    </a:r>
                    <a:r>
                      <a:rPr lang="zh-CN" altLang="en-US" sz="1600" b="1" dirty="0">
                        <a:solidFill>
                          <a:srgbClr val="FFFFFF"/>
                        </a:solidFill>
                      </a:rPr>
                      <a:t>（</a:t>
                    </a:r>
                    <a:r>
                      <a:rPr lang="en-US" altLang="zh-CN" sz="1600" b="1" dirty="0">
                        <a:solidFill>
                          <a:srgbClr val="FFFFFF"/>
                        </a:solidFill>
                      </a:rPr>
                      <a:t>20XX</a:t>
                    </a:r>
                    <a:r>
                      <a:rPr lang="zh-CN" altLang="en-US" sz="1600" b="1" dirty="0">
                        <a:solidFill>
                          <a:srgbClr val="FFFFFF"/>
                        </a:solidFill>
                      </a:rPr>
                      <a:t>）</a:t>
                    </a:r>
                    <a:endParaRPr lang="en-US" sz="2000" dirty="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167" name="文本框 166">
                    <a:extLst>
                      <a:ext uri="{FF2B5EF4-FFF2-40B4-BE49-F238E27FC236}">
                        <a16:creationId xmlns:a16="http://schemas.microsoft.com/office/drawing/2014/main" id="{4448D0FE-30E1-8AAF-1CF0-EE77E2C2872B}"/>
                      </a:ext>
                    </a:extLst>
                  </p:cNvPr>
                  <p:cNvSpPr txBox="1"/>
                  <p:nvPr/>
                </p:nvSpPr>
                <p:spPr>
                  <a:xfrm>
                    <a:off x="4732456" y="2835275"/>
                    <a:ext cx="3176923" cy="2222953"/>
                  </a:xfrm>
                  <a:prstGeom prst="rect">
                    <a:avLst/>
                  </a:prstGeom>
                  <a:noFill/>
                </p:spPr>
                <p:txBody>
                  <a:bodyPr wrap="square" anchor="t" anchorCtr="1">
                    <a:normAutofit/>
                  </a:bodyPr>
                  <a:lstStyle/>
                  <a:p>
                    <a:pPr marL="285750" indent="-285750">
                      <a:lnSpc>
                        <a:spcPct val="15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zh-CN" altLang="en-US" sz="1400" b="1" dirty="0">
                        <a:solidFill>
                          <a:srgbClr val="FFFFFF"/>
                        </a:solidFill>
                      </a:rPr>
                      <a:t>关键问题：</a:t>
                    </a:r>
                    <a:r>
                      <a:rPr lang="zh-CN" altLang="en-US" sz="1400" dirty="0">
                        <a:solidFill>
                          <a:srgbClr val="FFFFFF"/>
                        </a:solidFill>
                      </a:rPr>
                      <a:t>“如果回到</a:t>
                    </a:r>
                    <a:r>
                      <a:rPr lang="en-US" altLang="zh-CN" sz="1400" dirty="0">
                        <a:solidFill>
                          <a:srgbClr val="FFFFFF"/>
                        </a:solidFill>
                      </a:rPr>
                      <a:t>20XX</a:t>
                    </a:r>
                    <a:r>
                      <a:rPr lang="zh-CN" altLang="en-US" sz="1400" dirty="0">
                        <a:solidFill>
                          <a:srgbClr val="FFFFFF"/>
                        </a:solidFill>
                      </a:rPr>
                      <a:t>，你会是广场上的学生、书斋里的学者还是沉默的大多数？”</a:t>
                    </a:r>
                    <a:endParaRPr lang="en-US" altLang="zh-CN" sz="1400" dirty="0">
                      <a:solidFill>
                        <a:srgbClr val="FFFFFF"/>
                      </a:solidFill>
                    </a:endParaRPr>
                  </a:p>
                  <a:p>
                    <a:pPr marL="285750" indent="-285750">
                      <a:lnSpc>
                        <a:spcPct val="150000"/>
                      </a:lnSpc>
                      <a:buFont typeface="Arial" panose="020B0604020202020204" pitchFamily="34" charset="0"/>
                      <a:buChar char="•"/>
                    </a:pPr>
                    <a:endParaRPr lang="en-US" altLang="zh-CN" sz="1400" dirty="0">
                      <a:solidFill>
                        <a:srgbClr val="FFFFFF"/>
                      </a:solidFill>
                    </a:endParaRPr>
                  </a:p>
                  <a:p>
                    <a:pPr marL="285750" indent="-285750">
                      <a:lnSpc>
                        <a:spcPct val="15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zh-CN" altLang="en-US" sz="1400" b="1" dirty="0">
                        <a:solidFill>
                          <a:srgbClr val="FFFFFF"/>
                        </a:solidFill>
                      </a:rPr>
                      <a:t>案例对比：</a:t>
                    </a:r>
                    <a:r>
                      <a:rPr lang="zh-CN" altLang="en-US" sz="1400" dirty="0">
                        <a:solidFill>
                          <a:srgbClr val="FFFFFF"/>
                        </a:solidFill>
                      </a:rPr>
                      <a:t>鲁迅“铁屋呐喊“</a:t>
                    </a:r>
                    <a:r>
                      <a:rPr lang="en-US" altLang="zh-CN" sz="1400" dirty="0">
                        <a:solidFill>
                          <a:srgbClr val="FFFFFF"/>
                        </a:solidFill>
                      </a:rPr>
                      <a:t>vs </a:t>
                    </a:r>
                    <a:r>
                      <a:rPr lang="zh-CN" altLang="en-US" sz="1400" dirty="0">
                        <a:solidFill>
                          <a:srgbClr val="FFFFFF"/>
                        </a:solidFill>
                      </a:rPr>
                      <a:t>钱玄同”废除汉字”的激进改革观</a:t>
                    </a:r>
                    <a:endParaRPr lang="en-US" sz="1400" dirty="0">
                      <a:solidFill>
                        <a:srgbClr val="FFFFFF"/>
                      </a:solidFill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99753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F4FFE80A-CAB3-CCA6-2A4A-42478BB474E6}"/>
              </a:ext>
            </a:extLst>
          </p:cNvPr>
          <p:cNvGrpSpPr/>
          <p:nvPr/>
        </p:nvGrpSpPr>
        <p:grpSpPr>
          <a:xfrm>
            <a:off x="660400" y="1417593"/>
            <a:ext cx="10858500" cy="4303756"/>
            <a:chOff x="660400" y="1417593"/>
            <a:chExt cx="10858500" cy="430375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129C91B-DF7D-447F-F69C-86099E17F3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3512" y="1417593"/>
              <a:ext cx="9457712" cy="7764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800" b="1" dirty="0">
                  <a:solidFill>
                    <a:schemeClr val="tx1"/>
                  </a:solidFill>
                </a:rPr>
                <a:t>从量变到质变：成长的复利曲线</a:t>
              </a: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DA6F0872-925A-833D-FB09-9D57E335C8F1}"/>
                </a:ext>
              </a:extLst>
            </p:cNvPr>
            <p:cNvGrpSpPr/>
            <p:nvPr/>
          </p:nvGrpSpPr>
          <p:grpSpPr>
            <a:xfrm>
              <a:off x="660400" y="2872579"/>
              <a:ext cx="10858500" cy="2848770"/>
              <a:chOff x="1401661" y="2872579"/>
              <a:chExt cx="9987144" cy="2848770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198FE872-3EC6-F99D-D472-6B9AA6455DEB}"/>
                  </a:ext>
                </a:extLst>
              </p:cNvPr>
              <p:cNvGrpSpPr/>
              <p:nvPr/>
            </p:nvGrpSpPr>
            <p:grpSpPr>
              <a:xfrm>
                <a:off x="1401661" y="2872579"/>
                <a:ext cx="2988448" cy="2848770"/>
                <a:chOff x="2051432" y="3661003"/>
                <a:chExt cx="2578286" cy="2457779"/>
              </a:xfrm>
            </p:grpSpPr>
            <p:sp>
              <p:nvSpPr>
                <p:cNvPr id="17" name="圆角矩形 16">
                  <a:extLst>
                    <a:ext uri="{FF2B5EF4-FFF2-40B4-BE49-F238E27FC236}">
                      <a16:creationId xmlns:a16="http://schemas.microsoft.com/office/drawing/2014/main" id="{F029F4C6-2D04-39F1-F703-53E4383BC1AD}"/>
                    </a:ext>
                  </a:extLst>
                </p:cNvPr>
                <p:cNvSpPr/>
                <p:nvPr/>
              </p:nvSpPr>
              <p:spPr>
                <a:xfrm>
                  <a:off x="2051432" y="4004093"/>
                  <a:ext cx="2493930" cy="2114689"/>
                </a:xfrm>
                <a:prstGeom prst="roundRect">
                  <a:avLst>
                    <a:gd name="adj" fmla="val 7000"/>
                  </a:avLst>
                </a:prstGeom>
                <a:solidFill>
                  <a:schemeClr val="bg1"/>
                </a:solidFill>
                <a:ln w="317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640C3F47-5110-E850-1D36-7A8143C9C9D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94691" y="4502635"/>
                  <a:ext cx="2383014" cy="1373764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/>
                    <a:t>邀请青年艺术家积极参与，以“五四精神”为主题，展开书画创作活动，充分展示青年一代的艺术才华与独特魅力。</a:t>
                  </a:r>
                </a:p>
              </p:txBody>
            </p:sp>
            <p:sp>
              <p:nvSpPr>
                <p:cNvPr id="19" name="圆角矩形 18">
                  <a:extLst>
                    <a:ext uri="{FF2B5EF4-FFF2-40B4-BE49-F238E27FC236}">
                      <a16:creationId xmlns:a16="http://schemas.microsoft.com/office/drawing/2014/main" id="{F104C1B0-2032-441E-BEF6-ADE431CECB9E}"/>
                    </a:ext>
                  </a:extLst>
                </p:cNvPr>
                <p:cNvSpPr/>
                <p:nvPr/>
              </p:nvSpPr>
              <p:spPr>
                <a:xfrm rot="21270489">
                  <a:off x="2278901" y="3661003"/>
                  <a:ext cx="2350817" cy="569436"/>
                </a:xfrm>
                <a:prstGeom prst="roundRect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积累期（1-3年）</a:t>
                  </a:r>
                </a:p>
              </p:txBody>
            </p:sp>
          </p:grp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9EE7EC17-E00C-B44E-78E2-AC2BAE0F1BCC}"/>
                  </a:ext>
                </a:extLst>
              </p:cNvPr>
              <p:cNvGrpSpPr/>
              <p:nvPr/>
            </p:nvGrpSpPr>
            <p:grpSpPr>
              <a:xfrm>
                <a:off x="4901010" y="2872579"/>
                <a:ext cx="2988448" cy="2848770"/>
                <a:chOff x="5070498" y="3661003"/>
                <a:chExt cx="2578286" cy="2457779"/>
              </a:xfrm>
            </p:grpSpPr>
            <p:sp>
              <p:nvSpPr>
                <p:cNvPr id="13" name="圆角矩形 12">
                  <a:extLst>
                    <a:ext uri="{FF2B5EF4-FFF2-40B4-BE49-F238E27FC236}">
                      <a16:creationId xmlns:a16="http://schemas.microsoft.com/office/drawing/2014/main" id="{B1CABC3E-EAA8-D693-210A-311FFD842138}"/>
                    </a:ext>
                  </a:extLst>
                </p:cNvPr>
                <p:cNvSpPr/>
                <p:nvPr/>
              </p:nvSpPr>
              <p:spPr>
                <a:xfrm>
                  <a:off x="5070498" y="4004093"/>
                  <a:ext cx="2493930" cy="2114689"/>
                </a:xfrm>
                <a:prstGeom prst="roundRect">
                  <a:avLst>
                    <a:gd name="adj" fmla="val 7000"/>
                  </a:avLst>
                </a:prstGeom>
                <a:solidFill>
                  <a:schemeClr val="bg1"/>
                </a:solidFill>
                <a:ln w="317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EECD9B51-5255-2A26-6873-885F44B8E08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113757" y="4502635"/>
                  <a:ext cx="2383014" cy="1373764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/>
                    <a:t>组织青年诗人和爱好者进行诗歌朗诵活动，通过诵读经典诗作来传达五四精神，激发广大青年的爱国情怀和文化自信。</a:t>
                  </a:r>
                </a:p>
              </p:txBody>
            </p:sp>
            <p:sp>
              <p:nvSpPr>
                <p:cNvPr id="15" name="圆角矩形 14">
                  <a:extLst>
                    <a:ext uri="{FF2B5EF4-FFF2-40B4-BE49-F238E27FC236}">
                      <a16:creationId xmlns:a16="http://schemas.microsoft.com/office/drawing/2014/main" id="{00B6EDEF-D85B-0601-03CC-BC6D04D6EC4F}"/>
                    </a:ext>
                  </a:extLst>
                </p:cNvPr>
                <p:cNvSpPr/>
                <p:nvPr/>
              </p:nvSpPr>
              <p:spPr>
                <a:xfrm rot="21270489">
                  <a:off x="5297967" y="3661003"/>
                  <a:ext cx="2350817" cy="569436"/>
                </a:xfrm>
                <a:prstGeom prst="roundRect">
                  <a:avLst/>
                </a:prstGeom>
                <a:solidFill>
                  <a:schemeClr val="accent2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阵痛期（6-12个月）</a:t>
                  </a:r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12585CD6-529A-099C-263E-298FC7CBF80F}"/>
                  </a:ext>
                </a:extLst>
              </p:cNvPr>
              <p:cNvGrpSpPr/>
              <p:nvPr/>
            </p:nvGrpSpPr>
            <p:grpSpPr>
              <a:xfrm>
                <a:off x="8400357" y="2872579"/>
                <a:ext cx="2988448" cy="2848770"/>
                <a:chOff x="8089563" y="3661003"/>
                <a:chExt cx="2578286" cy="2457779"/>
              </a:xfrm>
            </p:grpSpPr>
            <p:sp>
              <p:nvSpPr>
                <p:cNvPr id="9" name="圆角矩形 8">
                  <a:extLst>
                    <a:ext uri="{FF2B5EF4-FFF2-40B4-BE49-F238E27FC236}">
                      <a16:creationId xmlns:a16="http://schemas.microsoft.com/office/drawing/2014/main" id="{7467C27B-5DA9-DCE3-EDC1-E8FECD170EA7}"/>
                    </a:ext>
                  </a:extLst>
                </p:cNvPr>
                <p:cNvSpPr/>
                <p:nvPr/>
              </p:nvSpPr>
              <p:spPr>
                <a:xfrm>
                  <a:off x="8089563" y="4004093"/>
                  <a:ext cx="2493930" cy="2114689"/>
                </a:xfrm>
                <a:prstGeom prst="roundRect">
                  <a:avLst>
                    <a:gd name="adj" fmla="val 7000"/>
                  </a:avLst>
                </a:prstGeom>
                <a:solidFill>
                  <a:schemeClr val="bg1"/>
                </a:solidFill>
                <a:ln w="317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5E4449ED-09DE-072E-B510-3E147966BB3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132822" y="4502635"/>
                  <a:ext cx="2383014" cy="1373764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/>
                    <a:t>邀请文艺团体或个人登台表演舞蹈、戏剧等精彩节目，借助多种艺术形式，生动展现五四精神在当代社会中的深刻意义与价值。</a:t>
                  </a:r>
                </a:p>
              </p:txBody>
            </p:sp>
            <p:sp>
              <p:nvSpPr>
                <p:cNvPr id="11" name="圆角矩形 10">
                  <a:extLst>
                    <a:ext uri="{FF2B5EF4-FFF2-40B4-BE49-F238E27FC236}">
                      <a16:creationId xmlns:a16="http://schemas.microsoft.com/office/drawing/2014/main" id="{4303C9D7-A7BD-CAC2-B57E-B002E4638591}"/>
                    </a:ext>
                  </a:extLst>
                </p:cNvPr>
                <p:cNvSpPr/>
                <p:nvPr/>
              </p:nvSpPr>
              <p:spPr>
                <a:xfrm rot="21270489">
                  <a:off x="8317032" y="3661003"/>
                  <a:ext cx="2350817" cy="569436"/>
                </a:xfrm>
                <a:prstGeom prst="roundRect">
                  <a:avLst/>
                </a:prstGeom>
                <a:solidFill>
                  <a:schemeClr val="accent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zh-CN" altLang="en-US" sz="2000" b="1" dirty="0">
                      <a:solidFill>
                        <a:srgbClr val="FFFFFF"/>
                      </a:solidFill>
                    </a:rPr>
                    <a:t>突破期</a:t>
                  </a:r>
                </a:p>
              </p:txBody>
            </p:sp>
          </p:grp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DFF7774-DDB2-A10E-9D68-264EF7626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蜕变的三个阶段</a:t>
            </a:r>
          </a:p>
        </p:txBody>
      </p:sp>
    </p:spTree>
    <p:extLst>
      <p:ext uri="{BB962C8B-B14F-4D97-AF65-F5344CB8AC3E}">
        <p14:creationId xmlns:p14="http://schemas.microsoft.com/office/powerpoint/2010/main" val="82265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数据洞察：成功需要多少坚持</a:t>
            </a:r>
            <a:endParaRPr 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28634E5-7E19-EA5D-2022-E0D04B452B64}"/>
              </a:ext>
            </a:extLst>
          </p:cNvPr>
          <p:cNvGrpSpPr/>
          <p:nvPr/>
        </p:nvGrpSpPr>
        <p:grpSpPr>
          <a:xfrm>
            <a:off x="476250" y="1417626"/>
            <a:ext cx="11226800" cy="4638365"/>
            <a:chOff x="476250" y="1417626"/>
            <a:chExt cx="11226800" cy="4638365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CE4FA45-E54C-1F92-C63E-784D967DFEC8}"/>
                </a:ext>
              </a:extLst>
            </p:cNvPr>
            <p:cNvSpPr/>
            <p:nvPr/>
          </p:nvSpPr>
          <p:spPr>
            <a:xfrm>
              <a:off x="673100" y="1417626"/>
              <a:ext cx="10845800" cy="495300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/>
                <a:t>各领域从起步到卓越的平均投入时间</a:t>
              </a:r>
              <a:endParaRPr lang="en-US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4FBD420-B491-ECB1-3039-64A618DD388A}"/>
                </a:ext>
              </a:extLst>
            </p:cNvPr>
            <p:cNvGrpSpPr/>
            <p:nvPr/>
          </p:nvGrpSpPr>
          <p:grpSpPr>
            <a:xfrm>
              <a:off x="476250" y="2207161"/>
              <a:ext cx="11226800" cy="3848830"/>
              <a:chOff x="482600" y="2506255"/>
              <a:chExt cx="11226800" cy="2835072"/>
            </a:xfrm>
          </p:grpSpPr>
          <p:sp>
            <p:nvSpPr>
              <p:cNvPr id="23" name="圆角矩形 22">
                <a:extLst>
                  <a:ext uri="{FF2B5EF4-FFF2-40B4-BE49-F238E27FC236}">
                    <a16:creationId xmlns:a16="http://schemas.microsoft.com/office/drawing/2014/main" id="{0E1A7D81-9D30-4C1C-7F3D-C6379E080CE0}"/>
                  </a:ext>
                </a:extLst>
              </p:cNvPr>
              <p:cNvSpPr/>
              <p:nvPr/>
            </p:nvSpPr>
            <p:spPr>
              <a:xfrm>
                <a:off x="482600" y="4388827"/>
                <a:ext cx="11226800" cy="952500"/>
              </a:xfrm>
              <a:prstGeom prst="roundRect">
                <a:avLst>
                  <a:gd name="adj" fmla="val 8542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81874547-02B2-BA33-FA56-728423838AE1}"/>
                  </a:ext>
                </a:extLst>
              </p:cNvPr>
              <p:cNvGrpSpPr/>
              <p:nvPr/>
            </p:nvGrpSpPr>
            <p:grpSpPr>
              <a:xfrm>
                <a:off x="660400" y="2506255"/>
                <a:ext cx="10858500" cy="2237193"/>
                <a:chOff x="660400" y="2506255"/>
                <a:chExt cx="10858500" cy="2237193"/>
              </a:xfrm>
            </p:grpSpPr>
            <p:sp>
              <p:nvSpPr>
                <p:cNvPr id="3" name="圆角矩形 2">
                  <a:extLst>
                    <a:ext uri="{FF2B5EF4-FFF2-40B4-BE49-F238E27FC236}">
                      <a16:creationId xmlns:a16="http://schemas.microsoft.com/office/drawing/2014/main" id="{5C90143F-B757-0153-8D49-BB88D180E9E6}"/>
                    </a:ext>
                  </a:extLst>
                </p:cNvPr>
                <p:cNvSpPr/>
                <p:nvPr/>
              </p:nvSpPr>
              <p:spPr>
                <a:xfrm>
                  <a:off x="673100" y="2506255"/>
                  <a:ext cx="10775950" cy="2237193"/>
                </a:xfrm>
                <a:prstGeom prst="roundRect">
                  <a:avLst>
                    <a:gd name="adj" fmla="val 7000"/>
                  </a:avLst>
                </a:prstGeom>
                <a:solidFill>
                  <a:schemeClr val="bg1"/>
                </a:solidFill>
                <a:ln w="317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grpSp>
              <p:nvGrpSpPr>
                <p:cNvPr id="63" name="组合 62">
                  <a:extLst>
                    <a:ext uri="{FF2B5EF4-FFF2-40B4-BE49-F238E27FC236}">
                      <a16:creationId xmlns:a16="http://schemas.microsoft.com/office/drawing/2014/main" id="{253D8340-E247-2516-7C92-2BB23AC64EBD}"/>
                    </a:ext>
                  </a:extLst>
                </p:cNvPr>
                <p:cNvGrpSpPr/>
                <p:nvPr/>
              </p:nvGrpSpPr>
              <p:grpSpPr>
                <a:xfrm>
                  <a:off x="660400" y="2609851"/>
                  <a:ext cx="2597808" cy="1998523"/>
                  <a:chOff x="660400" y="4000501"/>
                  <a:chExt cx="2597808" cy="1998523"/>
                </a:xfrm>
              </p:grpSpPr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C62F4D57-4784-4C50-A957-55DEA58D37E5}"/>
                      </a:ext>
                    </a:extLst>
                  </p:cNvPr>
                  <p:cNvSpPr txBox="1"/>
                  <p:nvPr/>
                </p:nvSpPr>
                <p:spPr>
                  <a:xfrm>
                    <a:off x="660400" y="4000501"/>
                    <a:ext cx="2597808" cy="65209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 anchorCtr="1">
                    <a:noAutofit/>
                  </a:bodyPr>
                  <a:lstStyle/>
                  <a:p>
                    <a:pPr algn="ctr"/>
                    <a:r>
                      <a:rPr lang="zh-CN" altLang="en-US" sz="2000" b="1" dirty="0"/>
                      <a:t>学术研究：15年</a:t>
                    </a:r>
                  </a:p>
                </p:txBody>
              </p:sp>
              <p:sp>
                <p:nvSpPr>
                  <p:cNvPr id="46" name="矩形 45">
                    <a:extLst>
                      <a:ext uri="{FF2B5EF4-FFF2-40B4-BE49-F238E27FC236}">
                        <a16:creationId xmlns:a16="http://schemas.microsoft.com/office/drawing/2014/main" id="{E7115E79-C5BB-06CD-994E-380709C240D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60400" y="4895850"/>
                    <a:ext cx="2597808" cy="110317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t" anchorCtr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400" dirty="0">
                        <a:solidFill>
                          <a:schemeClr val="tx1"/>
                        </a:solidFill>
                      </a:rPr>
                      <a:t>设立百米、千米等不同距离的赛跑项目，鼓励青年展现速度与耐力。</a:t>
                    </a:r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" name="圆角矩形 25">
                    <a:extLst>
                      <a:ext uri="{FF2B5EF4-FFF2-40B4-BE49-F238E27FC236}">
                        <a16:creationId xmlns:a16="http://schemas.microsoft.com/office/drawing/2014/main" id="{7D73143E-D41D-78B2-6291-AAADFA85BE35}"/>
                      </a:ext>
                    </a:extLst>
                  </p:cNvPr>
                  <p:cNvSpPr/>
                  <p:nvPr/>
                </p:nvSpPr>
                <p:spPr>
                  <a:xfrm>
                    <a:off x="1364318" y="4721225"/>
                    <a:ext cx="1189972" cy="65109"/>
                  </a:xfrm>
                  <a:prstGeom prst="roundRect">
                    <a:avLst>
                      <a:gd name="adj" fmla="val 50000"/>
                    </a:avLst>
                  </a:prstGeom>
                  <a:ln w="63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61" name="组合 60">
                  <a:extLst>
                    <a:ext uri="{FF2B5EF4-FFF2-40B4-BE49-F238E27FC236}">
                      <a16:creationId xmlns:a16="http://schemas.microsoft.com/office/drawing/2014/main" id="{DC08C12C-428D-D308-67B6-5B3C900A9A92}"/>
                    </a:ext>
                  </a:extLst>
                </p:cNvPr>
                <p:cNvGrpSpPr/>
                <p:nvPr/>
              </p:nvGrpSpPr>
              <p:grpSpPr>
                <a:xfrm>
                  <a:off x="3413964" y="2609851"/>
                  <a:ext cx="2597808" cy="1998523"/>
                  <a:chOff x="3413964" y="4000501"/>
                  <a:chExt cx="2597808" cy="1998523"/>
                </a:xfrm>
              </p:grpSpPr>
              <p:sp>
                <p:nvSpPr>
                  <p:cNvPr id="47" name="矩形 46">
                    <a:extLst>
                      <a:ext uri="{FF2B5EF4-FFF2-40B4-BE49-F238E27FC236}">
                        <a16:creationId xmlns:a16="http://schemas.microsoft.com/office/drawing/2014/main" id="{D487B1B0-4ADB-2C27-90AC-953083EDAF0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413964" y="4000501"/>
                    <a:ext cx="2597808" cy="6520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tIns="90000" bIns="90000" rtlCol="0" anchor="b" anchorCtr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r>
                      <a:rPr kumimoji="1" lang="zh-CN" altLang="en-US" sz="2000" b="1" dirty="0">
                        <a:solidFill>
                          <a:schemeClr val="tx1"/>
                        </a:solidFill>
                      </a:rPr>
                      <a:t>企业创业：10年</a:t>
                    </a:r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矩形 48">
                    <a:extLst>
                      <a:ext uri="{FF2B5EF4-FFF2-40B4-BE49-F238E27FC236}">
                        <a16:creationId xmlns:a16="http://schemas.microsoft.com/office/drawing/2014/main" id="{D83A3289-C457-BF80-D414-35A3A9E0FC5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413964" y="4895850"/>
                    <a:ext cx="2597808" cy="110317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t" anchorCtr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400" dirty="0">
                        <a:solidFill>
                          <a:schemeClr val="tx1"/>
                        </a:solidFill>
                      </a:rPr>
                      <a:t>组织篮球、足球等团队项目比赛，增强团队合作精神，展现团队风采。</a:t>
                    </a:r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" name="圆角矩形 26">
                    <a:extLst>
                      <a:ext uri="{FF2B5EF4-FFF2-40B4-BE49-F238E27FC236}">
                        <a16:creationId xmlns:a16="http://schemas.microsoft.com/office/drawing/2014/main" id="{EAA91156-B488-CEFC-A9C9-081242F3E916}"/>
                      </a:ext>
                    </a:extLst>
                  </p:cNvPr>
                  <p:cNvSpPr/>
                  <p:nvPr/>
                </p:nvSpPr>
                <p:spPr>
                  <a:xfrm>
                    <a:off x="4117882" y="4721225"/>
                    <a:ext cx="1189972" cy="6510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2"/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60" name="组合 59">
                  <a:extLst>
                    <a:ext uri="{FF2B5EF4-FFF2-40B4-BE49-F238E27FC236}">
                      <a16:creationId xmlns:a16="http://schemas.microsoft.com/office/drawing/2014/main" id="{A66913B0-4292-DDB0-B3C8-99ED10A94ACE}"/>
                    </a:ext>
                  </a:extLst>
                </p:cNvPr>
                <p:cNvGrpSpPr/>
                <p:nvPr/>
              </p:nvGrpSpPr>
              <p:grpSpPr>
                <a:xfrm>
                  <a:off x="6167528" y="2609851"/>
                  <a:ext cx="2597809" cy="1998523"/>
                  <a:chOff x="6167528" y="4000501"/>
                  <a:chExt cx="2597809" cy="1998523"/>
                </a:xfrm>
              </p:grpSpPr>
              <p:sp>
                <p:nvSpPr>
                  <p:cNvPr id="52" name="矩形 51">
                    <a:extLst>
                      <a:ext uri="{FF2B5EF4-FFF2-40B4-BE49-F238E27FC236}">
                        <a16:creationId xmlns:a16="http://schemas.microsoft.com/office/drawing/2014/main" id="{88ADCFBB-3DA3-580D-DECC-1B7075DAD6D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167528" y="4000501"/>
                    <a:ext cx="2597808" cy="6520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tIns="90000" bIns="90000" rtlCol="0" anchor="b" anchorCtr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r>
                      <a:rPr kumimoji="1" lang="zh-CN" altLang="en-US" sz="2000" b="1" dirty="0">
                        <a:solidFill>
                          <a:schemeClr val="tx1"/>
                        </a:solidFill>
                      </a:rPr>
                      <a:t>奥运冠军：8年</a:t>
                    </a:r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3" name="矩形 52">
                    <a:extLst>
                      <a:ext uri="{FF2B5EF4-FFF2-40B4-BE49-F238E27FC236}">
                        <a16:creationId xmlns:a16="http://schemas.microsoft.com/office/drawing/2014/main" id="{7A5DD142-427A-83A2-E818-EF849477945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167529" y="4895850"/>
                    <a:ext cx="2597808" cy="110317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t" anchorCtr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400" dirty="0">
                        <a:solidFill>
                          <a:schemeClr val="tx1"/>
                        </a:solidFill>
                      </a:rPr>
                      <a:t>开展跳绳、投篮等个人技巧比赛，展示青年灵活的身体素质和个人能力。</a:t>
                    </a:r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8" name="圆角矩形 27">
                    <a:extLst>
                      <a:ext uri="{FF2B5EF4-FFF2-40B4-BE49-F238E27FC236}">
                        <a16:creationId xmlns:a16="http://schemas.microsoft.com/office/drawing/2014/main" id="{B4411EDB-A146-1003-5BF2-8B4EAF47A6B8}"/>
                      </a:ext>
                    </a:extLst>
                  </p:cNvPr>
                  <p:cNvSpPr/>
                  <p:nvPr/>
                </p:nvSpPr>
                <p:spPr>
                  <a:xfrm>
                    <a:off x="6871446" y="4721225"/>
                    <a:ext cx="1189972" cy="6510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/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59" name="组合 58">
                  <a:extLst>
                    <a:ext uri="{FF2B5EF4-FFF2-40B4-BE49-F238E27FC236}">
                      <a16:creationId xmlns:a16="http://schemas.microsoft.com/office/drawing/2014/main" id="{3358BD4A-3A52-18CD-97FE-7CE5755710F5}"/>
                    </a:ext>
                  </a:extLst>
                </p:cNvPr>
                <p:cNvGrpSpPr/>
                <p:nvPr/>
              </p:nvGrpSpPr>
              <p:grpSpPr>
                <a:xfrm>
                  <a:off x="8921092" y="2609851"/>
                  <a:ext cx="2597808" cy="1998523"/>
                  <a:chOff x="8921092" y="4000501"/>
                  <a:chExt cx="2597808" cy="1998523"/>
                </a:xfrm>
              </p:grpSpPr>
              <p:sp>
                <p:nvSpPr>
                  <p:cNvPr id="54" name="矩形 53">
                    <a:extLst>
                      <a:ext uri="{FF2B5EF4-FFF2-40B4-BE49-F238E27FC236}">
                        <a16:creationId xmlns:a16="http://schemas.microsoft.com/office/drawing/2014/main" id="{C0BAEF56-0CA5-E495-764F-43FD3DA3BAD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921092" y="4000501"/>
                    <a:ext cx="2597808" cy="6520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tIns="90000" bIns="90000" rtlCol="0" anchor="b" anchorCtr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r>
                      <a:rPr kumimoji="1" lang="zh-CN" altLang="en-US" sz="2000" b="1" dirty="0">
                        <a:solidFill>
                          <a:schemeClr val="tx1"/>
                        </a:solidFill>
                      </a:rPr>
                      <a:t>技术专家：7年</a:t>
                    </a:r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5" name="矩形 54">
                    <a:extLst>
                      <a:ext uri="{FF2B5EF4-FFF2-40B4-BE49-F238E27FC236}">
                        <a16:creationId xmlns:a16="http://schemas.microsoft.com/office/drawing/2014/main" id="{0EA6EBC8-CA28-8968-4B29-74A54AFA26B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921092" y="4895850"/>
                    <a:ext cx="2597808" cy="110317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t" anchorCtr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400" dirty="0">
                        <a:solidFill>
                          <a:schemeClr val="tx1"/>
                        </a:solidFill>
                      </a:rPr>
                      <a:t>设立4x100米接力等团体接力项目，增强团队凝聚力，体现集体荣誉感。</a:t>
                    </a:r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" name="圆角矩形 28">
                    <a:extLst>
                      <a:ext uri="{FF2B5EF4-FFF2-40B4-BE49-F238E27FC236}">
                        <a16:creationId xmlns:a16="http://schemas.microsoft.com/office/drawing/2014/main" id="{20D61C7A-0FB4-F5A5-34AA-855DC1B04260}"/>
                      </a:ext>
                    </a:extLst>
                  </p:cNvPr>
                  <p:cNvSpPr/>
                  <p:nvPr/>
                </p:nvSpPr>
                <p:spPr>
                  <a:xfrm>
                    <a:off x="9625010" y="4721225"/>
                    <a:ext cx="1189972" cy="6510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4"/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</p:grpSp>
        <p:sp>
          <p:nvSpPr>
            <p:cNvPr id="6" name="同心圆 5">
              <a:extLst>
                <a:ext uri="{FF2B5EF4-FFF2-40B4-BE49-F238E27FC236}">
                  <a16:creationId xmlns:a16="http://schemas.microsoft.com/office/drawing/2014/main" id="{88F2D8E7-62F2-E59C-DB91-8742F65F56F6}"/>
                </a:ext>
              </a:extLst>
            </p:cNvPr>
            <p:cNvSpPr/>
            <p:nvPr/>
          </p:nvSpPr>
          <p:spPr>
            <a:xfrm>
              <a:off x="11052311" y="4922565"/>
              <a:ext cx="615994" cy="615994"/>
            </a:xfrm>
            <a:prstGeom prst="donut">
              <a:avLst>
                <a:gd name="adj" fmla="val 2657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行动指南：建立你的成长系统</a:t>
            </a:r>
            <a:endParaRPr lang="en-US" dirty="0"/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29E8A939-A007-6EFA-248C-FE2E126477BC}"/>
              </a:ext>
            </a:extLst>
          </p:cNvPr>
          <p:cNvGrpSpPr/>
          <p:nvPr/>
        </p:nvGrpSpPr>
        <p:grpSpPr>
          <a:xfrm>
            <a:off x="406400" y="1173216"/>
            <a:ext cx="11366500" cy="4700534"/>
            <a:chOff x="406400" y="1173216"/>
            <a:chExt cx="11366500" cy="4700534"/>
          </a:xfrm>
        </p:grpSpPr>
        <p:sp>
          <p:nvSpPr>
            <p:cNvPr id="130" name="圆角矩形 129">
              <a:extLst>
                <a:ext uri="{FF2B5EF4-FFF2-40B4-BE49-F238E27FC236}">
                  <a16:creationId xmlns:a16="http://schemas.microsoft.com/office/drawing/2014/main" id="{DB0BE84E-B332-19B6-7D4C-ED441A9054C9}"/>
                </a:ext>
              </a:extLst>
            </p:cNvPr>
            <p:cNvSpPr/>
            <p:nvPr/>
          </p:nvSpPr>
          <p:spPr>
            <a:xfrm>
              <a:off x="406400" y="2776046"/>
              <a:ext cx="11366500" cy="3097704"/>
            </a:xfrm>
            <a:prstGeom prst="roundRect">
              <a:avLst>
                <a:gd name="adj" fmla="val 7000"/>
              </a:avLst>
            </a:prstGeom>
            <a:solidFill>
              <a:schemeClr val="bg1"/>
            </a:solidFill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75090B9B-B122-20C4-03F7-2077F45E051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323772" y="1746243"/>
              <a:ext cx="3686299" cy="3487422"/>
              <a:chOff x="7491086" y="1252685"/>
              <a:chExt cx="4073321" cy="3853564"/>
            </a:xfrm>
          </p:grpSpPr>
          <p:sp>
            <p:nvSpPr>
              <p:cNvPr id="58" name="任意多边形 57">
                <a:extLst>
                  <a:ext uri="{FF2B5EF4-FFF2-40B4-BE49-F238E27FC236}">
                    <a16:creationId xmlns:a16="http://schemas.microsoft.com/office/drawing/2014/main" id="{392E81EE-3973-7174-BF43-D93EAF379CD0}"/>
                  </a:ext>
                </a:extLst>
              </p:cNvPr>
              <p:cNvSpPr/>
              <p:nvPr/>
            </p:nvSpPr>
            <p:spPr>
              <a:xfrm>
                <a:off x="9922093" y="1252685"/>
                <a:ext cx="989464" cy="1437509"/>
              </a:xfrm>
              <a:custGeom>
                <a:avLst/>
                <a:gdLst>
                  <a:gd name="connsiteX0" fmla="*/ 983947 w 989464"/>
                  <a:gd name="connsiteY0" fmla="*/ 671855 h 1437509"/>
                  <a:gd name="connsiteX1" fmla="*/ 966519 w 989464"/>
                  <a:gd name="connsiteY1" fmla="*/ 388119 h 1437509"/>
                  <a:gd name="connsiteX2" fmla="*/ 971441 w 989464"/>
                  <a:gd name="connsiteY2" fmla="*/ 295302 h 1437509"/>
                  <a:gd name="connsiteX3" fmla="*/ 974022 w 989464"/>
                  <a:gd name="connsiteY3" fmla="*/ 283522 h 1437509"/>
                  <a:gd name="connsiteX4" fmla="*/ 972732 w 989464"/>
                  <a:gd name="connsiteY4" fmla="*/ 147936 h 1437509"/>
                  <a:gd name="connsiteX5" fmla="*/ 934408 w 989464"/>
                  <a:gd name="connsiteY5" fmla="*/ 13471 h 1437509"/>
                  <a:gd name="connsiteX6" fmla="*/ 872362 w 989464"/>
                  <a:gd name="connsiteY6" fmla="*/ 200920 h 1437509"/>
                  <a:gd name="connsiteX7" fmla="*/ 863568 w 989464"/>
                  <a:gd name="connsiteY7" fmla="*/ 4362 h 1437509"/>
                  <a:gd name="connsiteX8" fmla="*/ 797893 w 989464"/>
                  <a:gd name="connsiteY8" fmla="*/ 109894 h 1437509"/>
                  <a:gd name="connsiteX9" fmla="*/ 768847 w 989464"/>
                  <a:gd name="connsiteY9" fmla="*/ 5548 h 1437509"/>
                  <a:gd name="connsiteX10" fmla="*/ 688891 w 989464"/>
                  <a:gd name="connsiteY10" fmla="*/ 130476 h 1437509"/>
                  <a:gd name="connsiteX11" fmla="*/ 666703 w 989464"/>
                  <a:gd name="connsiteY11" fmla="*/ 3127 h 1437509"/>
                  <a:gd name="connsiteX12" fmla="*/ 653552 w 989464"/>
                  <a:gd name="connsiteY12" fmla="*/ 303015 h 1437509"/>
                  <a:gd name="connsiteX13" fmla="*/ 653390 w 989464"/>
                  <a:gd name="connsiteY13" fmla="*/ 328890 h 1437509"/>
                  <a:gd name="connsiteX14" fmla="*/ 498804 w 989464"/>
                  <a:gd name="connsiteY14" fmla="*/ 264457 h 1437509"/>
                  <a:gd name="connsiteX15" fmla="*/ 438937 w 989464"/>
                  <a:gd name="connsiteY15" fmla="*/ 310793 h 1437509"/>
                  <a:gd name="connsiteX16" fmla="*/ 462335 w 989464"/>
                  <a:gd name="connsiteY16" fmla="*/ 347737 h 1437509"/>
                  <a:gd name="connsiteX17" fmla="*/ 673239 w 989464"/>
                  <a:gd name="connsiteY17" fmla="*/ 495297 h 1437509"/>
                  <a:gd name="connsiteX18" fmla="*/ 681629 w 989464"/>
                  <a:gd name="connsiteY18" fmla="*/ 455876 h 1437509"/>
                  <a:gd name="connsiteX19" fmla="*/ 678403 w 989464"/>
                  <a:gd name="connsiteY19" fmla="*/ 499227 h 1437509"/>
                  <a:gd name="connsiteX20" fmla="*/ 694055 w 989464"/>
                  <a:gd name="connsiteY20" fmla="*/ 517461 h 1437509"/>
                  <a:gd name="connsiteX21" fmla="*/ 680097 w 989464"/>
                  <a:gd name="connsiteY21" fmla="*/ 518921 h 1437509"/>
                  <a:gd name="connsiteX22" fmla="*/ 676546 w 989464"/>
                  <a:gd name="connsiteY22" fmla="*/ 515129 h 1437509"/>
                  <a:gd name="connsiteX23" fmla="*/ 607079 w 989464"/>
                  <a:gd name="connsiteY23" fmla="*/ 980900 h 1437509"/>
                  <a:gd name="connsiteX24" fmla="*/ 539226 w 989464"/>
                  <a:gd name="connsiteY24" fmla="*/ 985515 h 1437509"/>
                  <a:gd name="connsiteX25" fmla="*/ 200118 w 989464"/>
                  <a:gd name="connsiteY25" fmla="*/ 1022371 h 1437509"/>
                  <a:gd name="connsiteX26" fmla="*/ 912 w 989464"/>
                  <a:gd name="connsiteY26" fmla="*/ 1218534 h 1437509"/>
                  <a:gd name="connsiteX27" fmla="*/ 16161 w 989464"/>
                  <a:gd name="connsiteY27" fmla="*/ 1289301 h 1437509"/>
                  <a:gd name="connsiteX28" fmla="*/ 51178 w 989464"/>
                  <a:gd name="connsiteY28" fmla="*/ 1317927 h 1437509"/>
                  <a:gd name="connsiteX29" fmla="*/ 703495 w 989464"/>
                  <a:gd name="connsiteY29" fmla="*/ 1411801 h 1437509"/>
                  <a:gd name="connsiteX30" fmla="*/ 899391 w 989464"/>
                  <a:gd name="connsiteY30" fmla="*/ 1305534 h 1437509"/>
                  <a:gd name="connsiteX31" fmla="*/ 960791 w 989464"/>
                  <a:gd name="connsiteY31" fmla="*/ 1152730 h 1437509"/>
                  <a:gd name="connsiteX32" fmla="*/ 983947 w 989464"/>
                  <a:gd name="connsiteY32" fmla="*/ 671855 h 1437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989464" h="1437509">
                    <a:moveTo>
                      <a:pt x="983947" y="671855"/>
                    </a:moveTo>
                    <a:cubicBezTo>
                      <a:pt x="975475" y="577473"/>
                      <a:pt x="974910" y="482509"/>
                      <a:pt x="966519" y="388119"/>
                    </a:cubicBezTo>
                    <a:cubicBezTo>
                      <a:pt x="965632" y="377719"/>
                      <a:pt x="962162" y="341065"/>
                      <a:pt x="971441" y="295302"/>
                    </a:cubicBezTo>
                    <a:cubicBezTo>
                      <a:pt x="972490" y="290050"/>
                      <a:pt x="973458" y="285854"/>
                      <a:pt x="974022" y="283522"/>
                    </a:cubicBezTo>
                    <a:cubicBezTo>
                      <a:pt x="975313" y="233451"/>
                      <a:pt x="974587" y="185905"/>
                      <a:pt x="972732" y="147936"/>
                    </a:cubicBezTo>
                    <a:cubicBezTo>
                      <a:pt x="969504" y="80671"/>
                      <a:pt x="951270" y="38555"/>
                      <a:pt x="934408" y="13471"/>
                    </a:cubicBezTo>
                    <a:cubicBezTo>
                      <a:pt x="898907" y="44670"/>
                      <a:pt x="875913" y="186308"/>
                      <a:pt x="872362" y="200920"/>
                    </a:cubicBezTo>
                    <a:cubicBezTo>
                      <a:pt x="877123" y="161240"/>
                      <a:pt x="921499" y="23701"/>
                      <a:pt x="863568" y="4362"/>
                    </a:cubicBezTo>
                    <a:cubicBezTo>
                      <a:pt x="833716" y="-5619"/>
                      <a:pt x="804429" y="91095"/>
                      <a:pt x="797893" y="109894"/>
                    </a:cubicBezTo>
                    <a:cubicBezTo>
                      <a:pt x="792245" y="82583"/>
                      <a:pt x="793778" y="23007"/>
                      <a:pt x="768847" y="5548"/>
                    </a:cubicBezTo>
                    <a:cubicBezTo>
                      <a:pt x="727861" y="-23071"/>
                      <a:pt x="702688" y="65140"/>
                      <a:pt x="688891" y="130476"/>
                    </a:cubicBezTo>
                    <a:cubicBezTo>
                      <a:pt x="696717" y="72950"/>
                      <a:pt x="699138" y="-2238"/>
                      <a:pt x="666703" y="3127"/>
                    </a:cubicBezTo>
                    <a:cubicBezTo>
                      <a:pt x="601189" y="13971"/>
                      <a:pt x="651051" y="268217"/>
                      <a:pt x="653552" y="303015"/>
                    </a:cubicBezTo>
                    <a:cubicBezTo>
                      <a:pt x="656054" y="337814"/>
                      <a:pt x="654279" y="308114"/>
                      <a:pt x="653390" y="328890"/>
                    </a:cubicBezTo>
                    <a:cubicBezTo>
                      <a:pt x="624023" y="300062"/>
                      <a:pt x="528092" y="256486"/>
                      <a:pt x="498804" y="264457"/>
                    </a:cubicBezTo>
                    <a:cubicBezTo>
                      <a:pt x="471695" y="271848"/>
                      <a:pt x="440309" y="288299"/>
                      <a:pt x="438937" y="310793"/>
                    </a:cubicBezTo>
                    <a:cubicBezTo>
                      <a:pt x="437888" y="327527"/>
                      <a:pt x="454348" y="341283"/>
                      <a:pt x="462335" y="347737"/>
                    </a:cubicBezTo>
                    <a:cubicBezTo>
                      <a:pt x="535837" y="407096"/>
                      <a:pt x="631607" y="464009"/>
                      <a:pt x="673239" y="495297"/>
                    </a:cubicBezTo>
                    <a:cubicBezTo>
                      <a:pt x="674046" y="477120"/>
                      <a:pt x="680501" y="455699"/>
                      <a:pt x="681629" y="455876"/>
                    </a:cubicBezTo>
                    <a:cubicBezTo>
                      <a:pt x="682678" y="456029"/>
                      <a:pt x="681388" y="472263"/>
                      <a:pt x="678403" y="499227"/>
                    </a:cubicBezTo>
                    <a:cubicBezTo>
                      <a:pt x="689375" y="507860"/>
                      <a:pt x="695265" y="514153"/>
                      <a:pt x="694055" y="517461"/>
                    </a:cubicBezTo>
                    <a:cubicBezTo>
                      <a:pt x="692844" y="520664"/>
                      <a:pt x="684776" y="521713"/>
                      <a:pt x="680097" y="518921"/>
                    </a:cubicBezTo>
                    <a:cubicBezTo>
                      <a:pt x="678644" y="518058"/>
                      <a:pt x="677514" y="516702"/>
                      <a:pt x="676546" y="515129"/>
                    </a:cubicBezTo>
                    <a:cubicBezTo>
                      <a:pt x="663960" y="623849"/>
                      <a:pt x="631687" y="855560"/>
                      <a:pt x="607079" y="980900"/>
                    </a:cubicBezTo>
                    <a:cubicBezTo>
                      <a:pt x="587151" y="982207"/>
                      <a:pt x="564882" y="983765"/>
                      <a:pt x="539226" y="985515"/>
                    </a:cubicBezTo>
                    <a:cubicBezTo>
                      <a:pt x="267972" y="1004064"/>
                      <a:pt x="251351" y="1000676"/>
                      <a:pt x="200118" y="1022371"/>
                    </a:cubicBezTo>
                    <a:cubicBezTo>
                      <a:pt x="80788" y="1072902"/>
                      <a:pt x="7367" y="1161201"/>
                      <a:pt x="912" y="1218534"/>
                    </a:cubicBezTo>
                    <a:cubicBezTo>
                      <a:pt x="-1831" y="1243102"/>
                      <a:pt x="1155" y="1269590"/>
                      <a:pt x="16161" y="1289301"/>
                    </a:cubicBezTo>
                    <a:cubicBezTo>
                      <a:pt x="25279" y="1301346"/>
                      <a:pt x="38268" y="1309939"/>
                      <a:pt x="51178" y="1317927"/>
                    </a:cubicBezTo>
                    <a:cubicBezTo>
                      <a:pt x="247962" y="1439781"/>
                      <a:pt x="480569" y="1463453"/>
                      <a:pt x="703495" y="1411801"/>
                    </a:cubicBezTo>
                    <a:cubicBezTo>
                      <a:pt x="777722" y="1394599"/>
                      <a:pt x="853402" y="1369943"/>
                      <a:pt x="899391" y="1305534"/>
                    </a:cubicBezTo>
                    <a:cubicBezTo>
                      <a:pt x="937877" y="1251719"/>
                      <a:pt x="952723" y="1199420"/>
                      <a:pt x="960791" y="1152730"/>
                    </a:cubicBezTo>
                    <a:cubicBezTo>
                      <a:pt x="1006376" y="888083"/>
                      <a:pt x="983947" y="671855"/>
                      <a:pt x="983947" y="671855"/>
                    </a:cubicBezTo>
                    <a:close/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F9CF3B84-51B7-1D9B-C0E9-C2C2EFAF13EB}"/>
                  </a:ext>
                </a:extLst>
              </p:cNvPr>
              <p:cNvGrpSpPr/>
              <p:nvPr/>
            </p:nvGrpSpPr>
            <p:grpSpPr>
              <a:xfrm>
                <a:off x="9425618" y="1823434"/>
                <a:ext cx="761150" cy="377943"/>
                <a:chOff x="9425618" y="1823434"/>
                <a:chExt cx="761150" cy="377943"/>
              </a:xfrm>
              <a:solidFill>
                <a:srgbClr val="003C58"/>
              </a:solidFill>
            </p:grpSpPr>
            <p:sp>
              <p:nvSpPr>
                <p:cNvPr id="124" name="任意多边形 123">
                  <a:extLst>
                    <a:ext uri="{FF2B5EF4-FFF2-40B4-BE49-F238E27FC236}">
                      <a16:creationId xmlns:a16="http://schemas.microsoft.com/office/drawing/2014/main" id="{A4EFD8C7-C7B4-9C7E-BF86-5297F54DCDF1}"/>
                    </a:ext>
                  </a:extLst>
                </p:cNvPr>
                <p:cNvSpPr/>
                <p:nvPr/>
              </p:nvSpPr>
              <p:spPr>
                <a:xfrm>
                  <a:off x="9425618" y="2051243"/>
                  <a:ext cx="249398" cy="150135"/>
                </a:xfrm>
                <a:custGeom>
                  <a:avLst/>
                  <a:gdLst>
                    <a:gd name="connsiteX0" fmla="*/ 1917 w 249398"/>
                    <a:gd name="connsiteY0" fmla="*/ 65152 h 150135"/>
                    <a:gd name="connsiteX1" fmla="*/ 249369 w 249398"/>
                    <a:gd name="connsiteY1" fmla="*/ 101499 h 150135"/>
                    <a:gd name="connsiteX2" fmla="*/ 1917 w 249398"/>
                    <a:gd name="connsiteY2" fmla="*/ 65152 h 15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9398" h="150135">
                      <a:moveTo>
                        <a:pt x="1917" y="65152"/>
                      </a:moveTo>
                      <a:cubicBezTo>
                        <a:pt x="-25353" y="83580"/>
                        <a:pt x="247272" y="221684"/>
                        <a:pt x="249369" y="101499"/>
                      </a:cubicBezTo>
                      <a:cubicBezTo>
                        <a:pt x="251387" y="-18693"/>
                        <a:pt x="148275" y="-33838"/>
                        <a:pt x="1917" y="65152"/>
                      </a:cubicBezTo>
                      <a:close/>
                    </a:path>
                  </a:pathLst>
                </a:custGeom>
                <a:solidFill>
                  <a:srgbClr val="003C5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5" name="任意多边形 124">
                  <a:extLst>
                    <a:ext uri="{FF2B5EF4-FFF2-40B4-BE49-F238E27FC236}">
                      <a16:creationId xmlns:a16="http://schemas.microsoft.com/office/drawing/2014/main" id="{14A1914D-5DCD-59D9-ABD8-CB4CDBB6E035}"/>
                    </a:ext>
                  </a:extLst>
                </p:cNvPr>
                <p:cNvSpPr/>
                <p:nvPr/>
              </p:nvSpPr>
              <p:spPr>
                <a:xfrm>
                  <a:off x="9618782" y="2027232"/>
                  <a:ext cx="249469" cy="150135"/>
                </a:xfrm>
                <a:custGeom>
                  <a:avLst/>
                  <a:gdLst>
                    <a:gd name="connsiteX0" fmla="*/ 1906 w 249469"/>
                    <a:gd name="connsiteY0" fmla="*/ 65152 h 150135"/>
                    <a:gd name="connsiteX1" fmla="*/ 249440 w 249469"/>
                    <a:gd name="connsiteY1" fmla="*/ 101499 h 150135"/>
                    <a:gd name="connsiteX2" fmla="*/ 1906 w 249469"/>
                    <a:gd name="connsiteY2" fmla="*/ 65152 h 15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9469" h="150135">
                      <a:moveTo>
                        <a:pt x="1906" y="65152"/>
                      </a:moveTo>
                      <a:cubicBezTo>
                        <a:pt x="-25284" y="83579"/>
                        <a:pt x="247342" y="221683"/>
                        <a:pt x="249440" y="101499"/>
                      </a:cubicBezTo>
                      <a:cubicBezTo>
                        <a:pt x="251457" y="-18693"/>
                        <a:pt x="148345" y="-33838"/>
                        <a:pt x="1906" y="65152"/>
                      </a:cubicBezTo>
                      <a:close/>
                    </a:path>
                  </a:pathLst>
                </a:custGeom>
                <a:solidFill>
                  <a:srgbClr val="003C5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6" name="任意多边形 125">
                  <a:extLst>
                    <a:ext uri="{FF2B5EF4-FFF2-40B4-BE49-F238E27FC236}">
                      <a16:creationId xmlns:a16="http://schemas.microsoft.com/office/drawing/2014/main" id="{488A9C0C-2FFD-C595-94F0-DAABFD3BD1D9}"/>
                    </a:ext>
                  </a:extLst>
                </p:cNvPr>
                <p:cNvSpPr/>
                <p:nvPr/>
              </p:nvSpPr>
              <p:spPr>
                <a:xfrm>
                  <a:off x="9785413" y="1962151"/>
                  <a:ext cx="252170" cy="147621"/>
                </a:xfrm>
                <a:custGeom>
                  <a:avLst/>
                  <a:gdLst>
                    <a:gd name="connsiteX0" fmla="*/ 1239 w 252170"/>
                    <a:gd name="connsiteY0" fmla="*/ 101154 h 147621"/>
                    <a:gd name="connsiteX1" fmla="*/ 250789 w 252170"/>
                    <a:gd name="connsiteY1" fmla="*/ 83686 h 147621"/>
                    <a:gd name="connsiteX2" fmla="*/ 1239 w 252170"/>
                    <a:gd name="connsiteY2" fmla="*/ 101154 h 1476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2170" h="147621">
                      <a:moveTo>
                        <a:pt x="1239" y="101154"/>
                      </a:moveTo>
                      <a:cubicBezTo>
                        <a:pt x="-21433" y="124988"/>
                        <a:pt x="274752" y="201499"/>
                        <a:pt x="250789" y="83686"/>
                      </a:cubicBezTo>
                      <a:cubicBezTo>
                        <a:pt x="226746" y="-34134"/>
                        <a:pt x="122747" y="-26857"/>
                        <a:pt x="1239" y="101154"/>
                      </a:cubicBezTo>
                      <a:close/>
                    </a:path>
                  </a:pathLst>
                </a:custGeom>
                <a:solidFill>
                  <a:srgbClr val="003C5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27" name="任意多边形 126">
                  <a:extLst>
                    <a:ext uri="{FF2B5EF4-FFF2-40B4-BE49-F238E27FC236}">
                      <a16:creationId xmlns:a16="http://schemas.microsoft.com/office/drawing/2014/main" id="{E909103C-5A1D-0F5D-504E-9C941E19BA68}"/>
                    </a:ext>
                  </a:extLst>
                </p:cNvPr>
                <p:cNvSpPr/>
                <p:nvPr/>
              </p:nvSpPr>
              <p:spPr>
                <a:xfrm>
                  <a:off x="9949800" y="1823434"/>
                  <a:ext cx="236968" cy="169062"/>
                </a:xfrm>
                <a:custGeom>
                  <a:avLst/>
                  <a:gdLst>
                    <a:gd name="connsiteX0" fmla="*/ 395 w 236968"/>
                    <a:gd name="connsiteY0" fmla="*/ 158051 h 169062"/>
                    <a:gd name="connsiteX1" fmla="*/ 228162 w 236968"/>
                    <a:gd name="connsiteY1" fmla="*/ 55076 h 169062"/>
                    <a:gd name="connsiteX2" fmla="*/ 395 w 236968"/>
                    <a:gd name="connsiteY2" fmla="*/ 158051 h 169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6968" h="169062">
                      <a:moveTo>
                        <a:pt x="395" y="158051"/>
                      </a:moveTo>
                      <a:cubicBezTo>
                        <a:pt x="-12433" y="188235"/>
                        <a:pt x="291981" y="157148"/>
                        <a:pt x="228162" y="55076"/>
                      </a:cubicBezTo>
                      <a:cubicBezTo>
                        <a:pt x="164342" y="-46995"/>
                        <a:pt x="69459" y="-4088"/>
                        <a:pt x="395" y="158051"/>
                      </a:cubicBezTo>
                      <a:close/>
                    </a:path>
                  </a:pathLst>
                </a:custGeom>
                <a:solidFill>
                  <a:srgbClr val="003C5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0" name="任意多边形 59">
                <a:extLst>
                  <a:ext uri="{FF2B5EF4-FFF2-40B4-BE49-F238E27FC236}">
                    <a16:creationId xmlns:a16="http://schemas.microsoft.com/office/drawing/2014/main" id="{04E3522A-0A69-E6AC-DD42-9A95C6FFAF06}"/>
                  </a:ext>
                </a:extLst>
              </p:cNvPr>
              <p:cNvSpPr/>
              <p:nvPr/>
            </p:nvSpPr>
            <p:spPr>
              <a:xfrm>
                <a:off x="7877494" y="2753514"/>
                <a:ext cx="247755" cy="436221"/>
              </a:xfrm>
              <a:custGeom>
                <a:avLst/>
                <a:gdLst>
                  <a:gd name="connsiteX0" fmla="*/ 5015 w 247755"/>
                  <a:gd name="connsiteY0" fmla="*/ 205486 h 436221"/>
                  <a:gd name="connsiteX1" fmla="*/ 3385 w 247755"/>
                  <a:gd name="connsiteY1" fmla="*/ 204913 h 436221"/>
                  <a:gd name="connsiteX2" fmla="*/ 142159 w 247755"/>
                  <a:gd name="connsiteY2" fmla="*/ 436222 h 436221"/>
                  <a:gd name="connsiteX3" fmla="*/ 247756 w 247755"/>
                  <a:gd name="connsiteY3" fmla="*/ 312883 h 436221"/>
                  <a:gd name="connsiteX4" fmla="*/ 220856 w 247755"/>
                  <a:gd name="connsiteY4" fmla="*/ 300845 h 436221"/>
                  <a:gd name="connsiteX5" fmla="*/ 221502 w 247755"/>
                  <a:gd name="connsiteY5" fmla="*/ 298489 h 436221"/>
                  <a:gd name="connsiteX6" fmla="*/ 95476 w 247755"/>
                  <a:gd name="connsiteY6" fmla="*/ 32116 h 436221"/>
                  <a:gd name="connsiteX7" fmla="*/ 5346 w 247755"/>
                  <a:gd name="connsiteY7" fmla="*/ 46849 h 436221"/>
                  <a:gd name="connsiteX8" fmla="*/ 30285 w 247755"/>
                  <a:gd name="connsiteY8" fmla="*/ 211667 h 436221"/>
                  <a:gd name="connsiteX9" fmla="*/ 5015 w 247755"/>
                  <a:gd name="connsiteY9" fmla="*/ 205486 h 436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7755" h="436221">
                    <a:moveTo>
                      <a:pt x="5015" y="205486"/>
                    </a:moveTo>
                    <a:cubicBezTo>
                      <a:pt x="4547" y="205333"/>
                      <a:pt x="3934" y="205107"/>
                      <a:pt x="3385" y="204913"/>
                    </a:cubicBezTo>
                    <a:cubicBezTo>
                      <a:pt x="55716" y="278488"/>
                      <a:pt x="100567" y="356394"/>
                      <a:pt x="142159" y="436222"/>
                    </a:cubicBezTo>
                    <a:cubicBezTo>
                      <a:pt x="174149" y="392217"/>
                      <a:pt x="209448" y="350553"/>
                      <a:pt x="247756" y="312883"/>
                    </a:cubicBezTo>
                    <a:cubicBezTo>
                      <a:pt x="236977" y="312277"/>
                      <a:pt x="218048" y="305912"/>
                      <a:pt x="220856" y="300845"/>
                    </a:cubicBezTo>
                    <a:cubicBezTo>
                      <a:pt x="223890" y="295366"/>
                      <a:pt x="221502" y="298489"/>
                      <a:pt x="221502" y="298489"/>
                    </a:cubicBezTo>
                    <a:cubicBezTo>
                      <a:pt x="161668" y="236759"/>
                      <a:pt x="122464" y="94040"/>
                      <a:pt x="95476" y="32116"/>
                    </a:cubicBezTo>
                    <a:cubicBezTo>
                      <a:pt x="68488" y="-29808"/>
                      <a:pt x="25976" y="10574"/>
                      <a:pt x="5346" y="46849"/>
                    </a:cubicBezTo>
                    <a:cubicBezTo>
                      <a:pt x="-9597" y="73111"/>
                      <a:pt x="9388" y="176247"/>
                      <a:pt x="30285" y="211667"/>
                    </a:cubicBezTo>
                    <a:cubicBezTo>
                      <a:pt x="9824" y="207390"/>
                      <a:pt x="38329" y="216419"/>
                      <a:pt x="5015" y="205486"/>
                    </a:cubicBezTo>
                    <a:close/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 60">
                <a:extLst>
                  <a:ext uri="{FF2B5EF4-FFF2-40B4-BE49-F238E27FC236}">
                    <a16:creationId xmlns:a16="http://schemas.microsoft.com/office/drawing/2014/main" id="{FFF87A34-3BCB-9898-AB15-86276CFEFF7C}"/>
                  </a:ext>
                </a:extLst>
              </p:cNvPr>
              <p:cNvSpPr/>
              <p:nvPr/>
            </p:nvSpPr>
            <p:spPr>
              <a:xfrm>
                <a:off x="7914622" y="2700091"/>
                <a:ext cx="1339042" cy="753173"/>
              </a:xfrm>
              <a:custGeom>
                <a:avLst/>
                <a:gdLst>
                  <a:gd name="connsiteX0" fmla="*/ 1326698 w 1339042"/>
                  <a:gd name="connsiteY0" fmla="*/ 0 h 753173"/>
                  <a:gd name="connsiteX1" fmla="*/ 1075857 w 1339042"/>
                  <a:gd name="connsiteY1" fmla="*/ 6156 h 753173"/>
                  <a:gd name="connsiteX2" fmla="*/ 540158 w 1339042"/>
                  <a:gd name="connsiteY2" fmla="*/ 295612 h 753173"/>
                  <a:gd name="connsiteX3" fmla="*/ 63293 w 1339042"/>
                  <a:gd name="connsiteY3" fmla="*/ 307932 h 753173"/>
                  <a:gd name="connsiteX4" fmla="*/ 18531 w 1339042"/>
                  <a:gd name="connsiteY4" fmla="*/ 344933 h 753173"/>
                  <a:gd name="connsiteX5" fmla="*/ 7558 w 1339042"/>
                  <a:gd name="connsiteY5" fmla="*/ 464980 h 753173"/>
                  <a:gd name="connsiteX6" fmla="*/ 63293 w 1339042"/>
                  <a:gd name="connsiteY6" fmla="*/ 541960 h 753173"/>
                  <a:gd name="connsiteX7" fmla="*/ 115930 w 1339042"/>
                  <a:gd name="connsiteY7" fmla="*/ 615865 h 753173"/>
                  <a:gd name="connsiteX8" fmla="*/ 472030 w 1339042"/>
                  <a:gd name="connsiteY8" fmla="*/ 751354 h 753173"/>
                  <a:gd name="connsiteX9" fmla="*/ 933412 w 1339042"/>
                  <a:gd name="connsiteY9" fmla="*/ 628185 h 753173"/>
                  <a:gd name="connsiteX10" fmla="*/ 1339042 w 1339042"/>
                  <a:gd name="connsiteY10" fmla="*/ 351049 h 753173"/>
                  <a:gd name="connsiteX11" fmla="*/ 1326698 w 1339042"/>
                  <a:gd name="connsiteY11" fmla="*/ 0 h 7531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39042" h="753173">
                    <a:moveTo>
                      <a:pt x="1326698" y="0"/>
                    </a:moveTo>
                    <a:cubicBezTo>
                      <a:pt x="1243030" y="2049"/>
                      <a:pt x="1159443" y="4107"/>
                      <a:pt x="1075857" y="6156"/>
                    </a:cubicBezTo>
                    <a:cubicBezTo>
                      <a:pt x="897290" y="102644"/>
                      <a:pt x="718724" y="199124"/>
                      <a:pt x="540158" y="295612"/>
                    </a:cubicBezTo>
                    <a:lnTo>
                      <a:pt x="63293" y="307932"/>
                    </a:lnTo>
                    <a:cubicBezTo>
                      <a:pt x="63293" y="307932"/>
                      <a:pt x="44373" y="322729"/>
                      <a:pt x="18531" y="344933"/>
                    </a:cubicBezTo>
                    <a:cubicBezTo>
                      <a:pt x="-6787" y="403751"/>
                      <a:pt x="-1656" y="441478"/>
                      <a:pt x="7558" y="464980"/>
                    </a:cubicBezTo>
                    <a:cubicBezTo>
                      <a:pt x="16360" y="487426"/>
                      <a:pt x="29237" y="497786"/>
                      <a:pt x="63293" y="541960"/>
                    </a:cubicBezTo>
                    <a:cubicBezTo>
                      <a:pt x="87086" y="572828"/>
                      <a:pt x="104869" y="598994"/>
                      <a:pt x="115930" y="615865"/>
                    </a:cubicBezTo>
                    <a:cubicBezTo>
                      <a:pt x="181533" y="663499"/>
                      <a:pt x="305517" y="738623"/>
                      <a:pt x="472030" y="751354"/>
                    </a:cubicBezTo>
                    <a:cubicBezTo>
                      <a:pt x="647893" y="764804"/>
                      <a:pt x="779849" y="701662"/>
                      <a:pt x="933412" y="628185"/>
                    </a:cubicBezTo>
                    <a:cubicBezTo>
                      <a:pt x="1036782" y="578718"/>
                      <a:pt x="1185181" y="494018"/>
                      <a:pt x="1339042" y="351049"/>
                    </a:cubicBezTo>
                    <a:cubicBezTo>
                      <a:pt x="1334928" y="234027"/>
                      <a:pt x="1330813" y="117014"/>
                      <a:pt x="1326698" y="0"/>
                    </a:cubicBezTo>
                    <a:close/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 61">
                <a:extLst>
                  <a:ext uri="{FF2B5EF4-FFF2-40B4-BE49-F238E27FC236}">
                    <a16:creationId xmlns:a16="http://schemas.microsoft.com/office/drawing/2014/main" id="{36855D2B-4FD8-4193-923B-A8E6229D0D6C}"/>
                  </a:ext>
                </a:extLst>
              </p:cNvPr>
              <p:cNvSpPr/>
              <p:nvPr/>
            </p:nvSpPr>
            <p:spPr>
              <a:xfrm>
                <a:off x="9548478" y="3152372"/>
                <a:ext cx="863094" cy="442876"/>
              </a:xfrm>
              <a:custGeom>
                <a:avLst/>
                <a:gdLst>
                  <a:gd name="connsiteX0" fmla="*/ 702259 w 863094"/>
                  <a:gd name="connsiteY0" fmla="*/ 77358 h 442876"/>
                  <a:gd name="connsiteX1" fmla="*/ 654576 w 863094"/>
                  <a:gd name="connsiteY1" fmla="*/ 0 h 442876"/>
                  <a:gd name="connsiteX2" fmla="*/ 483690 w 863094"/>
                  <a:gd name="connsiteY2" fmla="*/ 96327 h 442876"/>
                  <a:gd name="connsiteX3" fmla="*/ 68902 w 863094"/>
                  <a:gd name="connsiteY3" fmla="*/ 331371 h 442876"/>
                  <a:gd name="connsiteX4" fmla="*/ 0 w 863094"/>
                  <a:gd name="connsiteY4" fmla="*/ 367524 h 442876"/>
                  <a:gd name="connsiteX5" fmla="*/ 250196 w 863094"/>
                  <a:gd name="connsiteY5" fmla="*/ 416087 h 442876"/>
                  <a:gd name="connsiteX6" fmla="*/ 733241 w 863094"/>
                  <a:gd name="connsiteY6" fmla="*/ 372978 h 442876"/>
                  <a:gd name="connsiteX7" fmla="*/ 857088 w 863094"/>
                  <a:gd name="connsiteY7" fmla="*/ 157428 h 442876"/>
                  <a:gd name="connsiteX8" fmla="*/ 702259 w 863094"/>
                  <a:gd name="connsiteY8" fmla="*/ 77358 h 442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3094" h="442876">
                    <a:moveTo>
                      <a:pt x="702259" y="77358"/>
                    </a:moveTo>
                    <a:cubicBezTo>
                      <a:pt x="691851" y="68653"/>
                      <a:pt x="675069" y="40204"/>
                      <a:pt x="654576" y="0"/>
                    </a:cubicBezTo>
                    <a:cubicBezTo>
                      <a:pt x="597452" y="31870"/>
                      <a:pt x="540491" y="63941"/>
                      <a:pt x="483690" y="96327"/>
                    </a:cubicBezTo>
                    <a:cubicBezTo>
                      <a:pt x="345643" y="175032"/>
                      <a:pt x="209613" y="257369"/>
                      <a:pt x="68902" y="331371"/>
                    </a:cubicBezTo>
                    <a:cubicBezTo>
                      <a:pt x="45989" y="343457"/>
                      <a:pt x="22994" y="355479"/>
                      <a:pt x="0" y="367524"/>
                    </a:cubicBezTo>
                    <a:cubicBezTo>
                      <a:pt x="102063" y="388050"/>
                      <a:pt x="194444" y="406647"/>
                      <a:pt x="250196" y="416087"/>
                    </a:cubicBezTo>
                    <a:cubicBezTo>
                      <a:pt x="422291" y="445246"/>
                      <a:pt x="596162" y="472218"/>
                      <a:pt x="733241" y="372978"/>
                    </a:cubicBezTo>
                    <a:cubicBezTo>
                      <a:pt x="789880" y="332000"/>
                      <a:pt x="888393" y="234560"/>
                      <a:pt x="857088" y="157428"/>
                    </a:cubicBezTo>
                    <a:cubicBezTo>
                      <a:pt x="829092" y="88484"/>
                      <a:pt x="714684" y="78318"/>
                      <a:pt x="702259" y="77358"/>
                    </a:cubicBezTo>
                    <a:close/>
                  </a:path>
                </a:pathLst>
              </a:custGeom>
              <a:solidFill>
                <a:srgbClr val="C6E1D2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 62">
                <a:extLst>
                  <a:ext uri="{FF2B5EF4-FFF2-40B4-BE49-F238E27FC236}">
                    <a16:creationId xmlns:a16="http://schemas.microsoft.com/office/drawing/2014/main" id="{A6A5E7E0-5605-5767-6D6F-3E5F71477CC1}"/>
                  </a:ext>
                </a:extLst>
              </p:cNvPr>
              <p:cNvSpPr/>
              <p:nvPr/>
            </p:nvSpPr>
            <p:spPr>
              <a:xfrm>
                <a:off x="9548478" y="3152372"/>
                <a:ext cx="863094" cy="442876"/>
              </a:xfrm>
              <a:custGeom>
                <a:avLst/>
                <a:gdLst>
                  <a:gd name="connsiteX0" fmla="*/ 702259 w 863094"/>
                  <a:gd name="connsiteY0" fmla="*/ 77358 h 442876"/>
                  <a:gd name="connsiteX1" fmla="*/ 654576 w 863094"/>
                  <a:gd name="connsiteY1" fmla="*/ 0 h 442876"/>
                  <a:gd name="connsiteX2" fmla="*/ 483690 w 863094"/>
                  <a:gd name="connsiteY2" fmla="*/ 96327 h 442876"/>
                  <a:gd name="connsiteX3" fmla="*/ 68902 w 863094"/>
                  <a:gd name="connsiteY3" fmla="*/ 331371 h 442876"/>
                  <a:gd name="connsiteX4" fmla="*/ 0 w 863094"/>
                  <a:gd name="connsiteY4" fmla="*/ 367524 h 442876"/>
                  <a:gd name="connsiteX5" fmla="*/ 250196 w 863094"/>
                  <a:gd name="connsiteY5" fmla="*/ 416087 h 442876"/>
                  <a:gd name="connsiteX6" fmla="*/ 733241 w 863094"/>
                  <a:gd name="connsiteY6" fmla="*/ 372978 h 442876"/>
                  <a:gd name="connsiteX7" fmla="*/ 857088 w 863094"/>
                  <a:gd name="connsiteY7" fmla="*/ 157428 h 442876"/>
                  <a:gd name="connsiteX8" fmla="*/ 702259 w 863094"/>
                  <a:gd name="connsiteY8" fmla="*/ 77358 h 442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3094" h="442876">
                    <a:moveTo>
                      <a:pt x="702259" y="77358"/>
                    </a:moveTo>
                    <a:cubicBezTo>
                      <a:pt x="691851" y="68653"/>
                      <a:pt x="675069" y="40204"/>
                      <a:pt x="654576" y="0"/>
                    </a:cubicBezTo>
                    <a:cubicBezTo>
                      <a:pt x="597452" y="31870"/>
                      <a:pt x="540491" y="63941"/>
                      <a:pt x="483690" y="96327"/>
                    </a:cubicBezTo>
                    <a:cubicBezTo>
                      <a:pt x="345643" y="175032"/>
                      <a:pt x="209613" y="257369"/>
                      <a:pt x="68902" y="331371"/>
                    </a:cubicBezTo>
                    <a:cubicBezTo>
                      <a:pt x="45989" y="343457"/>
                      <a:pt x="22994" y="355479"/>
                      <a:pt x="0" y="367524"/>
                    </a:cubicBezTo>
                    <a:cubicBezTo>
                      <a:pt x="102063" y="388050"/>
                      <a:pt x="194444" y="406647"/>
                      <a:pt x="250196" y="416087"/>
                    </a:cubicBezTo>
                    <a:cubicBezTo>
                      <a:pt x="422291" y="445246"/>
                      <a:pt x="596162" y="472218"/>
                      <a:pt x="733241" y="372978"/>
                    </a:cubicBezTo>
                    <a:cubicBezTo>
                      <a:pt x="789880" y="332000"/>
                      <a:pt x="888393" y="234560"/>
                      <a:pt x="857088" y="157428"/>
                    </a:cubicBezTo>
                    <a:cubicBezTo>
                      <a:pt x="829092" y="88484"/>
                      <a:pt x="714684" y="78318"/>
                      <a:pt x="702259" y="77358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 63">
                <a:extLst>
                  <a:ext uri="{FF2B5EF4-FFF2-40B4-BE49-F238E27FC236}">
                    <a16:creationId xmlns:a16="http://schemas.microsoft.com/office/drawing/2014/main" id="{1285CFC9-17DC-68A8-3AF4-AF15FC3B4B44}"/>
                  </a:ext>
                </a:extLst>
              </p:cNvPr>
              <p:cNvSpPr/>
              <p:nvPr/>
            </p:nvSpPr>
            <p:spPr>
              <a:xfrm>
                <a:off x="9278434" y="3106561"/>
                <a:ext cx="910568" cy="483954"/>
              </a:xfrm>
              <a:custGeom>
                <a:avLst/>
                <a:gdLst>
                  <a:gd name="connsiteX0" fmla="*/ 730821 w 910568"/>
                  <a:gd name="connsiteY0" fmla="*/ 0 h 483954"/>
                  <a:gd name="connsiteX1" fmla="*/ 910420 w 910568"/>
                  <a:gd name="connsiteY1" fmla="*/ 474210 h 483954"/>
                  <a:gd name="connsiteX2" fmla="*/ 396392 w 910568"/>
                  <a:gd name="connsiteY2" fmla="*/ 431102 h 483954"/>
                  <a:gd name="connsiteX3" fmla="*/ 0 w 910568"/>
                  <a:gd name="connsiteY3" fmla="*/ 80061 h 483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0568" h="483954">
                    <a:moveTo>
                      <a:pt x="730821" y="0"/>
                    </a:moveTo>
                    <a:cubicBezTo>
                      <a:pt x="730821" y="0"/>
                      <a:pt x="916552" y="437258"/>
                      <a:pt x="910420" y="474210"/>
                    </a:cubicBezTo>
                    <a:cubicBezTo>
                      <a:pt x="904208" y="511163"/>
                      <a:pt x="396392" y="431102"/>
                      <a:pt x="396392" y="431102"/>
                    </a:cubicBezTo>
                    <a:lnTo>
                      <a:pt x="0" y="80061"/>
                    </a:lnTo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 64">
                <a:extLst>
                  <a:ext uri="{FF2B5EF4-FFF2-40B4-BE49-F238E27FC236}">
                    <a16:creationId xmlns:a16="http://schemas.microsoft.com/office/drawing/2014/main" id="{72A65196-DBAD-9177-9501-679480F54571}"/>
                  </a:ext>
                </a:extLst>
              </p:cNvPr>
              <p:cNvSpPr/>
              <p:nvPr/>
            </p:nvSpPr>
            <p:spPr>
              <a:xfrm>
                <a:off x="8813978" y="2231991"/>
                <a:ext cx="1653072" cy="1397665"/>
              </a:xfrm>
              <a:custGeom>
                <a:avLst/>
                <a:gdLst>
                  <a:gd name="connsiteX0" fmla="*/ 585076 w 1653072"/>
                  <a:gd name="connsiteY0" fmla="*/ 1358187 h 1397665"/>
                  <a:gd name="connsiteX1" fmla="*/ 1212220 w 1653072"/>
                  <a:gd name="connsiteY1" fmla="*/ 1096018 h 1397665"/>
                  <a:gd name="connsiteX2" fmla="*/ 1434661 w 1653072"/>
                  <a:gd name="connsiteY2" fmla="*/ 1050110 h 1397665"/>
                  <a:gd name="connsiteX3" fmla="*/ 1214722 w 1653072"/>
                  <a:gd name="connsiteY3" fmla="*/ 592504 h 1397665"/>
                  <a:gd name="connsiteX4" fmla="*/ 1256757 w 1653072"/>
                  <a:gd name="connsiteY4" fmla="*/ 573737 h 1397665"/>
                  <a:gd name="connsiteX5" fmla="*/ 1641128 w 1653072"/>
                  <a:gd name="connsiteY5" fmla="*/ 548161 h 1397665"/>
                  <a:gd name="connsiteX6" fmla="*/ 1634996 w 1653072"/>
                  <a:gd name="connsiteY6" fmla="*/ 258705 h 1397665"/>
                  <a:gd name="connsiteX7" fmla="*/ 1517280 w 1653072"/>
                  <a:gd name="connsiteY7" fmla="*/ 45 h 1397665"/>
                  <a:gd name="connsiteX8" fmla="*/ 897962 w 1653072"/>
                  <a:gd name="connsiteY8" fmla="*/ 80106 h 1397665"/>
                  <a:gd name="connsiteX9" fmla="*/ 0 w 1653072"/>
                  <a:gd name="connsiteY9" fmla="*/ 554317 h 1397665"/>
                  <a:gd name="connsiteX10" fmla="*/ 92897 w 1653072"/>
                  <a:gd name="connsiteY10" fmla="*/ 1139385 h 1397665"/>
                  <a:gd name="connsiteX11" fmla="*/ 295345 w 1653072"/>
                  <a:gd name="connsiteY11" fmla="*/ 997053 h 1397665"/>
                  <a:gd name="connsiteX12" fmla="*/ 308981 w 1653072"/>
                  <a:gd name="connsiteY12" fmla="*/ 1302670 h 1397665"/>
                  <a:gd name="connsiteX13" fmla="*/ 396360 w 1653072"/>
                  <a:gd name="connsiteY13" fmla="*/ 1354936 h 1397665"/>
                  <a:gd name="connsiteX14" fmla="*/ 538280 w 1653072"/>
                  <a:gd name="connsiteY14" fmla="*/ 1397665 h 1397665"/>
                  <a:gd name="connsiteX15" fmla="*/ 585076 w 1653072"/>
                  <a:gd name="connsiteY15" fmla="*/ 1358187 h 1397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53072" h="1397665">
                    <a:moveTo>
                      <a:pt x="585076" y="1358187"/>
                    </a:moveTo>
                    <a:cubicBezTo>
                      <a:pt x="763465" y="1224908"/>
                      <a:pt x="998896" y="1150906"/>
                      <a:pt x="1212220" y="1096018"/>
                    </a:cubicBezTo>
                    <a:cubicBezTo>
                      <a:pt x="1285238" y="1077235"/>
                      <a:pt x="1359627" y="1060857"/>
                      <a:pt x="1434661" y="1050110"/>
                    </a:cubicBezTo>
                    <a:cubicBezTo>
                      <a:pt x="1392142" y="994165"/>
                      <a:pt x="1290885" y="753917"/>
                      <a:pt x="1214722" y="592504"/>
                    </a:cubicBezTo>
                    <a:cubicBezTo>
                      <a:pt x="1237150" y="586412"/>
                      <a:pt x="1254659" y="577715"/>
                      <a:pt x="1256757" y="573737"/>
                    </a:cubicBezTo>
                    <a:cubicBezTo>
                      <a:pt x="1359869" y="566943"/>
                      <a:pt x="1497270" y="557786"/>
                      <a:pt x="1641128" y="548161"/>
                    </a:cubicBezTo>
                    <a:cubicBezTo>
                      <a:pt x="1652262" y="488278"/>
                      <a:pt x="1663718" y="383641"/>
                      <a:pt x="1634996" y="258705"/>
                    </a:cubicBezTo>
                    <a:cubicBezTo>
                      <a:pt x="1606918" y="136745"/>
                      <a:pt x="1552780" y="49068"/>
                      <a:pt x="1517280" y="45"/>
                    </a:cubicBezTo>
                    <a:cubicBezTo>
                      <a:pt x="1351558" y="-980"/>
                      <a:pt x="1137508" y="15197"/>
                      <a:pt x="897962" y="80106"/>
                    </a:cubicBezTo>
                    <a:cubicBezTo>
                      <a:pt x="470023" y="196079"/>
                      <a:pt x="169126" y="411065"/>
                      <a:pt x="0" y="554317"/>
                    </a:cubicBezTo>
                    <a:cubicBezTo>
                      <a:pt x="30965" y="749342"/>
                      <a:pt x="61931" y="944359"/>
                      <a:pt x="92897" y="1139385"/>
                    </a:cubicBezTo>
                    <a:cubicBezTo>
                      <a:pt x="160388" y="1091944"/>
                      <a:pt x="227895" y="1044494"/>
                      <a:pt x="295345" y="997053"/>
                    </a:cubicBezTo>
                    <a:cubicBezTo>
                      <a:pt x="296394" y="1095970"/>
                      <a:pt x="304302" y="1211176"/>
                      <a:pt x="308981" y="1302670"/>
                    </a:cubicBezTo>
                    <a:cubicBezTo>
                      <a:pt x="333993" y="1319161"/>
                      <a:pt x="363119" y="1337993"/>
                      <a:pt x="396360" y="1354936"/>
                    </a:cubicBezTo>
                    <a:cubicBezTo>
                      <a:pt x="446544" y="1380536"/>
                      <a:pt x="487773" y="1392502"/>
                      <a:pt x="538280" y="1397665"/>
                    </a:cubicBezTo>
                    <a:cubicBezTo>
                      <a:pt x="553448" y="1382900"/>
                      <a:pt x="569746" y="1369620"/>
                      <a:pt x="585076" y="135818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 65">
                <a:extLst>
                  <a:ext uri="{FF2B5EF4-FFF2-40B4-BE49-F238E27FC236}">
                    <a16:creationId xmlns:a16="http://schemas.microsoft.com/office/drawing/2014/main" id="{EB561698-1BB4-05DA-31B6-BAD2C99787FB}"/>
                  </a:ext>
                </a:extLst>
              </p:cNvPr>
              <p:cNvSpPr/>
              <p:nvPr/>
            </p:nvSpPr>
            <p:spPr>
              <a:xfrm>
                <a:off x="8813978" y="2749089"/>
                <a:ext cx="184657" cy="622294"/>
              </a:xfrm>
              <a:custGeom>
                <a:avLst/>
                <a:gdLst>
                  <a:gd name="connsiteX0" fmla="*/ 140863 w 184657"/>
                  <a:gd name="connsiteY0" fmla="*/ 334832 h 622294"/>
                  <a:gd name="connsiteX1" fmla="*/ 89573 w 184657"/>
                  <a:gd name="connsiteY1" fmla="*/ 169433 h 622294"/>
                  <a:gd name="connsiteX2" fmla="*/ 45101 w 184657"/>
                  <a:gd name="connsiteY2" fmla="*/ 0 h 622294"/>
                  <a:gd name="connsiteX3" fmla="*/ 0 w 184657"/>
                  <a:gd name="connsiteY3" fmla="*/ 37227 h 622294"/>
                  <a:gd name="connsiteX4" fmla="*/ 92897 w 184657"/>
                  <a:gd name="connsiteY4" fmla="*/ 622295 h 622294"/>
                  <a:gd name="connsiteX5" fmla="*/ 184657 w 184657"/>
                  <a:gd name="connsiteY5" fmla="*/ 557789 h 622294"/>
                  <a:gd name="connsiteX6" fmla="*/ 140863 w 184657"/>
                  <a:gd name="connsiteY6" fmla="*/ 334832 h 622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657" h="622294">
                    <a:moveTo>
                      <a:pt x="140863" y="334832"/>
                    </a:moveTo>
                    <a:cubicBezTo>
                      <a:pt x="125566" y="279201"/>
                      <a:pt x="106226" y="224668"/>
                      <a:pt x="89573" y="169433"/>
                    </a:cubicBezTo>
                    <a:cubicBezTo>
                      <a:pt x="73752" y="116933"/>
                      <a:pt x="55372" y="58745"/>
                      <a:pt x="45101" y="0"/>
                    </a:cubicBezTo>
                    <a:cubicBezTo>
                      <a:pt x="29183" y="12828"/>
                      <a:pt x="14079" y="25294"/>
                      <a:pt x="0" y="37227"/>
                    </a:cubicBezTo>
                    <a:cubicBezTo>
                      <a:pt x="30965" y="232252"/>
                      <a:pt x="61931" y="427270"/>
                      <a:pt x="92897" y="622295"/>
                    </a:cubicBezTo>
                    <a:cubicBezTo>
                      <a:pt x="123484" y="600793"/>
                      <a:pt x="154071" y="579291"/>
                      <a:pt x="184657" y="557789"/>
                    </a:cubicBezTo>
                    <a:cubicBezTo>
                      <a:pt x="171062" y="483545"/>
                      <a:pt x="160864" y="407535"/>
                      <a:pt x="140863" y="334832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 66">
                <a:extLst>
                  <a:ext uri="{FF2B5EF4-FFF2-40B4-BE49-F238E27FC236}">
                    <a16:creationId xmlns:a16="http://schemas.microsoft.com/office/drawing/2014/main" id="{997EF5E9-29A6-88D6-7BF7-044F1C808C88}"/>
                  </a:ext>
                </a:extLst>
              </p:cNvPr>
              <p:cNvSpPr/>
              <p:nvPr/>
            </p:nvSpPr>
            <p:spPr>
              <a:xfrm>
                <a:off x="10262598" y="2232006"/>
                <a:ext cx="204453" cy="552881"/>
              </a:xfrm>
              <a:custGeom>
                <a:avLst/>
                <a:gdLst>
                  <a:gd name="connsiteX0" fmla="*/ 95608 w 204453"/>
                  <a:gd name="connsiteY0" fmla="*/ 367869 h 552881"/>
                  <a:gd name="connsiteX1" fmla="*/ 121749 w 204453"/>
                  <a:gd name="connsiteY1" fmla="*/ 552882 h 552881"/>
                  <a:gd name="connsiteX2" fmla="*/ 192508 w 204453"/>
                  <a:gd name="connsiteY2" fmla="*/ 548154 h 552881"/>
                  <a:gd name="connsiteX3" fmla="*/ 186376 w 204453"/>
                  <a:gd name="connsiteY3" fmla="*/ 258698 h 552881"/>
                  <a:gd name="connsiteX4" fmla="*/ 68661 w 204453"/>
                  <a:gd name="connsiteY4" fmla="*/ 38 h 552881"/>
                  <a:gd name="connsiteX5" fmla="*/ 0 w 204453"/>
                  <a:gd name="connsiteY5" fmla="*/ 700 h 552881"/>
                  <a:gd name="connsiteX6" fmla="*/ 95608 w 204453"/>
                  <a:gd name="connsiteY6" fmla="*/ 367869 h 552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4453" h="552881">
                    <a:moveTo>
                      <a:pt x="95608" y="367869"/>
                    </a:moveTo>
                    <a:cubicBezTo>
                      <a:pt x="102628" y="429091"/>
                      <a:pt x="111664" y="490805"/>
                      <a:pt x="121749" y="552882"/>
                    </a:cubicBezTo>
                    <a:cubicBezTo>
                      <a:pt x="145147" y="551325"/>
                      <a:pt x="168625" y="549751"/>
                      <a:pt x="192508" y="548154"/>
                    </a:cubicBezTo>
                    <a:cubicBezTo>
                      <a:pt x="203642" y="488271"/>
                      <a:pt x="215098" y="383635"/>
                      <a:pt x="186376" y="258698"/>
                    </a:cubicBezTo>
                    <a:cubicBezTo>
                      <a:pt x="158299" y="136738"/>
                      <a:pt x="104160" y="49061"/>
                      <a:pt x="68661" y="38"/>
                    </a:cubicBezTo>
                    <a:cubicBezTo>
                      <a:pt x="46634" y="-99"/>
                      <a:pt x="23720" y="135"/>
                      <a:pt x="0" y="700"/>
                    </a:cubicBezTo>
                    <a:cubicBezTo>
                      <a:pt x="69064" y="102908"/>
                      <a:pt x="84797" y="274754"/>
                      <a:pt x="95608" y="367869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 67">
                <a:extLst>
                  <a:ext uri="{FF2B5EF4-FFF2-40B4-BE49-F238E27FC236}">
                    <a16:creationId xmlns:a16="http://schemas.microsoft.com/office/drawing/2014/main" id="{2E725BFC-20B8-28E8-FBC5-63912CA83CE1}"/>
                  </a:ext>
                </a:extLst>
              </p:cNvPr>
              <p:cNvSpPr/>
              <p:nvPr/>
            </p:nvSpPr>
            <p:spPr>
              <a:xfrm>
                <a:off x="9960523" y="2643993"/>
                <a:ext cx="498455" cy="177977"/>
              </a:xfrm>
              <a:custGeom>
                <a:avLst/>
                <a:gdLst>
                  <a:gd name="connsiteX0" fmla="*/ 411642 w 498455"/>
                  <a:gd name="connsiteY0" fmla="*/ 90332 h 177977"/>
                  <a:gd name="connsiteX1" fmla="*/ 0 w 498455"/>
                  <a:gd name="connsiteY1" fmla="*/ 0 h 177977"/>
                  <a:gd name="connsiteX2" fmla="*/ 9036 w 498455"/>
                  <a:gd name="connsiteY2" fmla="*/ 21687 h 177977"/>
                  <a:gd name="connsiteX3" fmla="*/ 24689 w 498455"/>
                  <a:gd name="connsiteY3" fmla="*/ 59164 h 177977"/>
                  <a:gd name="connsiteX4" fmla="*/ 47764 w 498455"/>
                  <a:gd name="connsiteY4" fmla="*/ 111866 h 177977"/>
                  <a:gd name="connsiteX5" fmla="*/ 76729 w 498455"/>
                  <a:gd name="connsiteY5" fmla="*/ 177977 h 177977"/>
                  <a:gd name="connsiteX6" fmla="*/ 110212 w 498455"/>
                  <a:gd name="connsiteY6" fmla="*/ 161728 h 177977"/>
                  <a:gd name="connsiteX7" fmla="*/ 494583 w 498455"/>
                  <a:gd name="connsiteY7" fmla="*/ 136151 h 177977"/>
                  <a:gd name="connsiteX8" fmla="*/ 498456 w 498455"/>
                  <a:gd name="connsiteY8" fmla="*/ 113028 h 177977"/>
                  <a:gd name="connsiteX9" fmla="*/ 411642 w 498455"/>
                  <a:gd name="connsiteY9" fmla="*/ 90332 h 177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8455" h="177977">
                    <a:moveTo>
                      <a:pt x="411642" y="90332"/>
                    </a:moveTo>
                    <a:cubicBezTo>
                      <a:pt x="275369" y="55985"/>
                      <a:pt x="137967" y="26786"/>
                      <a:pt x="0" y="0"/>
                    </a:cubicBezTo>
                    <a:cubicBezTo>
                      <a:pt x="2985" y="7229"/>
                      <a:pt x="6051" y="14466"/>
                      <a:pt x="9036" y="21687"/>
                    </a:cubicBezTo>
                    <a:cubicBezTo>
                      <a:pt x="10892" y="26101"/>
                      <a:pt x="21219" y="50854"/>
                      <a:pt x="24689" y="59164"/>
                    </a:cubicBezTo>
                    <a:cubicBezTo>
                      <a:pt x="32273" y="76777"/>
                      <a:pt x="39938" y="94326"/>
                      <a:pt x="47764" y="111866"/>
                    </a:cubicBezTo>
                    <a:cubicBezTo>
                      <a:pt x="57446" y="133876"/>
                      <a:pt x="67048" y="155943"/>
                      <a:pt x="76729" y="177977"/>
                    </a:cubicBezTo>
                    <a:cubicBezTo>
                      <a:pt x="94883" y="172200"/>
                      <a:pt x="108438" y="165189"/>
                      <a:pt x="110212" y="161728"/>
                    </a:cubicBezTo>
                    <a:cubicBezTo>
                      <a:pt x="213325" y="154934"/>
                      <a:pt x="350726" y="145777"/>
                      <a:pt x="494583" y="136151"/>
                    </a:cubicBezTo>
                    <a:cubicBezTo>
                      <a:pt x="495873" y="129084"/>
                      <a:pt x="497245" y="121314"/>
                      <a:pt x="498456" y="113028"/>
                    </a:cubicBezTo>
                    <a:cubicBezTo>
                      <a:pt x="469572" y="105250"/>
                      <a:pt x="440687" y="97642"/>
                      <a:pt x="411642" y="90332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 68">
                <a:extLst>
                  <a:ext uri="{FF2B5EF4-FFF2-40B4-BE49-F238E27FC236}">
                    <a16:creationId xmlns:a16="http://schemas.microsoft.com/office/drawing/2014/main" id="{1ECBDDF4-BE8E-F045-E5A3-E7A24AD2F317}"/>
                  </a:ext>
                </a:extLst>
              </p:cNvPr>
              <p:cNvSpPr/>
              <p:nvPr/>
            </p:nvSpPr>
            <p:spPr>
              <a:xfrm>
                <a:off x="8940593" y="2881271"/>
                <a:ext cx="232308" cy="684831"/>
              </a:xfrm>
              <a:custGeom>
                <a:avLst/>
                <a:gdLst>
                  <a:gd name="connsiteX0" fmla="*/ 219076 w 232308"/>
                  <a:gd name="connsiteY0" fmla="*/ 520127 h 684831"/>
                  <a:gd name="connsiteX1" fmla="*/ 176154 w 232308"/>
                  <a:gd name="connsiteY1" fmla="*/ 0 h 684831"/>
                  <a:gd name="connsiteX2" fmla="*/ 0 w 232308"/>
                  <a:gd name="connsiteY2" fmla="*/ 466408 h 684831"/>
                  <a:gd name="connsiteX3" fmla="*/ 168731 w 232308"/>
                  <a:gd name="connsiteY3" fmla="*/ 347773 h 684831"/>
                  <a:gd name="connsiteX4" fmla="*/ 182366 w 232308"/>
                  <a:gd name="connsiteY4" fmla="*/ 653390 h 684831"/>
                  <a:gd name="connsiteX5" fmla="*/ 232308 w 232308"/>
                  <a:gd name="connsiteY5" fmla="*/ 684832 h 684831"/>
                  <a:gd name="connsiteX6" fmla="*/ 219076 w 232308"/>
                  <a:gd name="connsiteY6" fmla="*/ 520127 h 68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2308" h="684831">
                    <a:moveTo>
                      <a:pt x="219076" y="520127"/>
                    </a:moveTo>
                    <a:cubicBezTo>
                      <a:pt x="207055" y="349484"/>
                      <a:pt x="183496" y="174314"/>
                      <a:pt x="176154" y="0"/>
                    </a:cubicBezTo>
                    <a:cubicBezTo>
                      <a:pt x="113141" y="156935"/>
                      <a:pt x="70952" y="317380"/>
                      <a:pt x="0" y="466408"/>
                    </a:cubicBezTo>
                    <a:cubicBezTo>
                      <a:pt x="56252" y="426866"/>
                      <a:pt x="112495" y="387316"/>
                      <a:pt x="168731" y="347773"/>
                    </a:cubicBezTo>
                    <a:cubicBezTo>
                      <a:pt x="169780" y="446690"/>
                      <a:pt x="177687" y="561896"/>
                      <a:pt x="182366" y="653390"/>
                    </a:cubicBezTo>
                    <a:cubicBezTo>
                      <a:pt x="197454" y="663330"/>
                      <a:pt x="214236" y="674117"/>
                      <a:pt x="232308" y="684832"/>
                    </a:cubicBezTo>
                    <a:cubicBezTo>
                      <a:pt x="227225" y="629831"/>
                      <a:pt x="222950" y="574846"/>
                      <a:pt x="219076" y="520127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 69">
                <a:extLst>
                  <a:ext uri="{FF2B5EF4-FFF2-40B4-BE49-F238E27FC236}">
                    <a16:creationId xmlns:a16="http://schemas.microsoft.com/office/drawing/2014/main" id="{11AA3DFD-14AE-E003-D2FC-A39FA445FF63}"/>
                  </a:ext>
                </a:extLst>
              </p:cNvPr>
              <p:cNvSpPr/>
              <p:nvPr/>
            </p:nvSpPr>
            <p:spPr>
              <a:xfrm>
                <a:off x="10387171" y="3739752"/>
                <a:ext cx="389874" cy="486421"/>
              </a:xfrm>
              <a:custGeom>
                <a:avLst/>
                <a:gdLst>
                  <a:gd name="connsiteX0" fmla="*/ 0 w 389874"/>
                  <a:gd name="connsiteY0" fmla="*/ 143481 h 486421"/>
                  <a:gd name="connsiteX1" fmla="*/ 170240 w 389874"/>
                  <a:gd name="connsiteY1" fmla="*/ 1327 h 486421"/>
                  <a:gd name="connsiteX2" fmla="*/ 389292 w 389874"/>
                  <a:gd name="connsiteY2" fmla="*/ 322749 h 486421"/>
                  <a:gd name="connsiteX3" fmla="*/ 164431 w 389874"/>
                  <a:gd name="connsiteY3" fmla="*/ 486422 h 486421"/>
                  <a:gd name="connsiteX4" fmla="*/ 0 w 389874"/>
                  <a:gd name="connsiteY4" fmla="*/ 143481 h 486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874" h="486421">
                    <a:moveTo>
                      <a:pt x="0" y="143481"/>
                    </a:moveTo>
                    <a:cubicBezTo>
                      <a:pt x="0" y="143481"/>
                      <a:pt x="123847" y="23216"/>
                      <a:pt x="170240" y="1327"/>
                    </a:cubicBezTo>
                    <a:cubicBezTo>
                      <a:pt x="216632" y="-20570"/>
                      <a:pt x="401556" y="234571"/>
                      <a:pt x="389292" y="322749"/>
                    </a:cubicBezTo>
                    <a:cubicBezTo>
                      <a:pt x="377109" y="410927"/>
                      <a:pt x="164431" y="486422"/>
                      <a:pt x="164431" y="486422"/>
                    </a:cubicBezTo>
                    <a:lnTo>
                      <a:pt x="0" y="143481"/>
                    </a:lnTo>
                    <a:close/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54DE5554-BED9-9DBA-9A31-56BC05C4B519}"/>
                  </a:ext>
                </a:extLst>
              </p:cNvPr>
              <p:cNvGrpSpPr/>
              <p:nvPr/>
            </p:nvGrpSpPr>
            <p:grpSpPr>
              <a:xfrm>
                <a:off x="7491086" y="2553588"/>
                <a:ext cx="1436409" cy="1651099"/>
                <a:chOff x="7491086" y="2553588"/>
                <a:chExt cx="1436409" cy="1651099"/>
              </a:xfrm>
            </p:grpSpPr>
            <p:sp>
              <p:nvSpPr>
                <p:cNvPr id="117" name="任意多边形 116">
                  <a:extLst>
                    <a:ext uri="{FF2B5EF4-FFF2-40B4-BE49-F238E27FC236}">
                      <a16:creationId xmlns:a16="http://schemas.microsoft.com/office/drawing/2014/main" id="{4AF428AA-8210-2D76-B9C1-2B515E16CF66}"/>
                    </a:ext>
                  </a:extLst>
                </p:cNvPr>
                <p:cNvSpPr/>
                <p:nvPr/>
              </p:nvSpPr>
              <p:spPr>
                <a:xfrm>
                  <a:off x="8630636" y="3905848"/>
                  <a:ext cx="296860" cy="298838"/>
                </a:xfrm>
                <a:custGeom>
                  <a:avLst/>
                  <a:gdLst>
                    <a:gd name="connsiteX0" fmla="*/ 200875 w 296860"/>
                    <a:gd name="connsiteY0" fmla="*/ 0 h 298838"/>
                    <a:gd name="connsiteX1" fmla="*/ 274497 w 296860"/>
                    <a:gd name="connsiteY1" fmla="*/ 86774 h 298838"/>
                    <a:gd name="connsiteX2" fmla="*/ 260168 w 296860"/>
                    <a:gd name="connsiteY2" fmla="*/ 222127 h 298838"/>
                    <a:gd name="connsiteX3" fmla="*/ 186497 w 296860"/>
                    <a:gd name="connsiteY3" fmla="*/ 279008 h 298838"/>
                    <a:gd name="connsiteX4" fmla="*/ 53291 w 296860"/>
                    <a:gd name="connsiteY4" fmla="*/ 262234 h 298838"/>
                    <a:gd name="connsiteX5" fmla="*/ 0 w 296860"/>
                    <a:gd name="connsiteY5" fmla="*/ 193767 h 298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6860" h="298838">
                      <a:moveTo>
                        <a:pt x="200875" y="0"/>
                      </a:moveTo>
                      <a:lnTo>
                        <a:pt x="274497" y="86774"/>
                      </a:lnTo>
                      <a:cubicBezTo>
                        <a:pt x="309255" y="127744"/>
                        <a:pt x="302752" y="189257"/>
                        <a:pt x="260168" y="222127"/>
                      </a:cubicBezTo>
                      <a:lnTo>
                        <a:pt x="186497" y="279008"/>
                      </a:lnTo>
                      <a:cubicBezTo>
                        <a:pt x="145067" y="310998"/>
                        <a:pt x="85394" y="303487"/>
                        <a:pt x="53291" y="262234"/>
                      </a:cubicBezTo>
                      <a:lnTo>
                        <a:pt x="0" y="193767"/>
                      </a:lnTo>
                    </a:path>
                  </a:pathLst>
                </a:custGeom>
                <a:solidFill>
                  <a:srgbClr val="F4FAFA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18" name="组合 117">
                  <a:extLst>
                    <a:ext uri="{FF2B5EF4-FFF2-40B4-BE49-F238E27FC236}">
                      <a16:creationId xmlns:a16="http://schemas.microsoft.com/office/drawing/2014/main" id="{FE047F38-4017-F862-6B1E-E3051BED9D32}"/>
                    </a:ext>
                  </a:extLst>
                </p:cNvPr>
                <p:cNvGrpSpPr/>
                <p:nvPr/>
              </p:nvGrpSpPr>
              <p:grpSpPr>
                <a:xfrm>
                  <a:off x="7491086" y="2553588"/>
                  <a:ext cx="1332743" cy="1529406"/>
                  <a:chOff x="7491086" y="2553588"/>
                  <a:chExt cx="1332743" cy="1529406"/>
                </a:xfrm>
              </p:grpSpPr>
              <p:sp>
                <p:nvSpPr>
                  <p:cNvPr id="119" name="任意多边形 118">
                    <a:extLst>
                      <a:ext uri="{FF2B5EF4-FFF2-40B4-BE49-F238E27FC236}">
                        <a16:creationId xmlns:a16="http://schemas.microsoft.com/office/drawing/2014/main" id="{FD93F8A8-6C75-B5ED-0D63-B991CE146A6E}"/>
                      </a:ext>
                    </a:extLst>
                  </p:cNvPr>
                  <p:cNvSpPr/>
                  <p:nvPr/>
                </p:nvSpPr>
                <p:spPr>
                  <a:xfrm>
                    <a:off x="7491086" y="2553588"/>
                    <a:ext cx="256698" cy="266647"/>
                  </a:xfrm>
                  <a:custGeom>
                    <a:avLst/>
                    <a:gdLst>
                      <a:gd name="connsiteX0" fmla="*/ 0 w 256698"/>
                      <a:gd name="connsiteY0" fmla="*/ 0 h 266647"/>
                      <a:gd name="connsiteX1" fmla="*/ 60116 w 256698"/>
                      <a:gd name="connsiteY1" fmla="*/ 266647 h 266647"/>
                      <a:gd name="connsiteX2" fmla="*/ 256699 w 256698"/>
                      <a:gd name="connsiteY2" fmla="*/ 105137 h 266647"/>
                      <a:gd name="connsiteX3" fmla="*/ 0 w 256698"/>
                      <a:gd name="connsiteY3" fmla="*/ 0 h 2666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56698" h="266647">
                        <a:moveTo>
                          <a:pt x="0" y="0"/>
                        </a:moveTo>
                        <a:lnTo>
                          <a:pt x="60116" y="266647"/>
                        </a:lnTo>
                        <a:lnTo>
                          <a:pt x="256699" y="10513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EDC7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0" name="任意多边形 119">
                    <a:extLst>
                      <a:ext uri="{FF2B5EF4-FFF2-40B4-BE49-F238E27FC236}">
                        <a16:creationId xmlns:a16="http://schemas.microsoft.com/office/drawing/2014/main" id="{4B230A8F-6081-97B8-14CC-1A1C5AEC7E97}"/>
                      </a:ext>
                    </a:extLst>
                  </p:cNvPr>
                  <p:cNvSpPr/>
                  <p:nvPr/>
                </p:nvSpPr>
                <p:spPr>
                  <a:xfrm>
                    <a:off x="7551509" y="2659153"/>
                    <a:ext cx="1272319" cy="1423841"/>
                  </a:xfrm>
                  <a:custGeom>
                    <a:avLst/>
                    <a:gdLst>
                      <a:gd name="connsiteX0" fmla="*/ 1272320 w 1272319"/>
                      <a:gd name="connsiteY0" fmla="*/ 1262340 h 1423841"/>
                      <a:gd name="connsiteX1" fmla="*/ 1075737 w 1272319"/>
                      <a:gd name="connsiteY1" fmla="*/ 1423842 h 1423841"/>
                      <a:gd name="connsiteX2" fmla="*/ 0 w 1272319"/>
                      <a:gd name="connsiteY2" fmla="*/ 161502 h 1423841"/>
                      <a:gd name="connsiteX3" fmla="*/ 196582 w 1272319"/>
                      <a:gd name="connsiteY3" fmla="*/ 0 h 14238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72319" h="1423841">
                        <a:moveTo>
                          <a:pt x="1272320" y="1262340"/>
                        </a:moveTo>
                        <a:lnTo>
                          <a:pt x="1075737" y="1423842"/>
                        </a:lnTo>
                        <a:lnTo>
                          <a:pt x="0" y="161502"/>
                        </a:lnTo>
                        <a:lnTo>
                          <a:pt x="196582" y="0"/>
                        </a:lnTo>
                        <a:close/>
                      </a:path>
                    </a:pathLst>
                  </a:custGeom>
                  <a:solidFill>
                    <a:srgbClr val="FF8661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1" name="任意多边形 120">
                    <a:extLst>
                      <a:ext uri="{FF2B5EF4-FFF2-40B4-BE49-F238E27FC236}">
                        <a16:creationId xmlns:a16="http://schemas.microsoft.com/office/drawing/2014/main" id="{53194DC6-8369-CE6E-CE71-73F63123501A}"/>
                      </a:ext>
                    </a:extLst>
                  </p:cNvPr>
                  <p:cNvSpPr/>
                  <p:nvPr/>
                </p:nvSpPr>
                <p:spPr>
                  <a:xfrm>
                    <a:off x="7491086" y="2553588"/>
                    <a:ext cx="88234" cy="91679"/>
                  </a:xfrm>
                  <a:custGeom>
                    <a:avLst/>
                    <a:gdLst>
                      <a:gd name="connsiteX0" fmla="*/ 0 w 88234"/>
                      <a:gd name="connsiteY0" fmla="*/ 0 h 91679"/>
                      <a:gd name="connsiteX1" fmla="*/ 20638 w 88234"/>
                      <a:gd name="connsiteY1" fmla="*/ 91679 h 91679"/>
                      <a:gd name="connsiteX2" fmla="*/ 88234 w 88234"/>
                      <a:gd name="connsiteY2" fmla="*/ 36146 h 91679"/>
                      <a:gd name="connsiteX3" fmla="*/ 0 w 88234"/>
                      <a:gd name="connsiteY3" fmla="*/ 0 h 916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8234" h="91679">
                        <a:moveTo>
                          <a:pt x="0" y="0"/>
                        </a:moveTo>
                        <a:lnTo>
                          <a:pt x="20638" y="91679"/>
                        </a:lnTo>
                        <a:lnTo>
                          <a:pt x="88234" y="3614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65470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" name="任意多边形 121">
                    <a:extLst>
                      <a:ext uri="{FF2B5EF4-FFF2-40B4-BE49-F238E27FC236}">
                        <a16:creationId xmlns:a16="http://schemas.microsoft.com/office/drawing/2014/main" id="{583FD6D7-4A74-6D82-86D1-46320C85A704}"/>
                      </a:ext>
                    </a:extLst>
                  </p:cNvPr>
                  <p:cNvSpPr/>
                  <p:nvPr/>
                </p:nvSpPr>
                <p:spPr>
                  <a:xfrm>
                    <a:off x="7707000" y="2677701"/>
                    <a:ext cx="1071163" cy="1266382"/>
                  </a:xfrm>
                  <a:custGeom>
                    <a:avLst/>
                    <a:gdLst>
                      <a:gd name="connsiteX0" fmla="*/ 1056963 w 1071163"/>
                      <a:gd name="connsiteY0" fmla="*/ 1266382 h 1266382"/>
                      <a:gd name="connsiteX1" fmla="*/ 0 w 1071163"/>
                      <a:gd name="connsiteY1" fmla="*/ 11635 h 1266382"/>
                      <a:gd name="connsiteX2" fmla="*/ 14208 w 1071163"/>
                      <a:gd name="connsiteY2" fmla="*/ 0 h 1266382"/>
                      <a:gd name="connsiteX3" fmla="*/ 1071163 w 1071163"/>
                      <a:gd name="connsiteY3" fmla="*/ 1254748 h 12663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71163" h="1266382">
                        <a:moveTo>
                          <a:pt x="1056963" y="1266382"/>
                        </a:moveTo>
                        <a:lnTo>
                          <a:pt x="0" y="11635"/>
                        </a:lnTo>
                        <a:lnTo>
                          <a:pt x="14208" y="0"/>
                        </a:lnTo>
                        <a:lnTo>
                          <a:pt x="1071163" y="1254748"/>
                        </a:lnTo>
                        <a:close/>
                      </a:path>
                    </a:pathLst>
                  </a:custGeom>
                  <a:solidFill>
                    <a:srgbClr val="FFE8B8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" name="任意多边形 122">
                    <a:extLst>
                      <a:ext uri="{FF2B5EF4-FFF2-40B4-BE49-F238E27FC236}">
                        <a16:creationId xmlns:a16="http://schemas.microsoft.com/office/drawing/2014/main" id="{4762BF36-068F-2CE2-A8B2-0161253C4606}"/>
                      </a:ext>
                    </a:extLst>
                  </p:cNvPr>
                  <p:cNvSpPr/>
                  <p:nvPr/>
                </p:nvSpPr>
                <p:spPr>
                  <a:xfrm>
                    <a:off x="7615498" y="2767525"/>
                    <a:ext cx="1071155" cy="1266382"/>
                  </a:xfrm>
                  <a:custGeom>
                    <a:avLst/>
                    <a:gdLst>
                      <a:gd name="connsiteX0" fmla="*/ 1056955 w 1071155"/>
                      <a:gd name="connsiteY0" fmla="*/ 1266382 h 1266382"/>
                      <a:gd name="connsiteX1" fmla="*/ 0 w 1071155"/>
                      <a:gd name="connsiteY1" fmla="*/ 11634 h 1266382"/>
                      <a:gd name="connsiteX2" fmla="*/ 14200 w 1071155"/>
                      <a:gd name="connsiteY2" fmla="*/ 0 h 1266382"/>
                      <a:gd name="connsiteX3" fmla="*/ 1071155 w 1071155"/>
                      <a:gd name="connsiteY3" fmla="*/ 1254748 h 12663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71155" h="1266382">
                        <a:moveTo>
                          <a:pt x="1056955" y="1266382"/>
                        </a:moveTo>
                        <a:lnTo>
                          <a:pt x="0" y="11634"/>
                        </a:lnTo>
                        <a:lnTo>
                          <a:pt x="14200" y="0"/>
                        </a:lnTo>
                        <a:lnTo>
                          <a:pt x="1071155" y="1254748"/>
                        </a:lnTo>
                        <a:close/>
                      </a:path>
                    </a:pathLst>
                  </a:custGeom>
                  <a:solidFill>
                    <a:srgbClr val="FFE8B8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72" name="任意多边形 71">
                <a:extLst>
                  <a:ext uri="{FF2B5EF4-FFF2-40B4-BE49-F238E27FC236}">
                    <a16:creationId xmlns:a16="http://schemas.microsoft.com/office/drawing/2014/main" id="{36C46BBD-2CBE-16F7-1DB3-0A3E6CBE502A}"/>
                  </a:ext>
                </a:extLst>
              </p:cNvPr>
              <p:cNvSpPr/>
              <p:nvPr/>
            </p:nvSpPr>
            <p:spPr>
              <a:xfrm>
                <a:off x="9123605" y="3519194"/>
                <a:ext cx="1664920" cy="1496213"/>
              </a:xfrm>
              <a:custGeom>
                <a:avLst/>
                <a:gdLst>
                  <a:gd name="connsiteX0" fmla="*/ 1281962 w 1664920"/>
                  <a:gd name="connsiteY0" fmla="*/ 338721 h 1496213"/>
                  <a:gd name="connsiteX1" fmla="*/ 1244848 w 1664920"/>
                  <a:gd name="connsiteY1" fmla="*/ 307924 h 1496213"/>
                  <a:gd name="connsiteX2" fmla="*/ 1151902 w 1664920"/>
                  <a:gd name="connsiteY2" fmla="*/ 400306 h 1496213"/>
                  <a:gd name="connsiteX3" fmla="*/ 941402 w 1664920"/>
                  <a:gd name="connsiteY3" fmla="*/ 615857 h 1496213"/>
                  <a:gd name="connsiteX4" fmla="*/ 600761 w 1664920"/>
                  <a:gd name="connsiteY4" fmla="*/ 892993 h 1496213"/>
                  <a:gd name="connsiteX5" fmla="*/ 712183 w 1664920"/>
                  <a:gd name="connsiteY5" fmla="*/ 184755 h 1496213"/>
                  <a:gd name="connsiteX6" fmla="*/ 526452 w 1664920"/>
                  <a:gd name="connsiteY6" fmla="*/ 147802 h 1496213"/>
                  <a:gd name="connsiteX7" fmla="*/ 82699 w 1664920"/>
                  <a:gd name="connsiteY7" fmla="*/ 203247 h 1496213"/>
                  <a:gd name="connsiteX8" fmla="*/ 46070 w 1664920"/>
                  <a:gd name="connsiteY8" fmla="*/ 191459 h 1496213"/>
                  <a:gd name="connsiteX9" fmla="*/ 123847 w 1664920"/>
                  <a:gd name="connsiteY9" fmla="*/ 0 h 1496213"/>
                  <a:gd name="connsiteX10" fmla="*/ 30982 w 1664920"/>
                  <a:gd name="connsiteY10" fmla="*/ 172443 h 1496213"/>
                  <a:gd name="connsiteX11" fmla="*/ 0 w 1664920"/>
                  <a:gd name="connsiteY11" fmla="*/ 234027 h 1496213"/>
                  <a:gd name="connsiteX12" fmla="*/ 86734 w 1664920"/>
                  <a:gd name="connsiteY12" fmla="*/ 849892 h 1496213"/>
                  <a:gd name="connsiteX13" fmla="*/ 454000 w 1664920"/>
                  <a:gd name="connsiteY13" fmla="*/ 1481135 h 1496213"/>
                  <a:gd name="connsiteX14" fmla="*/ 904207 w 1664920"/>
                  <a:gd name="connsiteY14" fmla="*/ 1367219 h 1496213"/>
                  <a:gd name="connsiteX15" fmla="*/ 1573064 w 1664920"/>
                  <a:gd name="connsiteY15" fmla="*/ 929961 h 1496213"/>
                  <a:gd name="connsiteX16" fmla="*/ 1659716 w 1664920"/>
                  <a:gd name="connsiteY16" fmla="*/ 966914 h 1496213"/>
                  <a:gd name="connsiteX17" fmla="*/ 1622603 w 1664920"/>
                  <a:gd name="connsiteY17" fmla="*/ 837580 h 1496213"/>
                  <a:gd name="connsiteX18" fmla="*/ 1281962 w 1664920"/>
                  <a:gd name="connsiteY18" fmla="*/ 338721 h 1496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64920" h="1496213">
                    <a:moveTo>
                      <a:pt x="1281962" y="338721"/>
                    </a:moveTo>
                    <a:cubicBezTo>
                      <a:pt x="1274055" y="325441"/>
                      <a:pt x="1261791" y="309965"/>
                      <a:pt x="1244848" y="307924"/>
                    </a:cubicBezTo>
                    <a:cubicBezTo>
                      <a:pt x="1207331" y="303406"/>
                      <a:pt x="1172153" y="367573"/>
                      <a:pt x="1151902" y="400306"/>
                    </a:cubicBezTo>
                    <a:cubicBezTo>
                      <a:pt x="1099216" y="485692"/>
                      <a:pt x="1011515" y="544009"/>
                      <a:pt x="941402" y="615857"/>
                    </a:cubicBezTo>
                    <a:cubicBezTo>
                      <a:pt x="872257" y="686575"/>
                      <a:pt x="764950" y="783660"/>
                      <a:pt x="600761" y="892993"/>
                    </a:cubicBezTo>
                    <a:cubicBezTo>
                      <a:pt x="638440" y="645096"/>
                      <a:pt x="674504" y="432651"/>
                      <a:pt x="712183" y="184755"/>
                    </a:cubicBezTo>
                    <a:cubicBezTo>
                      <a:pt x="634405" y="153587"/>
                      <a:pt x="570505" y="147528"/>
                      <a:pt x="526452" y="147802"/>
                    </a:cubicBezTo>
                    <a:cubicBezTo>
                      <a:pt x="399297" y="148593"/>
                      <a:pt x="218811" y="203441"/>
                      <a:pt x="82699" y="203247"/>
                    </a:cubicBezTo>
                    <a:cubicBezTo>
                      <a:pt x="72937" y="203231"/>
                      <a:pt x="55751" y="202957"/>
                      <a:pt x="46070" y="191459"/>
                    </a:cubicBezTo>
                    <a:cubicBezTo>
                      <a:pt x="19928" y="160397"/>
                      <a:pt x="71081" y="74196"/>
                      <a:pt x="123847" y="0"/>
                    </a:cubicBezTo>
                    <a:cubicBezTo>
                      <a:pt x="92542" y="55372"/>
                      <a:pt x="61480" y="112843"/>
                      <a:pt x="30982" y="172443"/>
                    </a:cubicBezTo>
                    <a:cubicBezTo>
                      <a:pt x="20413" y="193081"/>
                      <a:pt x="10085" y="213615"/>
                      <a:pt x="0" y="234027"/>
                    </a:cubicBezTo>
                    <a:cubicBezTo>
                      <a:pt x="1049" y="384379"/>
                      <a:pt x="16701" y="600713"/>
                      <a:pt x="86734" y="849892"/>
                    </a:cubicBezTo>
                    <a:cubicBezTo>
                      <a:pt x="165560" y="1130473"/>
                      <a:pt x="244628" y="1411715"/>
                      <a:pt x="454000" y="1481135"/>
                    </a:cubicBezTo>
                    <a:cubicBezTo>
                      <a:pt x="609071" y="1532553"/>
                      <a:pt x="770355" y="1441963"/>
                      <a:pt x="904207" y="1367219"/>
                    </a:cubicBezTo>
                    <a:cubicBezTo>
                      <a:pt x="1239200" y="1180165"/>
                      <a:pt x="1427029" y="872620"/>
                      <a:pt x="1573064" y="929961"/>
                    </a:cubicBezTo>
                    <a:cubicBezTo>
                      <a:pt x="1607354" y="943427"/>
                      <a:pt x="1644467" y="979234"/>
                      <a:pt x="1659716" y="966914"/>
                    </a:cubicBezTo>
                    <a:cubicBezTo>
                      <a:pt x="1674885" y="954698"/>
                      <a:pt x="1655199" y="905934"/>
                      <a:pt x="1622603" y="837580"/>
                    </a:cubicBezTo>
                    <a:cubicBezTo>
                      <a:pt x="1465514" y="508129"/>
                      <a:pt x="1365387" y="478640"/>
                      <a:pt x="1281962" y="33872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 72">
                <a:extLst>
                  <a:ext uri="{FF2B5EF4-FFF2-40B4-BE49-F238E27FC236}">
                    <a16:creationId xmlns:a16="http://schemas.microsoft.com/office/drawing/2014/main" id="{FB8CAE35-F703-386B-388D-D089097FA843}"/>
                  </a:ext>
                </a:extLst>
              </p:cNvPr>
              <p:cNvSpPr/>
              <p:nvPr/>
            </p:nvSpPr>
            <p:spPr>
              <a:xfrm>
                <a:off x="10205474" y="3826884"/>
                <a:ext cx="579622" cy="623788"/>
              </a:xfrm>
              <a:custGeom>
                <a:avLst/>
                <a:gdLst>
                  <a:gd name="connsiteX0" fmla="*/ 217440 w 579622"/>
                  <a:gd name="connsiteY0" fmla="*/ 302519 h 623788"/>
                  <a:gd name="connsiteX1" fmla="*/ 502651 w 579622"/>
                  <a:gd name="connsiteY1" fmla="*/ 538911 h 623788"/>
                  <a:gd name="connsiteX2" fmla="*/ 579623 w 579622"/>
                  <a:gd name="connsiteY2" fmla="*/ 623789 h 623788"/>
                  <a:gd name="connsiteX3" fmla="*/ 540733 w 579622"/>
                  <a:gd name="connsiteY3" fmla="*/ 529874 h 623788"/>
                  <a:gd name="connsiteX4" fmla="*/ 200093 w 579622"/>
                  <a:gd name="connsiteY4" fmla="*/ 31023 h 623788"/>
                  <a:gd name="connsiteX5" fmla="*/ 162979 w 579622"/>
                  <a:gd name="connsiteY5" fmla="*/ 227 h 623788"/>
                  <a:gd name="connsiteX6" fmla="*/ 70033 w 579622"/>
                  <a:gd name="connsiteY6" fmla="*/ 92608 h 623788"/>
                  <a:gd name="connsiteX7" fmla="*/ 0 w 579622"/>
                  <a:gd name="connsiteY7" fmla="*/ 178131 h 623788"/>
                  <a:gd name="connsiteX8" fmla="*/ 217440 w 579622"/>
                  <a:gd name="connsiteY8" fmla="*/ 302519 h 62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9622" h="623788">
                    <a:moveTo>
                      <a:pt x="217440" y="302519"/>
                    </a:moveTo>
                    <a:cubicBezTo>
                      <a:pt x="317163" y="373503"/>
                      <a:pt x="416079" y="452387"/>
                      <a:pt x="502651" y="538911"/>
                    </a:cubicBezTo>
                    <a:cubicBezTo>
                      <a:pt x="529035" y="565310"/>
                      <a:pt x="554933" y="593726"/>
                      <a:pt x="579623" y="623789"/>
                    </a:cubicBezTo>
                    <a:cubicBezTo>
                      <a:pt x="573410" y="600737"/>
                      <a:pt x="559129" y="568432"/>
                      <a:pt x="540733" y="529874"/>
                    </a:cubicBezTo>
                    <a:cubicBezTo>
                      <a:pt x="383645" y="200440"/>
                      <a:pt x="283518" y="170951"/>
                      <a:pt x="200093" y="31023"/>
                    </a:cubicBezTo>
                    <a:cubicBezTo>
                      <a:pt x="192186" y="17743"/>
                      <a:pt x="179922" y="2268"/>
                      <a:pt x="162979" y="227"/>
                    </a:cubicBezTo>
                    <a:cubicBezTo>
                      <a:pt x="125461" y="-4292"/>
                      <a:pt x="90284" y="59875"/>
                      <a:pt x="70033" y="92608"/>
                    </a:cubicBezTo>
                    <a:cubicBezTo>
                      <a:pt x="50588" y="124123"/>
                      <a:pt x="26383" y="151942"/>
                      <a:pt x="0" y="178131"/>
                    </a:cubicBezTo>
                    <a:cubicBezTo>
                      <a:pt x="77294" y="210041"/>
                      <a:pt x="149747" y="254304"/>
                      <a:pt x="217440" y="302519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 73">
                <a:extLst>
                  <a:ext uri="{FF2B5EF4-FFF2-40B4-BE49-F238E27FC236}">
                    <a16:creationId xmlns:a16="http://schemas.microsoft.com/office/drawing/2014/main" id="{11051BD0-9B15-4D34-E42F-97DED0632899}"/>
                  </a:ext>
                </a:extLst>
              </p:cNvPr>
              <p:cNvSpPr/>
              <p:nvPr/>
            </p:nvSpPr>
            <p:spPr>
              <a:xfrm>
                <a:off x="9159912" y="3585808"/>
                <a:ext cx="626352" cy="723992"/>
              </a:xfrm>
              <a:custGeom>
                <a:avLst/>
                <a:gdLst>
                  <a:gd name="connsiteX0" fmla="*/ 622545 w 626352"/>
                  <a:gd name="connsiteY0" fmla="*/ 284419 h 723992"/>
                  <a:gd name="connsiteX1" fmla="*/ 379288 w 626352"/>
                  <a:gd name="connsiteY1" fmla="*/ 974 h 723992"/>
                  <a:gd name="connsiteX2" fmla="*/ 291505 w 626352"/>
                  <a:gd name="connsiteY2" fmla="*/ 14182 h 723992"/>
                  <a:gd name="connsiteX3" fmla="*/ 0 w 626352"/>
                  <a:gd name="connsiteY3" fmla="*/ 73346 h 723992"/>
                  <a:gd name="connsiteX4" fmla="*/ 277224 w 626352"/>
                  <a:gd name="connsiteY4" fmla="*/ 476976 h 723992"/>
                  <a:gd name="connsiteX5" fmla="*/ 588658 w 626352"/>
                  <a:gd name="connsiteY5" fmla="*/ 723993 h 723992"/>
                  <a:gd name="connsiteX6" fmla="*/ 616413 w 626352"/>
                  <a:gd name="connsiteY6" fmla="*/ 562870 h 723992"/>
                  <a:gd name="connsiteX7" fmla="*/ 622545 w 626352"/>
                  <a:gd name="connsiteY7" fmla="*/ 284419 h 723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26352" h="723992">
                    <a:moveTo>
                      <a:pt x="622545" y="284419"/>
                    </a:moveTo>
                    <a:cubicBezTo>
                      <a:pt x="578009" y="168713"/>
                      <a:pt x="498052" y="10971"/>
                      <a:pt x="379288" y="974"/>
                    </a:cubicBezTo>
                    <a:cubicBezTo>
                      <a:pt x="356213" y="-962"/>
                      <a:pt x="338140" y="-1511"/>
                      <a:pt x="291505" y="14182"/>
                    </a:cubicBezTo>
                    <a:cubicBezTo>
                      <a:pt x="229460" y="35095"/>
                      <a:pt x="136030" y="59461"/>
                      <a:pt x="0" y="73346"/>
                    </a:cubicBezTo>
                    <a:cubicBezTo>
                      <a:pt x="32111" y="157651"/>
                      <a:pt x="104564" y="306284"/>
                      <a:pt x="277224" y="476976"/>
                    </a:cubicBezTo>
                    <a:cubicBezTo>
                      <a:pt x="382435" y="580959"/>
                      <a:pt x="494502" y="663215"/>
                      <a:pt x="588658" y="723993"/>
                    </a:cubicBezTo>
                    <a:cubicBezTo>
                      <a:pt x="599873" y="674881"/>
                      <a:pt x="609636" y="621026"/>
                      <a:pt x="616413" y="562870"/>
                    </a:cubicBezTo>
                    <a:cubicBezTo>
                      <a:pt x="628516" y="458903"/>
                      <a:pt x="628273" y="364932"/>
                      <a:pt x="622545" y="284419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 74">
                <a:extLst>
                  <a:ext uri="{FF2B5EF4-FFF2-40B4-BE49-F238E27FC236}">
                    <a16:creationId xmlns:a16="http://schemas.microsoft.com/office/drawing/2014/main" id="{1AFD6C97-A068-5A5D-D726-4F0E2E35E762}"/>
                  </a:ext>
                </a:extLst>
              </p:cNvPr>
              <p:cNvSpPr/>
              <p:nvPr/>
            </p:nvSpPr>
            <p:spPr>
              <a:xfrm>
                <a:off x="9731748" y="4404171"/>
                <a:ext cx="125288" cy="128127"/>
              </a:xfrm>
              <a:custGeom>
                <a:avLst/>
                <a:gdLst>
                  <a:gd name="connsiteX0" fmla="*/ 2865 w 125288"/>
                  <a:gd name="connsiteY0" fmla="*/ 15244 h 128127"/>
                  <a:gd name="connsiteX1" fmla="*/ 110092 w 125288"/>
                  <a:gd name="connsiteY1" fmla="*/ 125271 h 128127"/>
                  <a:gd name="connsiteX2" fmla="*/ 122839 w 125288"/>
                  <a:gd name="connsiteY2" fmla="*/ 112475 h 128127"/>
                  <a:gd name="connsiteX3" fmla="*/ 15613 w 125288"/>
                  <a:gd name="connsiteY3" fmla="*/ 2448 h 128127"/>
                  <a:gd name="connsiteX4" fmla="*/ 2865 w 125288"/>
                  <a:gd name="connsiteY4" fmla="*/ 15244 h 128127"/>
                  <a:gd name="connsiteX5" fmla="*/ 2865 w 125288"/>
                  <a:gd name="connsiteY5" fmla="*/ 15244 h 128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5288" h="128127">
                    <a:moveTo>
                      <a:pt x="2865" y="15244"/>
                    </a:moveTo>
                    <a:cubicBezTo>
                      <a:pt x="40786" y="49784"/>
                      <a:pt x="75479" y="87423"/>
                      <a:pt x="110092" y="125271"/>
                    </a:cubicBezTo>
                    <a:cubicBezTo>
                      <a:pt x="117918" y="133888"/>
                      <a:pt x="130665" y="121067"/>
                      <a:pt x="122839" y="112475"/>
                    </a:cubicBezTo>
                    <a:cubicBezTo>
                      <a:pt x="88307" y="74626"/>
                      <a:pt x="53533" y="36988"/>
                      <a:pt x="15613" y="2448"/>
                    </a:cubicBezTo>
                    <a:cubicBezTo>
                      <a:pt x="7060" y="-5378"/>
                      <a:pt x="-5768" y="7378"/>
                      <a:pt x="2865" y="15244"/>
                    </a:cubicBezTo>
                    <a:lnTo>
                      <a:pt x="2865" y="15244"/>
                    </a:lnTo>
                    <a:close/>
                  </a:path>
                </a:pathLst>
              </a:custGeom>
              <a:solidFill>
                <a:srgbClr val="FFFFFF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9FD387B1-D03D-E1AB-29FB-CE53C2C5AE63}"/>
                  </a:ext>
                </a:extLst>
              </p:cNvPr>
              <p:cNvGrpSpPr/>
              <p:nvPr/>
            </p:nvGrpSpPr>
            <p:grpSpPr>
              <a:xfrm>
                <a:off x="10505935" y="3541172"/>
                <a:ext cx="1058472" cy="868085"/>
                <a:chOff x="10505935" y="3541172"/>
                <a:chExt cx="1058472" cy="868085"/>
              </a:xfrm>
            </p:grpSpPr>
            <p:sp>
              <p:nvSpPr>
                <p:cNvPr id="112" name="任意多边形 111">
                  <a:extLst>
                    <a:ext uri="{FF2B5EF4-FFF2-40B4-BE49-F238E27FC236}">
                      <a16:creationId xmlns:a16="http://schemas.microsoft.com/office/drawing/2014/main" id="{919C329E-0E39-00CC-F76A-B9D6F6CE0CA8}"/>
                    </a:ext>
                  </a:extLst>
                </p:cNvPr>
                <p:cNvSpPr/>
                <p:nvPr/>
              </p:nvSpPr>
              <p:spPr>
                <a:xfrm>
                  <a:off x="10505935" y="3541172"/>
                  <a:ext cx="1056383" cy="868085"/>
                </a:xfrm>
                <a:custGeom>
                  <a:avLst/>
                  <a:gdLst>
                    <a:gd name="connsiteX0" fmla="*/ 276579 w 1056383"/>
                    <a:gd name="connsiteY0" fmla="*/ 23503 h 868085"/>
                    <a:gd name="connsiteX1" fmla="*/ 227525 w 1056383"/>
                    <a:gd name="connsiteY1" fmla="*/ 0 h 868085"/>
                    <a:gd name="connsiteX2" fmla="*/ 0 w 1056383"/>
                    <a:gd name="connsiteY2" fmla="*/ 218843 h 868085"/>
                    <a:gd name="connsiteX3" fmla="*/ 1453 w 1056383"/>
                    <a:gd name="connsiteY3" fmla="*/ 224434 h 868085"/>
                    <a:gd name="connsiteX4" fmla="*/ 43246 w 1056383"/>
                    <a:gd name="connsiteY4" fmla="*/ 229477 h 868085"/>
                    <a:gd name="connsiteX5" fmla="*/ 243823 w 1056383"/>
                    <a:gd name="connsiteY5" fmla="*/ 575539 h 868085"/>
                    <a:gd name="connsiteX6" fmla="*/ 981986 w 1056383"/>
                    <a:gd name="connsiteY6" fmla="*/ 868085 h 868085"/>
                    <a:gd name="connsiteX7" fmla="*/ 276579 w 1056383"/>
                    <a:gd name="connsiteY7" fmla="*/ 23503 h 868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56383" h="868085">
                      <a:moveTo>
                        <a:pt x="276579" y="23503"/>
                      </a:moveTo>
                      <a:cubicBezTo>
                        <a:pt x="261653" y="11893"/>
                        <a:pt x="244872" y="4260"/>
                        <a:pt x="227525" y="0"/>
                      </a:cubicBezTo>
                      <a:cubicBezTo>
                        <a:pt x="148213" y="69056"/>
                        <a:pt x="73422" y="143445"/>
                        <a:pt x="0" y="218843"/>
                      </a:cubicBezTo>
                      <a:cubicBezTo>
                        <a:pt x="404" y="220715"/>
                        <a:pt x="968" y="222570"/>
                        <a:pt x="1453" y="224434"/>
                      </a:cubicBezTo>
                      <a:cubicBezTo>
                        <a:pt x="13797" y="219666"/>
                        <a:pt x="28320" y="220214"/>
                        <a:pt x="43246" y="229477"/>
                      </a:cubicBezTo>
                      <a:cubicBezTo>
                        <a:pt x="156282" y="299654"/>
                        <a:pt x="236561" y="442115"/>
                        <a:pt x="243823" y="575539"/>
                      </a:cubicBezTo>
                      <a:cubicBezTo>
                        <a:pt x="493615" y="779440"/>
                        <a:pt x="981986" y="868085"/>
                        <a:pt x="981986" y="868085"/>
                      </a:cubicBezTo>
                      <a:cubicBezTo>
                        <a:pt x="1292370" y="837321"/>
                        <a:pt x="548399" y="234850"/>
                        <a:pt x="276579" y="2350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3" name="任意多边形 112">
                  <a:extLst>
                    <a:ext uri="{FF2B5EF4-FFF2-40B4-BE49-F238E27FC236}">
                      <a16:creationId xmlns:a16="http://schemas.microsoft.com/office/drawing/2014/main" id="{5E85935C-0060-3CC5-F634-0C463F59384A}"/>
                    </a:ext>
                  </a:extLst>
                </p:cNvPr>
                <p:cNvSpPr/>
                <p:nvPr/>
              </p:nvSpPr>
              <p:spPr>
                <a:xfrm>
                  <a:off x="11044557" y="4103729"/>
                  <a:ext cx="46111" cy="225681"/>
                </a:xfrm>
                <a:custGeom>
                  <a:avLst/>
                  <a:gdLst>
                    <a:gd name="connsiteX0" fmla="*/ 45680 w 46111"/>
                    <a:gd name="connsiteY0" fmla="*/ 211792 h 225681"/>
                    <a:gd name="connsiteX1" fmla="*/ 19054 w 46111"/>
                    <a:gd name="connsiteY1" fmla="*/ 14943 h 225681"/>
                    <a:gd name="connsiteX2" fmla="*/ 9937 w 46111"/>
                    <a:gd name="connsiteY2" fmla="*/ 138 h 225681"/>
                    <a:gd name="connsiteX3" fmla="*/ 13 w 46111"/>
                    <a:gd name="connsiteY3" fmla="*/ 10974 h 225681"/>
                    <a:gd name="connsiteX4" fmla="*/ 27203 w 46111"/>
                    <a:gd name="connsiteY4" fmla="*/ 214777 h 225681"/>
                    <a:gd name="connsiteX5" fmla="*/ 45680 w 46111"/>
                    <a:gd name="connsiteY5" fmla="*/ 211792 h 225681"/>
                    <a:gd name="connsiteX6" fmla="*/ 45680 w 46111"/>
                    <a:gd name="connsiteY6" fmla="*/ 211792 h 225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6111" h="225681">
                      <a:moveTo>
                        <a:pt x="45680" y="211792"/>
                      </a:moveTo>
                      <a:cubicBezTo>
                        <a:pt x="31964" y="146915"/>
                        <a:pt x="22847" y="80893"/>
                        <a:pt x="19054" y="14943"/>
                      </a:cubicBezTo>
                      <a:cubicBezTo>
                        <a:pt x="18651" y="7884"/>
                        <a:pt x="15585" y="1381"/>
                        <a:pt x="9937" y="138"/>
                      </a:cubicBezTo>
                      <a:cubicBezTo>
                        <a:pt x="5338" y="-895"/>
                        <a:pt x="-309" y="3979"/>
                        <a:pt x="13" y="10974"/>
                      </a:cubicBezTo>
                      <a:cubicBezTo>
                        <a:pt x="3967" y="79328"/>
                        <a:pt x="12922" y="147496"/>
                        <a:pt x="27203" y="214777"/>
                      </a:cubicBezTo>
                      <a:cubicBezTo>
                        <a:pt x="30673" y="231116"/>
                        <a:pt x="49149" y="228252"/>
                        <a:pt x="45680" y="211792"/>
                      </a:cubicBezTo>
                      <a:lnTo>
                        <a:pt x="45680" y="21179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4" name="任意多边形 113">
                  <a:extLst>
                    <a:ext uri="{FF2B5EF4-FFF2-40B4-BE49-F238E27FC236}">
                      <a16:creationId xmlns:a16="http://schemas.microsoft.com/office/drawing/2014/main" id="{27A8AEB9-4EFF-0485-AA66-9C58DE573A9D}"/>
                    </a:ext>
                  </a:extLst>
                </p:cNvPr>
                <p:cNvSpPr/>
                <p:nvPr/>
              </p:nvSpPr>
              <p:spPr>
                <a:xfrm>
                  <a:off x="11192639" y="3905058"/>
                  <a:ext cx="369689" cy="504192"/>
                </a:xfrm>
                <a:custGeom>
                  <a:avLst/>
                  <a:gdLst>
                    <a:gd name="connsiteX0" fmla="*/ 12167 w 369689"/>
                    <a:gd name="connsiteY0" fmla="*/ 253286 h 504192"/>
                    <a:gd name="connsiteX1" fmla="*/ 40325 w 369689"/>
                    <a:gd name="connsiteY1" fmla="*/ 440647 h 504192"/>
                    <a:gd name="connsiteX2" fmla="*/ 295282 w 369689"/>
                    <a:gd name="connsiteY2" fmla="*/ 504192 h 504192"/>
                    <a:gd name="connsiteX3" fmla="*/ 1356 w 369689"/>
                    <a:gd name="connsiteY3" fmla="*/ 0 h 504192"/>
                    <a:gd name="connsiteX4" fmla="*/ 12167 w 369689"/>
                    <a:gd name="connsiteY4" fmla="*/ 253286 h 504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9689" h="504192">
                      <a:moveTo>
                        <a:pt x="12167" y="253286"/>
                      </a:moveTo>
                      <a:cubicBezTo>
                        <a:pt x="17654" y="310926"/>
                        <a:pt x="24592" y="377222"/>
                        <a:pt x="40325" y="440647"/>
                      </a:cubicBezTo>
                      <a:cubicBezTo>
                        <a:pt x="183859" y="483965"/>
                        <a:pt x="295282" y="504192"/>
                        <a:pt x="295282" y="504192"/>
                      </a:cubicBezTo>
                      <a:cubicBezTo>
                        <a:pt x="492550" y="484643"/>
                        <a:pt x="263977" y="234221"/>
                        <a:pt x="1356" y="0"/>
                      </a:cubicBezTo>
                      <a:cubicBezTo>
                        <a:pt x="-3162" y="84845"/>
                        <a:pt x="4422" y="171466"/>
                        <a:pt x="12167" y="2532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5" name="任意多边形 114">
                  <a:extLst>
                    <a:ext uri="{FF2B5EF4-FFF2-40B4-BE49-F238E27FC236}">
                      <a16:creationId xmlns:a16="http://schemas.microsoft.com/office/drawing/2014/main" id="{883C2D64-C928-B591-5403-1EB58EA7FCD8}"/>
                    </a:ext>
                  </a:extLst>
                </p:cNvPr>
                <p:cNvSpPr/>
                <p:nvPr/>
              </p:nvSpPr>
              <p:spPr>
                <a:xfrm>
                  <a:off x="11192647" y="3905066"/>
                  <a:ext cx="349330" cy="379263"/>
                </a:xfrm>
                <a:custGeom>
                  <a:avLst/>
                  <a:gdLst>
                    <a:gd name="connsiteX0" fmla="*/ 287608 w 349330"/>
                    <a:gd name="connsiteY0" fmla="*/ 366790 h 379263"/>
                    <a:gd name="connsiteX1" fmla="*/ 349331 w 349330"/>
                    <a:gd name="connsiteY1" fmla="*/ 379264 h 379263"/>
                    <a:gd name="connsiteX2" fmla="*/ 1348 w 349330"/>
                    <a:gd name="connsiteY2" fmla="*/ 0 h 379263"/>
                    <a:gd name="connsiteX3" fmla="*/ 4171 w 349330"/>
                    <a:gd name="connsiteY3" fmla="*/ 159848 h 379263"/>
                    <a:gd name="connsiteX4" fmla="*/ 287608 w 349330"/>
                    <a:gd name="connsiteY4" fmla="*/ 366790 h 379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9330" h="379263">
                      <a:moveTo>
                        <a:pt x="287608" y="366790"/>
                      </a:moveTo>
                      <a:cubicBezTo>
                        <a:pt x="308021" y="371381"/>
                        <a:pt x="328596" y="375665"/>
                        <a:pt x="349331" y="379264"/>
                      </a:cubicBezTo>
                      <a:cubicBezTo>
                        <a:pt x="297936" y="280581"/>
                        <a:pt x="155532" y="137523"/>
                        <a:pt x="1348" y="0"/>
                      </a:cubicBezTo>
                      <a:cubicBezTo>
                        <a:pt x="-1476" y="53121"/>
                        <a:pt x="460" y="106945"/>
                        <a:pt x="4171" y="159848"/>
                      </a:cubicBezTo>
                      <a:cubicBezTo>
                        <a:pt x="109624" y="215091"/>
                        <a:pt x="201279" y="287391"/>
                        <a:pt x="287608" y="366790"/>
                      </a:cubicBezTo>
                      <a:close/>
                    </a:path>
                  </a:pathLst>
                </a:custGeom>
                <a:solidFill>
                  <a:srgbClr val="B7C2E6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6" name="任意多边形 115">
                  <a:extLst>
                    <a:ext uri="{FF2B5EF4-FFF2-40B4-BE49-F238E27FC236}">
                      <a16:creationId xmlns:a16="http://schemas.microsoft.com/office/drawing/2014/main" id="{785C4BE9-C3C1-9754-9A22-D60C185A610D}"/>
                    </a:ext>
                  </a:extLst>
                </p:cNvPr>
                <p:cNvSpPr/>
                <p:nvPr/>
              </p:nvSpPr>
              <p:spPr>
                <a:xfrm>
                  <a:off x="10643176" y="3565982"/>
                  <a:ext cx="921231" cy="766853"/>
                </a:xfrm>
                <a:custGeom>
                  <a:avLst/>
                  <a:gdLst>
                    <a:gd name="connsiteX0" fmla="*/ 921232 w 921231"/>
                    <a:gd name="connsiteY0" fmla="*/ 759132 h 766853"/>
                    <a:gd name="connsiteX1" fmla="*/ 913163 w 921231"/>
                    <a:gd name="connsiteY1" fmla="*/ 766853 h 766853"/>
                    <a:gd name="connsiteX2" fmla="*/ 0 w 921231"/>
                    <a:gd name="connsiteY2" fmla="*/ 9609 h 766853"/>
                    <a:gd name="connsiteX3" fmla="*/ 5648 w 921231"/>
                    <a:gd name="connsiteY3" fmla="*/ 0 h 766853"/>
                    <a:gd name="connsiteX4" fmla="*/ 921232 w 921231"/>
                    <a:gd name="connsiteY4" fmla="*/ 759132 h 766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21231" h="766853">
                      <a:moveTo>
                        <a:pt x="921232" y="759132"/>
                      </a:moveTo>
                      <a:lnTo>
                        <a:pt x="913163" y="766853"/>
                      </a:lnTo>
                      <a:cubicBezTo>
                        <a:pt x="414143" y="252294"/>
                        <a:pt x="4115" y="11973"/>
                        <a:pt x="0" y="9609"/>
                      </a:cubicBezTo>
                      <a:lnTo>
                        <a:pt x="5648" y="0"/>
                      </a:lnTo>
                      <a:cubicBezTo>
                        <a:pt x="9763" y="2364"/>
                        <a:pt x="421082" y="243362"/>
                        <a:pt x="921232" y="75913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7" name="任意多边形 76">
                <a:extLst>
                  <a:ext uri="{FF2B5EF4-FFF2-40B4-BE49-F238E27FC236}">
                    <a16:creationId xmlns:a16="http://schemas.microsoft.com/office/drawing/2014/main" id="{131AE475-619E-0546-37A7-C2183A1FFABD}"/>
                  </a:ext>
                </a:extLst>
              </p:cNvPr>
              <p:cNvSpPr/>
              <p:nvPr/>
            </p:nvSpPr>
            <p:spPr>
              <a:xfrm>
                <a:off x="9294821" y="3496404"/>
                <a:ext cx="303336" cy="222077"/>
              </a:xfrm>
              <a:custGeom>
                <a:avLst/>
                <a:gdLst>
                  <a:gd name="connsiteX0" fmla="*/ 289642 w 303336"/>
                  <a:gd name="connsiteY0" fmla="*/ 1079 h 222077"/>
                  <a:gd name="connsiteX1" fmla="*/ 2736 w 303336"/>
                  <a:gd name="connsiteY1" fmla="*/ 206682 h 222077"/>
                  <a:gd name="connsiteX2" fmla="*/ 15483 w 303336"/>
                  <a:gd name="connsiteY2" fmla="*/ 219478 h 222077"/>
                  <a:gd name="connsiteX3" fmla="*/ 298759 w 303336"/>
                  <a:gd name="connsiteY3" fmla="*/ 16699 h 222077"/>
                  <a:gd name="connsiteX4" fmla="*/ 289642 w 303336"/>
                  <a:gd name="connsiteY4" fmla="*/ 1079 h 222077"/>
                  <a:gd name="connsiteX5" fmla="*/ 289642 w 303336"/>
                  <a:gd name="connsiteY5" fmla="*/ 1079 h 222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3336" h="222077">
                    <a:moveTo>
                      <a:pt x="289642" y="1079"/>
                    </a:moveTo>
                    <a:cubicBezTo>
                      <a:pt x="183948" y="55031"/>
                      <a:pt x="87774" y="123958"/>
                      <a:pt x="2736" y="206682"/>
                    </a:cubicBezTo>
                    <a:cubicBezTo>
                      <a:pt x="-5656" y="214815"/>
                      <a:pt x="7173" y="227603"/>
                      <a:pt x="15483" y="219478"/>
                    </a:cubicBezTo>
                    <a:cubicBezTo>
                      <a:pt x="99554" y="137787"/>
                      <a:pt x="194356" y="69966"/>
                      <a:pt x="298759" y="16699"/>
                    </a:cubicBezTo>
                    <a:cubicBezTo>
                      <a:pt x="309167" y="11406"/>
                      <a:pt x="299969" y="-4214"/>
                      <a:pt x="289642" y="1079"/>
                    </a:cubicBezTo>
                    <a:lnTo>
                      <a:pt x="289642" y="1079"/>
                    </a:lnTo>
                    <a:close/>
                  </a:path>
                </a:pathLst>
              </a:custGeom>
              <a:solidFill>
                <a:srgbClr val="FFFFFF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5A6BC079-A351-087D-B82D-A4A79A93AE8B}"/>
                  </a:ext>
                </a:extLst>
              </p:cNvPr>
              <p:cNvGrpSpPr/>
              <p:nvPr/>
            </p:nvGrpSpPr>
            <p:grpSpPr>
              <a:xfrm>
                <a:off x="9294974" y="2162400"/>
                <a:ext cx="245465" cy="408362"/>
                <a:chOff x="9294974" y="2162400"/>
                <a:chExt cx="245465" cy="408362"/>
              </a:xfrm>
              <a:solidFill>
                <a:srgbClr val="FFC69E"/>
              </a:solidFill>
            </p:grpSpPr>
            <p:sp>
              <p:nvSpPr>
                <p:cNvPr id="110" name="任意多边形 109">
                  <a:extLst>
                    <a:ext uri="{FF2B5EF4-FFF2-40B4-BE49-F238E27FC236}">
                      <a16:creationId xmlns:a16="http://schemas.microsoft.com/office/drawing/2014/main" id="{4F8130AB-A6DC-7443-8C50-FFDBBC297B4C}"/>
                    </a:ext>
                  </a:extLst>
                </p:cNvPr>
                <p:cNvSpPr/>
                <p:nvPr/>
              </p:nvSpPr>
              <p:spPr>
                <a:xfrm>
                  <a:off x="9302800" y="2162400"/>
                  <a:ext cx="237639" cy="408362"/>
                </a:xfrm>
                <a:custGeom>
                  <a:avLst/>
                  <a:gdLst>
                    <a:gd name="connsiteX0" fmla="*/ 123687 w 237639"/>
                    <a:gd name="connsiteY0" fmla="*/ 0 h 408362"/>
                    <a:gd name="connsiteX1" fmla="*/ 219295 w 237639"/>
                    <a:gd name="connsiteY1" fmla="*/ 181600 h 408362"/>
                    <a:gd name="connsiteX2" fmla="*/ 237206 w 237639"/>
                    <a:gd name="connsiteY2" fmla="*/ 271746 h 408362"/>
                    <a:gd name="connsiteX3" fmla="*/ 135628 w 237639"/>
                    <a:gd name="connsiteY3" fmla="*/ 408075 h 408362"/>
                    <a:gd name="connsiteX4" fmla="*/ 41875 w 237639"/>
                    <a:gd name="connsiteY4" fmla="*/ 357939 h 408362"/>
                    <a:gd name="connsiteX5" fmla="*/ 0 w 237639"/>
                    <a:gd name="connsiteY5" fmla="*/ 163350 h 408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37639" h="408362">
                      <a:moveTo>
                        <a:pt x="123687" y="0"/>
                      </a:moveTo>
                      <a:cubicBezTo>
                        <a:pt x="174758" y="71670"/>
                        <a:pt x="203159" y="136571"/>
                        <a:pt x="219295" y="181600"/>
                      </a:cubicBezTo>
                      <a:cubicBezTo>
                        <a:pt x="236964" y="230816"/>
                        <a:pt x="238740" y="252641"/>
                        <a:pt x="237206" y="271746"/>
                      </a:cubicBezTo>
                      <a:cubicBezTo>
                        <a:pt x="232689" y="326747"/>
                        <a:pt x="196704" y="402798"/>
                        <a:pt x="135628" y="408075"/>
                      </a:cubicBezTo>
                      <a:cubicBezTo>
                        <a:pt x="84716" y="412472"/>
                        <a:pt x="47280" y="365015"/>
                        <a:pt x="41875" y="357939"/>
                      </a:cubicBezTo>
                      <a:cubicBezTo>
                        <a:pt x="27917" y="293079"/>
                        <a:pt x="13958" y="228210"/>
                        <a:pt x="0" y="163350"/>
                      </a:cubicBezTo>
                    </a:path>
                  </a:pathLst>
                </a:custGeom>
                <a:solidFill>
                  <a:srgbClr val="FFC69E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1" name="任意多边形 110">
                  <a:extLst>
                    <a:ext uri="{FF2B5EF4-FFF2-40B4-BE49-F238E27FC236}">
                      <a16:creationId xmlns:a16="http://schemas.microsoft.com/office/drawing/2014/main" id="{06590495-C51E-CE3D-0A5F-2BCB560A61A4}"/>
                    </a:ext>
                  </a:extLst>
                </p:cNvPr>
                <p:cNvSpPr/>
                <p:nvPr/>
              </p:nvSpPr>
              <p:spPr>
                <a:xfrm>
                  <a:off x="9294974" y="2189121"/>
                  <a:ext cx="168512" cy="320180"/>
                </a:xfrm>
                <a:custGeom>
                  <a:avLst/>
                  <a:gdLst>
                    <a:gd name="connsiteX0" fmla="*/ 48086 w 168512"/>
                    <a:gd name="connsiteY0" fmla="*/ 320180 h 320180"/>
                    <a:gd name="connsiteX1" fmla="*/ 0 w 168512"/>
                    <a:gd name="connsiteY1" fmla="*/ 110825 h 320180"/>
                    <a:gd name="connsiteX2" fmla="*/ 140468 w 168512"/>
                    <a:gd name="connsiteY2" fmla="*/ 0 h 320180"/>
                    <a:gd name="connsiteX3" fmla="*/ 152893 w 168512"/>
                    <a:gd name="connsiteY3" fmla="*/ 39793 h 320180"/>
                    <a:gd name="connsiteX4" fmla="*/ 159186 w 168512"/>
                    <a:gd name="connsiteY4" fmla="*/ 63747 h 320180"/>
                    <a:gd name="connsiteX5" fmla="*/ 154749 w 168512"/>
                    <a:gd name="connsiteY5" fmla="*/ 212082 h 320180"/>
                    <a:gd name="connsiteX6" fmla="*/ 105774 w 168512"/>
                    <a:gd name="connsiteY6" fmla="*/ 287972 h 320180"/>
                    <a:gd name="connsiteX7" fmla="*/ 48086 w 168512"/>
                    <a:gd name="connsiteY7" fmla="*/ 320180 h 320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8512" h="320180">
                      <a:moveTo>
                        <a:pt x="48086" y="320180"/>
                      </a:moveTo>
                      <a:cubicBezTo>
                        <a:pt x="32031" y="250398"/>
                        <a:pt x="16056" y="180616"/>
                        <a:pt x="0" y="110825"/>
                      </a:cubicBezTo>
                      <a:lnTo>
                        <a:pt x="140468" y="0"/>
                      </a:lnTo>
                      <a:cubicBezTo>
                        <a:pt x="144745" y="12498"/>
                        <a:pt x="148939" y="25778"/>
                        <a:pt x="152893" y="39793"/>
                      </a:cubicBezTo>
                      <a:cubicBezTo>
                        <a:pt x="155152" y="47966"/>
                        <a:pt x="157250" y="55953"/>
                        <a:pt x="159186" y="63747"/>
                      </a:cubicBezTo>
                      <a:cubicBezTo>
                        <a:pt x="165399" y="86718"/>
                        <a:pt x="178712" y="147229"/>
                        <a:pt x="154749" y="212082"/>
                      </a:cubicBezTo>
                      <a:cubicBezTo>
                        <a:pt x="148698" y="228622"/>
                        <a:pt x="136353" y="260870"/>
                        <a:pt x="105774" y="287972"/>
                      </a:cubicBezTo>
                      <a:cubicBezTo>
                        <a:pt x="83910" y="307376"/>
                        <a:pt x="61803" y="316081"/>
                        <a:pt x="48086" y="320180"/>
                      </a:cubicBezTo>
                      <a:close/>
                    </a:path>
                  </a:pathLst>
                </a:custGeom>
                <a:solidFill>
                  <a:srgbClr val="FFC69E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9" name="任意多边形 78">
                <a:extLst>
                  <a:ext uri="{FF2B5EF4-FFF2-40B4-BE49-F238E27FC236}">
                    <a16:creationId xmlns:a16="http://schemas.microsoft.com/office/drawing/2014/main" id="{54763577-3246-7A6B-821E-445AF0BFEA79}"/>
                  </a:ext>
                </a:extLst>
              </p:cNvPr>
              <p:cNvSpPr/>
              <p:nvPr/>
            </p:nvSpPr>
            <p:spPr>
              <a:xfrm>
                <a:off x="9144251" y="2061687"/>
                <a:ext cx="347706" cy="363325"/>
              </a:xfrm>
              <a:custGeom>
                <a:avLst/>
                <a:gdLst>
                  <a:gd name="connsiteX0" fmla="*/ 186950 w 347706"/>
                  <a:gd name="connsiteY0" fmla="*/ 86 h 363325"/>
                  <a:gd name="connsiteX1" fmla="*/ 88760 w 347706"/>
                  <a:gd name="connsiteY1" fmla="*/ 15109 h 363325"/>
                  <a:gd name="connsiteX2" fmla="*/ 30023 w 347706"/>
                  <a:gd name="connsiteY2" fmla="*/ 48463 h 363325"/>
                  <a:gd name="connsiteX3" fmla="*/ 32524 w 347706"/>
                  <a:gd name="connsiteY3" fmla="*/ 283684 h 363325"/>
                  <a:gd name="connsiteX4" fmla="*/ 113044 w 347706"/>
                  <a:gd name="connsiteY4" fmla="*/ 357041 h 363325"/>
                  <a:gd name="connsiteX5" fmla="*/ 299260 w 347706"/>
                  <a:gd name="connsiteY5" fmla="*/ 285879 h 363325"/>
                  <a:gd name="connsiteX6" fmla="*/ 343635 w 347706"/>
                  <a:gd name="connsiteY6" fmla="*/ 104271 h 363325"/>
                  <a:gd name="connsiteX7" fmla="*/ 301115 w 347706"/>
                  <a:gd name="connsiteY7" fmla="*/ 19917 h 363325"/>
                  <a:gd name="connsiteX8" fmla="*/ 186950 w 347706"/>
                  <a:gd name="connsiteY8" fmla="*/ 86 h 363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7706" h="363325">
                    <a:moveTo>
                      <a:pt x="186950" y="86"/>
                    </a:moveTo>
                    <a:cubicBezTo>
                      <a:pt x="158792" y="263"/>
                      <a:pt x="128455" y="5677"/>
                      <a:pt x="88760" y="15109"/>
                    </a:cubicBezTo>
                    <a:cubicBezTo>
                      <a:pt x="58665" y="22265"/>
                      <a:pt x="40673" y="33754"/>
                      <a:pt x="30023" y="48463"/>
                    </a:cubicBezTo>
                    <a:cubicBezTo>
                      <a:pt x="-16854" y="113493"/>
                      <a:pt x="-3219" y="216919"/>
                      <a:pt x="32524" y="283684"/>
                    </a:cubicBezTo>
                    <a:cubicBezTo>
                      <a:pt x="45030" y="306937"/>
                      <a:pt x="69234" y="342235"/>
                      <a:pt x="113044" y="357041"/>
                    </a:cubicBezTo>
                    <a:cubicBezTo>
                      <a:pt x="184771" y="381269"/>
                      <a:pt x="261258" y="330722"/>
                      <a:pt x="299260" y="285879"/>
                    </a:cubicBezTo>
                    <a:cubicBezTo>
                      <a:pt x="362838" y="210989"/>
                      <a:pt x="346701" y="119665"/>
                      <a:pt x="343635" y="104271"/>
                    </a:cubicBezTo>
                    <a:cubicBezTo>
                      <a:pt x="338794" y="79590"/>
                      <a:pt x="331614" y="43259"/>
                      <a:pt x="301115" y="19917"/>
                    </a:cubicBezTo>
                    <a:cubicBezTo>
                      <a:pt x="274490" y="-463"/>
                      <a:pt x="243993" y="-269"/>
                      <a:pt x="186950" y="86"/>
                    </a:cubicBezTo>
                    <a:close/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003B1128-BF79-D750-E858-849931AE404D}"/>
                  </a:ext>
                </a:extLst>
              </p:cNvPr>
              <p:cNvGrpSpPr/>
              <p:nvPr/>
            </p:nvGrpSpPr>
            <p:grpSpPr>
              <a:xfrm>
                <a:off x="9431088" y="2131823"/>
                <a:ext cx="153778" cy="143312"/>
                <a:chOff x="9431088" y="2131823"/>
                <a:chExt cx="153778" cy="143312"/>
              </a:xfrm>
              <a:solidFill>
                <a:srgbClr val="FFC69E"/>
              </a:solidFill>
            </p:grpSpPr>
            <p:sp>
              <p:nvSpPr>
                <p:cNvPr id="108" name="任意多边形 107">
                  <a:extLst>
                    <a:ext uri="{FF2B5EF4-FFF2-40B4-BE49-F238E27FC236}">
                      <a16:creationId xmlns:a16="http://schemas.microsoft.com/office/drawing/2014/main" id="{0377137E-FA9F-DF5A-2EBA-05CC6F23FC97}"/>
                    </a:ext>
                  </a:extLst>
                </p:cNvPr>
                <p:cNvSpPr/>
                <p:nvPr/>
              </p:nvSpPr>
              <p:spPr>
                <a:xfrm>
                  <a:off x="9431088" y="2131823"/>
                  <a:ext cx="153778" cy="143312"/>
                </a:xfrm>
                <a:custGeom>
                  <a:avLst/>
                  <a:gdLst>
                    <a:gd name="connsiteX0" fmla="*/ 153778 w 153778"/>
                    <a:gd name="connsiteY0" fmla="*/ 70248 h 143312"/>
                    <a:gd name="connsiteX1" fmla="*/ 48326 w 153778"/>
                    <a:gd name="connsiteY1" fmla="*/ 139199 h 143312"/>
                    <a:gd name="connsiteX2" fmla="*/ 4677 w 153778"/>
                    <a:gd name="connsiteY2" fmla="*/ 43945 h 143312"/>
                    <a:gd name="connsiteX3" fmla="*/ 89152 w 153778"/>
                    <a:gd name="connsiteY3" fmla="*/ 1200 h 143312"/>
                    <a:gd name="connsiteX4" fmla="*/ 153778 w 153778"/>
                    <a:gd name="connsiteY4" fmla="*/ 70248 h 143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778" h="143312">
                      <a:moveTo>
                        <a:pt x="153778" y="70248"/>
                      </a:moveTo>
                      <a:cubicBezTo>
                        <a:pt x="153698" y="115962"/>
                        <a:pt x="94638" y="156602"/>
                        <a:pt x="48326" y="139199"/>
                      </a:cubicBezTo>
                      <a:cubicBezTo>
                        <a:pt x="14036" y="126274"/>
                        <a:pt x="-10733" y="82245"/>
                        <a:pt x="4677" y="43945"/>
                      </a:cubicBezTo>
                      <a:cubicBezTo>
                        <a:pt x="18070" y="10591"/>
                        <a:pt x="56475" y="-4569"/>
                        <a:pt x="89152" y="1200"/>
                      </a:cubicBezTo>
                      <a:cubicBezTo>
                        <a:pt x="124410" y="7404"/>
                        <a:pt x="153778" y="37991"/>
                        <a:pt x="153778" y="70248"/>
                      </a:cubicBezTo>
                      <a:close/>
                    </a:path>
                  </a:pathLst>
                </a:custGeom>
                <a:solidFill>
                  <a:srgbClr val="FFC69E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9" name="任意多边形 108">
                  <a:extLst>
                    <a:ext uri="{FF2B5EF4-FFF2-40B4-BE49-F238E27FC236}">
                      <a16:creationId xmlns:a16="http://schemas.microsoft.com/office/drawing/2014/main" id="{086A3811-64D7-471A-A61F-19C7DFD770F0}"/>
                    </a:ext>
                  </a:extLst>
                </p:cNvPr>
                <p:cNvSpPr/>
                <p:nvPr/>
              </p:nvSpPr>
              <p:spPr>
                <a:xfrm>
                  <a:off x="9504910" y="2188566"/>
                  <a:ext cx="28308" cy="49288"/>
                </a:xfrm>
                <a:custGeom>
                  <a:avLst/>
                  <a:gdLst>
                    <a:gd name="connsiteX0" fmla="*/ 0 w 28308"/>
                    <a:gd name="connsiteY0" fmla="*/ 136 h 49288"/>
                    <a:gd name="connsiteX1" fmla="*/ 25818 w 28308"/>
                    <a:gd name="connsiteY1" fmla="*/ 11012 h 49288"/>
                    <a:gd name="connsiteX2" fmla="*/ 7907 w 28308"/>
                    <a:gd name="connsiteY2" fmla="*/ 49288 h 49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308" h="49288">
                      <a:moveTo>
                        <a:pt x="0" y="136"/>
                      </a:moveTo>
                      <a:cubicBezTo>
                        <a:pt x="11053" y="-824"/>
                        <a:pt x="21462" y="3339"/>
                        <a:pt x="25818" y="11012"/>
                      </a:cubicBezTo>
                      <a:cubicBezTo>
                        <a:pt x="32273" y="22203"/>
                        <a:pt x="26141" y="41414"/>
                        <a:pt x="7907" y="49288"/>
                      </a:cubicBezTo>
                    </a:path>
                  </a:pathLst>
                </a:custGeom>
                <a:solidFill>
                  <a:srgbClr val="FFC69E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0D17535D-76BA-C790-865F-F90945C43955}"/>
                  </a:ext>
                </a:extLst>
              </p:cNvPr>
              <p:cNvGrpSpPr/>
              <p:nvPr/>
            </p:nvGrpSpPr>
            <p:grpSpPr>
              <a:xfrm>
                <a:off x="7609749" y="3148135"/>
                <a:ext cx="2623574" cy="1958114"/>
                <a:chOff x="7609749" y="3148135"/>
                <a:chExt cx="2623574" cy="1958114"/>
              </a:xfrm>
            </p:grpSpPr>
            <p:sp>
              <p:nvSpPr>
                <p:cNvPr id="95" name="任意多边形 94">
                  <a:extLst>
                    <a:ext uri="{FF2B5EF4-FFF2-40B4-BE49-F238E27FC236}">
                      <a16:creationId xmlns:a16="http://schemas.microsoft.com/office/drawing/2014/main" id="{9A9E569E-952F-0642-0301-8309DCB68FD8}"/>
                    </a:ext>
                  </a:extLst>
                </p:cNvPr>
                <p:cNvSpPr/>
                <p:nvPr/>
              </p:nvSpPr>
              <p:spPr>
                <a:xfrm>
                  <a:off x="8348389" y="4376444"/>
                  <a:ext cx="412709" cy="585942"/>
                </a:xfrm>
                <a:custGeom>
                  <a:avLst/>
                  <a:gdLst>
                    <a:gd name="connsiteX0" fmla="*/ 412710 w 412709"/>
                    <a:gd name="connsiteY0" fmla="*/ 0 h 585942"/>
                    <a:gd name="connsiteX1" fmla="*/ 394952 w 412709"/>
                    <a:gd name="connsiteY1" fmla="*/ 461705 h 585942"/>
                    <a:gd name="connsiteX2" fmla="*/ 378775 w 412709"/>
                    <a:gd name="connsiteY2" fmla="*/ 525791 h 585942"/>
                    <a:gd name="connsiteX3" fmla="*/ 318158 w 412709"/>
                    <a:gd name="connsiteY3" fmla="*/ 563994 h 585942"/>
                    <a:gd name="connsiteX4" fmla="*/ 79193 w 412709"/>
                    <a:gd name="connsiteY4" fmla="*/ 576330 h 585942"/>
                    <a:gd name="connsiteX5" fmla="*/ 34519 w 412709"/>
                    <a:gd name="connsiteY5" fmla="*/ 555062 h 585942"/>
                    <a:gd name="connsiteX6" fmla="*/ 16640 w 412709"/>
                    <a:gd name="connsiteY6" fmla="*/ 512389 h 585942"/>
                    <a:gd name="connsiteX7" fmla="*/ 79967 w 412709"/>
                    <a:gd name="connsiteY7" fmla="*/ 17669 h 585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12709" h="585942">
                      <a:moveTo>
                        <a:pt x="412710" y="0"/>
                      </a:moveTo>
                      <a:cubicBezTo>
                        <a:pt x="411556" y="153063"/>
                        <a:pt x="405634" y="307085"/>
                        <a:pt x="394952" y="461705"/>
                      </a:cubicBezTo>
                      <a:cubicBezTo>
                        <a:pt x="393451" y="483432"/>
                        <a:pt x="391297" y="506847"/>
                        <a:pt x="378775" y="525791"/>
                      </a:cubicBezTo>
                      <a:cubicBezTo>
                        <a:pt x="364332" y="547632"/>
                        <a:pt x="340249" y="557370"/>
                        <a:pt x="318158" y="563994"/>
                      </a:cubicBezTo>
                      <a:cubicBezTo>
                        <a:pt x="237282" y="588231"/>
                        <a:pt x="155026" y="592475"/>
                        <a:pt x="79193" y="576330"/>
                      </a:cubicBezTo>
                      <a:cubicBezTo>
                        <a:pt x="62653" y="572804"/>
                        <a:pt x="45767" y="567939"/>
                        <a:pt x="34519" y="555062"/>
                      </a:cubicBezTo>
                      <a:cubicBezTo>
                        <a:pt x="24845" y="543993"/>
                        <a:pt x="20327" y="528106"/>
                        <a:pt x="16640" y="512389"/>
                      </a:cubicBezTo>
                      <a:cubicBezTo>
                        <a:pt x="-19449" y="358625"/>
                        <a:pt x="3836" y="176767"/>
                        <a:pt x="79967" y="17669"/>
                      </a:cubicBezTo>
                    </a:path>
                  </a:pathLst>
                </a:custGeom>
                <a:solidFill>
                  <a:srgbClr val="FFC69E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96" name="组合 95">
                  <a:extLst>
                    <a:ext uri="{FF2B5EF4-FFF2-40B4-BE49-F238E27FC236}">
                      <a16:creationId xmlns:a16="http://schemas.microsoft.com/office/drawing/2014/main" id="{4062FA66-F826-DDF3-11D0-5F420DCC1327}"/>
                    </a:ext>
                  </a:extLst>
                </p:cNvPr>
                <p:cNvGrpSpPr/>
                <p:nvPr/>
              </p:nvGrpSpPr>
              <p:grpSpPr>
                <a:xfrm>
                  <a:off x="8150494" y="3148135"/>
                  <a:ext cx="2082829" cy="1445955"/>
                  <a:chOff x="8150494" y="3148135"/>
                  <a:chExt cx="2082829" cy="1445955"/>
                </a:xfrm>
              </p:grpSpPr>
              <p:sp>
                <p:nvSpPr>
                  <p:cNvPr id="104" name="任意多边形 103">
                    <a:extLst>
                      <a:ext uri="{FF2B5EF4-FFF2-40B4-BE49-F238E27FC236}">
                        <a16:creationId xmlns:a16="http://schemas.microsoft.com/office/drawing/2014/main" id="{8E9A172E-49CE-6A11-0B25-87270FA0CDB3}"/>
                      </a:ext>
                    </a:extLst>
                  </p:cNvPr>
                  <p:cNvSpPr/>
                  <p:nvPr/>
                </p:nvSpPr>
                <p:spPr>
                  <a:xfrm>
                    <a:off x="8150494" y="3148135"/>
                    <a:ext cx="2082829" cy="1445955"/>
                  </a:xfrm>
                  <a:custGeom>
                    <a:avLst/>
                    <a:gdLst>
                      <a:gd name="connsiteX0" fmla="*/ 1691506 w 2082829"/>
                      <a:gd name="connsiteY0" fmla="*/ 906854 h 1445955"/>
                      <a:gd name="connsiteX1" fmla="*/ 2081686 w 2082829"/>
                      <a:gd name="connsiteY1" fmla="*/ 525017 h 1445955"/>
                      <a:gd name="connsiteX2" fmla="*/ 1982608 w 2082829"/>
                      <a:gd name="connsiteY2" fmla="*/ 235561 h 1445955"/>
                      <a:gd name="connsiteX3" fmla="*/ 1518120 w 2082829"/>
                      <a:gd name="connsiteY3" fmla="*/ 210929 h 1445955"/>
                      <a:gd name="connsiteX4" fmla="*/ 402065 w 2082829"/>
                      <a:gd name="connsiteY4" fmla="*/ 36106 h 1445955"/>
                      <a:gd name="connsiteX5" fmla="*/ 37994 w 2082829"/>
                      <a:gd name="connsiteY5" fmla="*/ 1097773 h 1445955"/>
                      <a:gd name="connsiteX6" fmla="*/ 19413 w 2082829"/>
                      <a:gd name="connsiteY6" fmla="*/ 1301004 h 1445955"/>
                      <a:gd name="connsiteX7" fmla="*/ 112310 w 2082829"/>
                      <a:gd name="connsiteY7" fmla="*/ 1337956 h 1445955"/>
                      <a:gd name="connsiteX8" fmla="*/ 434346 w 2082829"/>
                      <a:gd name="connsiteY8" fmla="*/ 1405697 h 1445955"/>
                      <a:gd name="connsiteX9" fmla="*/ 743997 w 2082829"/>
                      <a:gd name="connsiteY9" fmla="*/ 1436494 h 1445955"/>
                      <a:gd name="connsiteX10" fmla="*/ 651099 w 2082829"/>
                      <a:gd name="connsiteY10" fmla="*/ 1331800 h 1445955"/>
                      <a:gd name="connsiteX11" fmla="*/ 682065 w 2082829"/>
                      <a:gd name="connsiteY11" fmla="*/ 1103929 h 1445955"/>
                      <a:gd name="connsiteX12" fmla="*/ 696370 w 2082829"/>
                      <a:gd name="connsiteY12" fmla="*/ 526623 h 1445955"/>
                      <a:gd name="connsiteX13" fmla="*/ 987795 w 2082829"/>
                      <a:gd name="connsiteY13" fmla="*/ 650349 h 1445955"/>
                      <a:gd name="connsiteX14" fmla="*/ 1183691 w 2082829"/>
                      <a:gd name="connsiteY14" fmla="*/ 728248 h 1445955"/>
                      <a:gd name="connsiteX15" fmla="*/ 1691506 w 2082829"/>
                      <a:gd name="connsiteY15" fmla="*/ 906854 h 14459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082829" h="1445955">
                        <a:moveTo>
                          <a:pt x="1691506" y="906854"/>
                        </a:moveTo>
                        <a:cubicBezTo>
                          <a:pt x="1865618" y="890072"/>
                          <a:pt x="2064824" y="730305"/>
                          <a:pt x="2081686" y="525017"/>
                        </a:cubicBezTo>
                        <a:cubicBezTo>
                          <a:pt x="2093385" y="381991"/>
                          <a:pt x="2012138" y="271916"/>
                          <a:pt x="1982608" y="235561"/>
                        </a:cubicBezTo>
                        <a:cubicBezTo>
                          <a:pt x="1871831" y="235940"/>
                          <a:pt x="1710709" y="232051"/>
                          <a:pt x="1518120" y="210929"/>
                        </a:cubicBezTo>
                        <a:cubicBezTo>
                          <a:pt x="789211" y="130989"/>
                          <a:pt x="617963" y="-85063"/>
                          <a:pt x="402065" y="36106"/>
                        </a:cubicBezTo>
                        <a:cubicBezTo>
                          <a:pt x="131424" y="187991"/>
                          <a:pt x="236626" y="620238"/>
                          <a:pt x="37994" y="1097773"/>
                        </a:cubicBezTo>
                        <a:cubicBezTo>
                          <a:pt x="23318" y="1133055"/>
                          <a:pt x="-27415" y="1243276"/>
                          <a:pt x="19413" y="1301004"/>
                        </a:cubicBezTo>
                        <a:cubicBezTo>
                          <a:pt x="41955" y="1328791"/>
                          <a:pt x="77794" y="1333059"/>
                          <a:pt x="112310" y="1337956"/>
                        </a:cubicBezTo>
                        <a:cubicBezTo>
                          <a:pt x="220933" y="1353375"/>
                          <a:pt x="325852" y="1389424"/>
                          <a:pt x="434346" y="1405697"/>
                        </a:cubicBezTo>
                        <a:cubicBezTo>
                          <a:pt x="677329" y="1442158"/>
                          <a:pt x="734694" y="1457391"/>
                          <a:pt x="743997" y="1436494"/>
                        </a:cubicBezTo>
                        <a:cubicBezTo>
                          <a:pt x="750016" y="1422963"/>
                          <a:pt x="735630" y="1394862"/>
                          <a:pt x="651099" y="1331800"/>
                        </a:cubicBezTo>
                        <a:cubicBezTo>
                          <a:pt x="663290" y="1259226"/>
                          <a:pt x="673819" y="1183207"/>
                          <a:pt x="682065" y="1103929"/>
                        </a:cubicBezTo>
                        <a:cubicBezTo>
                          <a:pt x="703922" y="893768"/>
                          <a:pt x="705673" y="699832"/>
                          <a:pt x="696370" y="526623"/>
                        </a:cubicBezTo>
                        <a:cubicBezTo>
                          <a:pt x="793503" y="567867"/>
                          <a:pt x="890653" y="609112"/>
                          <a:pt x="987795" y="650349"/>
                        </a:cubicBezTo>
                        <a:cubicBezTo>
                          <a:pt x="1056616" y="679580"/>
                          <a:pt x="1110915" y="699823"/>
                          <a:pt x="1183691" y="728248"/>
                        </a:cubicBezTo>
                        <a:cubicBezTo>
                          <a:pt x="1495367" y="849909"/>
                          <a:pt x="1651972" y="910662"/>
                          <a:pt x="1691506" y="906854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" name="任意多边形 104">
                    <a:extLst>
                      <a:ext uri="{FF2B5EF4-FFF2-40B4-BE49-F238E27FC236}">
                        <a16:creationId xmlns:a16="http://schemas.microsoft.com/office/drawing/2014/main" id="{D3554034-7DC7-5474-6DFA-A982000224E5}"/>
                      </a:ext>
                    </a:extLst>
                  </p:cNvPr>
                  <p:cNvSpPr/>
                  <p:nvPr/>
                </p:nvSpPr>
                <p:spPr>
                  <a:xfrm>
                    <a:off x="8150494" y="4173746"/>
                    <a:ext cx="745195" cy="420344"/>
                  </a:xfrm>
                  <a:custGeom>
                    <a:avLst/>
                    <a:gdLst>
                      <a:gd name="connsiteX0" fmla="*/ 65741 w 745195"/>
                      <a:gd name="connsiteY0" fmla="*/ 0 h 420344"/>
                      <a:gd name="connsiteX1" fmla="*/ 37994 w 745195"/>
                      <a:gd name="connsiteY1" fmla="*/ 72162 h 420344"/>
                      <a:gd name="connsiteX2" fmla="*/ 19413 w 745195"/>
                      <a:gd name="connsiteY2" fmla="*/ 275393 h 420344"/>
                      <a:gd name="connsiteX3" fmla="*/ 112310 w 745195"/>
                      <a:gd name="connsiteY3" fmla="*/ 312345 h 420344"/>
                      <a:gd name="connsiteX4" fmla="*/ 434346 w 745195"/>
                      <a:gd name="connsiteY4" fmla="*/ 380086 h 420344"/>
                      <a:gd name="connsiteX5" fmla="*/ 743997 w 745195"/>
                      <a:gd name="connsiteY5" fmla="*/ 410883 h 420344"/>
                      <a:gd name="connsiteX6" fmla="*/ 719832 w 745195"/>
                      <a:gd name="connsiteY6" fmla="*/ 364103 h 420344"/>
                      <a:gd name="connsiteX7" fmla="*/ 65741 w 745195"/>
                      <a:gd name="connsiteY7" fmla="*/ 0 h 4203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745195" h="420344">
                        <a:moveTo>
                          <a:pt x="65741" y="0"/>
                        </a:moveTo>
                        <a:cubicBezTo>
                          <a:pt x="57148" y="23930"/>
                          <a:pt x="48055" y="47965"/>
                          <a:pt x="37994" y="72162"/>
                        </a:cubicBezTo>
                        <a:cubicBezTo>
                          <a:pt x="23318" y="107444"/>
                          <a:pt x="-27415" y="217665"/>
                          <a:pt x="19413" y="275393"/>
                        </a:cubicBezTo>
                        <a:cubicBezTo>
                          <a:pt x="41955" y="303180"/>
                          <a:pt x="77794" y="307448"/>
                          <a:pt x="112310" y="312345"/>
                        </a:cubicBezTo>
                        <a:cubicBezTo>
                          <a:pt x="220933" y="327764"/>
                          <a:pt x="325852" y="363813"/>
                          <a:pt x="434346" y="380086"/>
                        </a:cubicBezTo>
                        <a:cubicBezTo>
                          <a:pt x="677329" y="416547"/>
                          <a:pt x="734694" y="431780"/>
                          <a:pt x="743997" y="410883"/>
                        </a:cubicBezTo>
                        <a:cubicBezTo>
                          <a:pt x="747724" y="402500"/>
                          <a:pt x="743577" y="388502"/>
                          <a:pt x="719832" y="364103"/>
                        </a:cubicBezTo>
                        <a:cubicBezTo>
                          <a:pt x="479899" y="295055"/>
                          <a:pt x="255570" y="153498"/>
                          <a:pt x="65741" y="0"/>
                        </a:cubicBezTo>
                        <a:close/>
                      </a:path>
                    </a:pathLst>
                  </a:custGeom>
                  <a:solidFill>
                    <a:schemeClr val="accent3">
                      <a:lumMod val="60000"/>
                      <a:lumOff val="40000"/>
                    </a:schemeClr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" name="任意多边形 105">
                    <a:extLst>
                      <a:ext uri="{FF2B5EF4-FFF2-40B4-BE49-F238E27FC236}">
                        <a16:creationId xmlns:a16="http://schemas.microsoft.com/office/drawing/2014/main" id="{D5FB625D-A368-113B-92BD-B7F4BE7EDD7A}"/>
                      </a:ext>
                    </a:extLst>
                  </p:cNvPr>
                  <p:cNvSpPr/>
                  <p:nvPr/>
                </p:nvSpPr>
                <p:spPr>
                  <a:xfrm>
                    <a:off x="8380173" y="3148149"/>
                    <a:ext cx="459195" cy="313403"/>
                  </a:xfrm>
                  <a:custGeom>
                    <a:avLst/>
                    <a:gdLst>
                      <a:gd name="connsiteX0" fmla="*/ 352727 w 459195"/>
                      <a:gd name="connsiteY0" fmla="*/ 216764 h 313403"/>
                      <a:gd name="connsiteX1" fmla="*/ 459196 w 459195"/>
                      <a:gd name="connsiteY1" fmla="*/ 25119 h 313403"/>
                      <a:gd name="connsiteX2" fmla="*/ 172386 w 459195"/>
                      <a:gd name="connsiteY2" fmla="*/ 36092 h 313403"/>
                      <a:gd name="connsiteX3" fmla="*/ 0 w 459195"/>
                      <a:gd name="connsiteY3" fmla="*/ 279237 h 313403"/>
                      <a:gd name="connsiteX4" fmla="*/ 352727 w 459195"/>
                      <a:gd name="connsiteY4" fmla="*/ 216764 h 3134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9195" h="313403">
                        <a:moveTo>
                          <a:pt x="352727" y="216764"/>
                        </a:moveTo>
                        <a:cubicBezTo>
                          <a:pt x="404921" y="162401"/>
                          <a:pt x="440364" y="95999"/>
                          <a:pt x="459196" y="25119"/>
                        </a:cubicBezTo>
                        <a:cubicBezTo>
                          <a:pt x="342997" y="-6459"/>
                          <a:pt x="261476" y="-13906"/>
                          <a:pt x="172386" y="36092"/>
                        </a:cubicBezTo>
                        <a:cubicBezTo>
                          <a:pt x="80336" y="87753"/>
                          <a:pt x="31837" y="171961"/>
                          <a:pt x="0" y="279237"/>
                        </a:cubicBezTo>
                        <a:cubicBezTo>
                          <a:pt x="118732" y="338587"/>
                          <a:pt x="251326" y="322378"/>
                          <a:pt x="352727" y="216764"/>
                        </a:cubicBezTo>
                        <a:close/>
                      </a:path>
                    </a:pathLst>
                  </a:custGeom>
                  <a:solidFill>
                    <a:schemeClr val="accent3">
                      <a:lumMod val="60000"/>
                      <a:lumOff val="40000"/>
                      <a:alpha val="35000"/>
                    </a:schemeClr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" name="任意多边形 106">
                    <a:extLst>
                      <a:ext uri="{FF2B5EF4-FFF2-40B4-BE49-F238E27FC236}">
                        <a16:creationId xmlns:a16="http://schemas.microsoft.com/office/drawing/2014/main" id="{7226A037-C71A-51EF-965F-BA15DDD13244}"/>
                      </a:ext>
                    </a:extLst>
                  </p:cNvPr>
                  <p:cNvSpPr/>
                  <p:nvPr/>
                </p:nvSpPr>
                <p:spPr>
                  <a:xfrm>
                    <a:off x="8673243" y="3516149"/>
                    <a:ext cx="1257830" cy="1009397"/>
                  </a:xfrm>
                  <a:custGeom>
                    <a:avLst/>
                    <a:gdLst>
                      <a:gd name="connsiteX0" fmla="*/ 1242824 w 1257830"/>
                      <a:gd name="connsiteY0" fmla="*/ 102486 h 1009397"/>
                      <a:gd name="connsiteX1" fmla="*/ 1185217 w 1257830"/>
                      <a:gd name="connsiteY1" fmla="*/ 190801 h 1009397"/>
                      <a:gd name="connsiteX2" fmla="*/ 1115507 w 1257830"/>
                      <a:gd name="connsiteY2" fmla="*/ 212141 h 1009397"/>
                      <a:gd name="connsiteX3" fmla="*/ 1026677 w 1257830"/>
                      <a:gd name="connsiteY3" fmla="*/ 173978 h 1009397"/>
                      <a:gd name="connsiteX4" fmla="*/ 205862 w 1257830"/>
                      <a:gd name="connsiteY4" fmla="*/ 8789 h 1009397"/>
                      <a:gd name="connsiteX5" fmla="*/ 112303 w 1257830"/>
                      <a:gd name="connsiteY5" fmla="*/ 1302 h 1009397"/>
                      <a:gd name="connsiteX6" fmla="*/ 66379 w 1257830"/>
                      <a:gd name="connsiteY6" fmla="*/ 43136 h 1009397"/>
                      <a:gd name="connsiteX7" fmla="*/ 43965 w 1257830"/>
                      <a:gd name="connsiteY7" fmla="*/ 212335 h 1009397"/>
                      <a:gd name="connsiteX8" fmla="*/ 22608 w 1257830"/>
                      <a:gd name="connsiteY8" fmla="*/ 583167 h 1009397"/>
                      <a:gd name="connsiteX9" fmla="*/ 9 w 1257830"/>
                      <a:gd name="connsiteY9" fmla="*/ 1003127 h 1009397"/>
                      <a:gd name="connsiteX10" fmla="*/ 16428 w 1257830"/>
                      <a:gd name="connsiteY10" fmla="*/ 1002425 h 1009397"/>
                      <a:gd name="connsiteX11" fmla="*/ 56842 w 1257830"/>
                      <a:gd name="connsiteY11" fmla="*/ 271620 h 1009397"/>
                      <a:gd name="connsiteX12" fmla="*/ 70154 w 1257830"/>
                      <a:gd name="connsiteY12" fmla="*/ 89165 h 1009397"/>
                      <a:gd name="connsiteX13" fmla="*/ 113852 w 1257830"/>
                      <a:gd name="connsiteY13" fmla="*/ 15050 h 1009397"/>
                      <a:gd name="connsiteX14" fmla="*/ 162076 w 1257830"/>
                      <a:gd name="connsiteY14" fmla="*/ 17059 h 1009397"/>
                      <a:gd name="connsiteX15" fmla="*/ 213188 w 1257830"/>
                      <a:gd name="connsiteY15" fmla="*/ 23958 h 1009397"/>
                      <a:gd name="connsiteX16" fmla="*/ 1034180 w 1257830"/>
                      <a:gd name="connsiteY16" fmla="*/ 193245 h 1009397"/>
                      <a:gd name="connsiteX17" fmla="*/ 1187476 w 1257830"/>
                      <a:gd name="connsiteY17" fmla="*/ 209164 h 1009397"/>
                      <a:gd name="connsiteX18" fmla="*/ 1257831 w 1257830"/>
                      <a:gd name="connsiteY18" fmla="*/ 108117 h 1009397"/>
                      <a:gd name="connsiteX19" fmla="*/ 1242824 w 1257830"/>
                      <a:gd name="connsiteY19" fmla="*/ 102486 h 1009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1257830" h="1009397">
                        <a:moveTo>
                          <a:pt x="1242824" y="102486"/>
                        </a:moveTo>
                        <a:cubicBezTo>
                          <a:pt x="1221363" y="130886"/>
                          <a:pt x="1209987" y="164055"/>
                          <a:pt x="1185217" y="190801"/>
                        </a:cubicBezTo>
                        <a:cubicBezTo>
                          <a:pt x="1167709" y="209834"/>
                          <a:pt x="1143585" y="218628"/>
                          <a:pt x="1115507" y="212141"/>
                        </a:cubicBezTo>
                        <a:cubicBezTo>
                          <a:pt x="1083880" y="204831"/>
                          <a:pt x="1055157" y="186936"/>
                          <a:pt x="1026677" y="173978"/>
                        </a:cubicBezTo>
                        <a:cubicBezTo>
                          <a:pt x="912914" y="122140"/>
                          <a:pt x="334898" y="28169"/>
                          <a:pt x="205862" y="8789"/>
                        </a:cubicBezTo>
                        <a:cubicBezTo>
                          <a:pt x="176954" y="4449"/>
                          <a:pt x="141970" y="-3022"/>
                          <a:pt x="112303" y="1302"/>
                        </a:cubicBezTo>
                        <a:cubicBezTo>
                          <a:pt x="86226" y="5102"/>
                          <a:pt x="74334" y="23917"/>
                          <a:pt x="66379" y="43136"/>
                        </a:cubicBezTo>
                        <a:cubicBezTo>
                          <a:pt x="44232" y="96709"/>
                          <a:pt x="47257" y="156850"/>
                          <a:pt x="43965" y="212335"/>
                        </a:cubicBezTo>
                        <a:cubicBezTo>
                          <a:pt x="36631" y="335940"/>
                          <a:pt x="29507" y="459554"/>
                          <a:pt x="22608" y="583167"/>
                        </a:cubicBezTo>
                        <a:cubicBezTo>
                          <a:pt x="14790" y="723151"/>
                          <a:pt x="7263" y="863135"/>
                          <a:pt x="9" y="1003127"/>
                        </a:cubicBezTo>
                        <a:cubicBezTo>
                          <a:pt x="-450" y="1011962"/>
                          <a:pt x="15977" y="1011219"/>
                          <a:pt x="16428" y="1002425"/>
                        </a:cubicBezTo>
                        <a:cubicBezTo>
                          <a:pt x="29055" y="758813"/>
                          <a:pt x="42521" y="515208"/>
                          <a:pt x="56842" y="271620"/>
                        </a:cubicBezTo>
                        <a:cubicBezTo>
                          <a:pt x="60392" y="211246"/>
                          <a:pt x="59416" y="149177"/>
                          <a:pt x="70154" y="89165"/>
                        </a:cubicBezTo>
                        <a:cubicBezTo>
                          <a:pt x="74253" y="66268"/>
                          <a:pt x="80788" y="21118"/>
                          <a:pt x="113852" y="15050"/>
                        </a:cubicBezTo>
                        <a:cubicBezTo>
                          <a:pt x="129311" y="12219"/>
                          <a:pt x="146714" y="15414"/>
                          <a:pt x="162076" y="17059"/>
                        </a:cubicBezTo>
                        <a:cubicBezTo>
                          <a:pt x="179213" y="18899"/>
                          <a:pt x="196253" y="21206"/>
                          <a:pt x="213188" y="23958"/>
                        </a:cubicBezTo>
                        <a:cubicBezTo>
                          <a:pt x="342579" y="44927"/>
                          <a:pt x="920256" y="140350"/>
                          <a:pt x="1034180" y="193245"/>
                        </a:cubicBezTo>
                        <a:cubicBezTo>
                          <a:pt x="1080572" y="214804"/>
                          <a:pt x="1138664" y="248828"/>
                          <a:pt x="1187476" y="209164"/>
                        </a:cubicBezTo>
                        <a:cubicBezTo>
                          <a:pt x="1221363" y="181579"/>
                          <a:pt x="1232094" y="140592"/>
                          <a:pt x="1257831" y="108117"/>
                        </a:cubicBezTo>
                        <a:cubicBezTo>
                          <a:pt x="1252748" y="106326"/>
                          <a:pt x="1247826" y="104390"/>
                          <a:pt x="1242824" y="10248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7" name="组合 96">
                  <a:extLst>
                    <a:ext uri="{FF2B5EF4-FFF2-40B4-BE49-F238E27FC236}">
                      <a16:creationId xmlns:a16="http://schemas.microsoft.com/office/drawing/2014/main" id="{C42A6597-BA82-EDBA-E2F7-DF06AE68AA68}"/>
                    </a:ext>
                  </a:extLst>
                </p:cNvPr>
                <p:cNvGrpSpPr/>
                <p:nvPr/>
              </p:nvGrpSpPr>
              <p:grpSpPr>
                <a:xfrm>
                  <a:off x="7609749" y="4635927"/>
                  <a:ext cx="1237324" cy="470322"/>
                  <a:chOff x="7609749" y="4635927"/>
                  <a:chExt cx="1237324" cy="470322"/>
                </a:xfrm>
              </p:grpSpPr>
              <p:sp>
                <p:nvSpPr>
                  <p:cNvPr id="98" name="任意多边形 97">
                    <a:extLst>
                      <a:ext uri="{FF2B5EF4-FFF2-40B4-BE49-F238E27FC236}">
                        <a16:creationId xmlns:a16="http://schemas.microsoft.com/office/drawing/2014/main" id="{A301D19B-5FB4-0442-1F18-1BFB9BA314AD}"/>
                      </a:ext>
                    </a:extLst>
                  </p:cNvPr>
                  <p:cNvSpPr/>
                  <p:nvPr/>
                </p:nvSpPr>
                <p:spPr>
                  <a:xfrm>
                    <a:off x="7845709" y="4635927"/>
                    <a:ext cx="919326" cy="469207"/>
                  </a:xfrm>
                  <a:custGeom>
                    <a:avLst/>
                    <a:gdLst>
                      <a:gd name="connsiteX0" fmla="*/ 918165 w 919326"/>
                      <a:gd name="connsiteY0" fmla="*/ 151602 h 469207"/>
                      <a:gd name="connsiteX1" fmla="*/ 516972 w 919326"/>
                      <a:gd name="connsiteY1" fmla="*/ 15660 h 469207"/>
                      <a:gd name="connsiteX2" fmla="*/ 507379 w 919326"/>
                      <a:gd name="connsiteY2" fmla="*/ 0 h 469207"/>
                      <a:gd name="connsiteX3" fmla="*/ 0 w 919326"/>
                      <a:gd name="connsiteY3" fmla="*/ 188643 h 469207"/>
                      <a:gd name="connsiteX4" fmla="*/ 151021 w 919326"/>
                      <a:gd name="connsiteY4" fmla="*/ 375358 h 469207"/>
                      <a:gd name="connsiteX5" fmla="*/ 202851 w 919326"/>
                      <a:gd name="connsiteY5" fmla="*/ 469208 h 469207"/>
                      <a:gd name="connsiteX6" fmla="*/ 885327 w 919326"/>
                      <a:gd name="connsiteY6" fmla="*/ 410027 h 469207"/>
                      <a:gd name="connsiteX7" fmla="*/ 918165 w 919326"/>
                      <a:gd name="connsiteY7" fmla="*/ 151602 h 4692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919326" h="469207">
                        <a:moveTo>
                          <a:pt x="918165" y="151602"/>
                        </a:moveTo>
                        <a:cubicBezTo>
                          <a:pt x="770436" y="170473"/>
                          <a:pt x="614436" y="128454"/>
                          <a:pt x="516972" y="15660"/>
                        </a:cubicBezTo>
                        <a:cubicBezTo>
                          <a:pt x="512623" y="10626"/>
                          <a:pt x="509509" y="5349"/>
                          <a:pt x="507379" y="0"/>
                        </a:cubicBezTo>
                        <a:cubicBezTo>
                          <a:pt x="336244" y="20816"/>
                          <a:pt x="142816" y="110123"/>
                          <a:pt x="0" y="188643"/>
                        </a:cubicBezTo>
                        <a:cubicBezTo>
                          <a:pt x="62876" y="234955"/>
                          <a:pt x="111761" y="307787"/>
                          <a:pt x="151021" y="375358"/>
                        </a:cubicBezTo>
                        <a:cubicBezTo>
                          <a:pt x="168989" y="406284"/>
                          <a:pt x="186070" y="437669"/>
                          <a:pt x="202851" y="469208"/>
                        </a:cubicBezTo>
                        <a:cubicBezTo>
                          <a:pt x="444786" y="462842"/>
                          <a:pt x="727246" y="430432"/>
                          <a:pt x="885327" y="410027"/>
                        </a:cubicBezTo>
                        <a:cubicBezTo>
                          <a:pt x="913211" y="330443"/>
                          <a:pt x="922933" y="240675"/>
                          <a:pt x="918165" y="151602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9" name="任意多边形 98">
                    <a:extLst>
                      <a:ext uri="{FF2B5EF4-FFF2-40B4-BE49-F238E27FC236}">
                        <a16:creationId xmlns:a16="http://schemas.microsoft.com/office/drawing/2014/main" id="{0E02DEFA-EC37-E9B1-EEC5-E23A916D0291}"/>
                      </a:ext>
                    </a:extLst>
                  </p:cNvPr>
                  <p:cNvSpPr/>
                  <p:nvPr/>
                </p:nvSpPr>
                <p:spPr>
                  <a:xfrm>
                    <a:off x="7609749" y="4816567"/>
                    <a:ext cx="593697" cy="289683"/>
                  </a:xfrm>
                  <a:custGeom>
                    <a:avLst/>
                    <a:gdLst>
                      <a:gd name="connsiteX0" fmla="*/ 404642 w 593697"/>
                      <a:gd name="connsiteY0" fmla="*/ 111503 h 289683"/>
                      <a:gd name="connsiteX1" fmla="*/ 250644 w 593697"/>
                      <a:gd name="connsiteY1" fmla="*/ 0 h 289683"/>
                      <a:gd name="connsiteX2" fmla="*/ 26202 w 593697"/>
                      <a:gd name="connsiteY2" fmla="*/ 136135 h 289683"/>
                      <a:gd name="connsiteX3" fmla="*/ 593697 w 593697"/>
                      <a:gd name="connsiteY3" fmla="*/ 281557 h 289683"/>
                      <a:gd name="connsiteX4" fmla="*/ 404642 w 593697"/>
                      <a:gd name="connsiteY4" fmla="*/ 111503 h 2896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93697" h="289683">
                        <a:moveTo>
                          <a:pt x="404642" y="111503"/>
                        </a:moveTo>
                        <a:cubicBezTo>
                          <a:pt x="359492" y="74946"/>
                          <a:pt x="307089" y="33386"/>
                          <a:pt x="250644" y="0"/>
                        </a:cubicBezTo>
                        <a:cubicBezTo>
                          <a:pt x="118873" y="71372"/>
                          <a:pt x="26202" y="136135"/>
                          <a:pt x="26202" y="136135"/>
                        </a:cubicBezTo>
                        <a:cubicBezTo>
                          <a:pt x="-98170" y="289634"/>
                          <a:pt x="241648" y="303333"/>
                          <a:pt x="593697" y="281557"/>
                        </a:cubicBezTo>
                        <a:cubicBezTo>
                          <a:pt x="536082" y="218827"/>
                          <a:pt x="468728" y="163390"/>
                          <a:pt x="404642" y="11150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" name="任意多边形 99">
                    <a:extLst>
                      <a:ext uri="{FF2B5EF4-FFF2-40B4-BE49-F238E27FC236}">
                        <a16:creationId xmlns:a16="http://schemas.microsoft.com/office/drawing/2014/main" id="{FFA4E4BE-A633-CEB9-7385-4B655F6E4E8C}"/>
                      </a:ext>
                    </a:extLst>
                  </p:cNvPr>
                  <p:cNvSpPr/>
                  <p:nvPr/>
                </p:nvSpPr>
                <p:spPr>
                  <a:xfrm>
                    <a:off x="7870680" y="4997892"/>
                    <a:ext cx="332782" cy="108307"/>
                  </a:xfrm>
                  <a:custGeom>
                    <a:avLst/>
                    <a:gdLst>
                      <a:gd name="connsiteX0" fmla="*/ 227791 w 332782"/>
                      <a:gd name="connsiteY0" fmla="*/ 0 h 108307"/>
                      <a:gd name="connsiteX1" fmla="*/ 81344 w 332782"/>
                      <a:gd name="connsiteY1" fmla="*/ 74679 h 108307"/>
                      <a:gd name="connsiteX2" fmla="*/ 0 w 332782"/>
                      <a:gd name="connsiteY2" fmla="*/ 106170 h 108307"/>
                      <a:gd name="connsiteX3" fmla="*/ 332783 w 332782"/>
                      <a:gd name="connsiteY3" fmla="*/ 100224 h 108307"/>
                      <a:gd name="connsiteX4" fmla="*/ 227791 w 332782"/>
                      <a:gd name="connsiteY4" fmla="*/ 0 h 1083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32782" h="108307">
                        <a:moveTo>
                          <a:pt x="227791" y="0"/>
                        </a:moveTo>
                        <a:cubicBezTo>
                          <a:pt x="180107" y="27053"/>
                          <a:pt x="131835" y="53016"/>
                          <a:pt x="81344" y="74679"/>
                        </a:cubicBezTo>
                        <a:cubicBezTo>
                          <a:pt x="56437" y="85370"/>
                          <a:pt x="28836" y="96512"/>
                          <a:pt x="0" y="106170"/>
                        </a:cubicBezTo>
                        <a:cubicBezTo>
                          <a:pt x="98215" y="110785"/>
                          <a:pt x="214744" y="107526"/>
                          <a:pt x="332783" y="100224"/>
                        </a:cubicBezTo>
                        <a:cubicBezTo>
                          <a:pt x="300122" y="64683"/>
                          <a:pt x="264315" y="31539"/>
                          <a:pt x="227791" y="0"/>
                        </a:cubicBezTo>
                        <a:close/>
                      </a:path>
                    </a:pathLst>
                  </a:custGeom>
                  <a:solidFill>
                    <a:srgbClr val="B7C2E6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任意多边形 100">
                    <a:extLst>
                      <a:ext uri="{FF2B5EF4-FFF2-40B4-BE49-F238E27FC236}">
                        <a16:creationId xmlns:a16="http://schemas.microsoft.com/office/drawing/2014/main" id="{6485C46C-A1C9-7C6F-5237-652A024FAF7E}"/>
                      </a:ext>
                    </a:extLst>
                  </p:cNvPr>
                  <p:cNvSpPr/>
                  <p:nvPr/>
                </p:nvSpPr>
                <p:spPr>
                  <a:xfrm>
                    <a:off x="7679673" y="4945093"/>
                    <a:ext cx="1167401" cy="121267"/>
                  </a:xfrm>
                  <a:custGeom>
                    <a:avLst/>
                    <a:gdLst>
                      <a:gd name="connsiteX0" fmla="*/ 9610 w 1167401"/>
                      <a:gd name="connsiteY0" fmla="*/ 109397 h 121267"/>
                      <a:gd name="connsiteX1" fmla="*/ 0 w 1167401"/>
                      <a:gd name="connsiteY1" fmla="*/ 121169 h 121267"/>
                      <a:gd name="connsiteX2" fmla="*/ 1165296 w 1167401"/>
                      <a:gd name="connsiteY2" fmla="*/ 12586 h 121267"/>
                      <a:gd name="connsiteX3" fmla="*/ 1167401 w 1167401"/>
                      <a:gd name="connsiteY3" fmla="*/ 0 h 121267"/>
                      <a:gd name="connsiteX4" fmla="*/ 9610 w 1167401"/>
                      <a:gd name="connsiteY4" fmla="*/ 109397 h 1212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67401" h="121267">
                        <a:moveTo>
                          <a:pt x="9610" y="109397"/>
                        </a:moveTo>
                        <a:cubicBezTo>
                          <a:pt x="6866" y="113649"/>
                          <a:pt x="3687" y="117619"/>
                          <a:pt x="0" y="121169"/>
                        </a:cubicBezTo>
                        <a:cubicBezTo>
                          <a:pt x="594540" y="124436"/>
                          <a:pt x="1016768" y="45319"/>
                          <a:pt x="1165296" y="12586"/>
                        </a:cubicBezTo>
                        <a:cubicBezTo>
                          <a:pt x="1166005" y="8391"/>
                          <a:pt x="1166699" y="4196"/>
                          <a:pt x="1167401" y="0"/>
                        </a:cubicBezTo>
                        <a:cubicBezTo>
                          <a:pt x="1024739" y="31741"/>
                          <a:pt x="604545" y="111794"/>
                          <a:pt x="9610" y="10939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" name="任意多边形 101">
                    <a:extLst>
                      <a:ext uri="{FF2B5EF4-FFF2-40B4-BE49-F238E27FC236}">
                        <a16:creationId xmlns:a16="http://schemas.microsoft.com/office/drawing/2014/main" id="{444063D9-E624-D947-CF1C-ABD1BC651F8D}"/>
                      </a:ext>
                    </a:extLst>
                  </p:cNvPr>
                  <p:cNvSpPr/>
                  <p:nvPr/>
                </p:nvSpPr>
                <p:spPr>
                  <a:xfrm>
                    <a:off x="7956504" y="4764418"/>
                    <a:ext cx="180309" cy="136540"/>
                  </a:xfrm>
                  <a:custGeom>
                    <a:avLst/>
                    <a:gdLst>
                      <a:gd name="connsiteX0" fmla="*/ 4331 w 180309"/>
                      <a:gd name="connsiteY0" fmla="*/ 16931 h 136540"/>
                      <a:gd name="connsiteX1" fmla="*/ 164566 w 180309"/>
                      <a:gd name="connsiteY1" fmla="*/ 134154 h 136540"/>
                      <a:gd name="connsiteX2" fmla="*/ 177395 w 180309"/>
                      <a:gd name="connsiteY2" fmla="*/ 121398 h 136540"/>
                      <a:gd name="connsiteX3" fmla="*/ 13488 w 180309"/>
                      <a:gd name="connsiteY3" fmla="*/ 1351 h 136540"/>
                      <a:gd name="connsiteX4" fmla="*/ 4331 w 180309"/>
                      <a:gd name="connsiteY4" fmla="*/ 16931 h 136540"/>
                      <a:gd name="connsiteX5" fmla="*/ 4331 w 180309"/>
                      <a:gd name="connsiteY5" fmla="*/ 16931 h 1365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80309" h="136540">
                        <a:moveTo>
                          <a:pt x="4331" y="16931"/>
                        </a:moveTo>
                        <a:cubicBezTo>
                          <a:pt x="61285" y="51019"/>
                          <a:pt x="114914" y="90206"/>
                          <a:pt x="164566" y="134154"/>
                        </a:cubicBezTo>
                        <a:cubicBezTo>
                          <a:pt x="173263" y="141851"/>
                          <a:pt x="186133" y="129136"/>
                          <a:pt x="177395" y="121398"/>
                        </a:cubicBezTo>
                        <a:cubicBezTo>
                          <a:pt x="126613" y="76450"/>
                          <a:pt x="71741" y="36214"/>
                          <a:pt x="13488" y="1351"/>
                        </a:cubicBezTo>
                        <a:cubicBezTo>
                          <a:pt x="3460" y="-4652"/>
                          <a:pt x="-5674" y="10944"/>
                          <a:pt x="4331" y="16931"/>
                        </a:cubicBezTo>
                        <a:lnTo>
                          <a:pt x="4331" y="1693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" name="任意多边形 102">
                    <a:extLst>
                      <a:ext uri="{FF2B5EF4-FFF2-40B4-BE49-F238E27FC236}">
                        <a16:creationId xmlns:a16="http://schemas.microsoft.com/office/drawing/2014/main" id="{2B6D253F-15B5-D155-A104-0890850E03E7}"/>
                      </a:ext>
                    </a:extLst>
                  </p:cNvPr>
                  <p:cNvSpPr/>
                  <p:nvPr/>
                </p:nvSpPr>
                <p:spPr>
                  <a:xfrm>
                    <a:off x="8069666" y="4677549"/>
                    <a:ext cx="205316" cy="164044"/>
                  </a:xfrm>
                  <a:custGeom>
                    <a:avLst/>
                    <a:gdLst>
                      <a:gd name="connsiteX0" fmla="*/ 4124 w 205316"/>
                      <a:gd name="connsiteY0" fmla="*/ 17114 h 164044"/>
                      <a:gd name="connsiteX1" fmla="*/ 189621 w 205316"/>
                      <a:gd name="connsiteY1" fmla="*/ 161600 h 164044"/>
                      <a:gd name="connsiteX2" fmla="*/ 202449 w 205316"/>
                      <a:gd name="connsiteY2" fmla="*/ 148845 h 164044"/>
                      <a:gd name="connsiteX3" fmla="*/ 13281 w 205316"/>
                      <a:gd name="connsiteY3" fmla="*/ 1543 h 164044"/>
                      <a:gd name="connsiteX4" fmla="*/ 4124 w 205316"/>
                      <a:gd name="connsiteY4" fmla="*/ 17114 h 164044"/>
                      <a:gd name="connsiteX5" fmla="*/ 4124 w 205316"/>
                      <a:gd name="connsiteY5" fmla="*/ 17114 h 1640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05316" h="164044">
                        <a:moveTo>
                          <a:pt x="4124" y="17114"/>
                        </a:moveTo>
                        <a:cubicBezTo>
                          <a:pt x="69517" y="60602"/>
                          <a:pt x="131489" y="108890"/>
                          <a:pt x="189621" y="161600"/>
                        </a:cubicBezTo>
                        <a:cubicBezTo>
                          <a:pt x="198229" y="169410"/>
                          <a:pt x="211098" y="156687"/>
                          <a:pt x="202449" y="148845"/>
                        </a:cubicBezTo>
                        <a:cubicBezTo>
                          <a:pt x="143196" y="95118"/>
                          <a:pt x="79933" y="45870"/>
                          <a:pt x="13281" y="1543"/>
                        </a:cubicBezTo>
                        <a:cubicBezTo>
                          <a:pt x="3551" y="-4936"/>
                          <a:pt x="-5542" y="10684"/>
                          <a:pt x="4124" y="17114"/>
                        </a:cubicBezTo>
                        <a:lnTo>
                          <a:pt x="4124" y="171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806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82" name="任意多边形 81">
                <a:extLst>
                  <a:ext uri="{FF2B5EF4-FFF2-40B4-BE49-F238E27FC236}">
                    <a16:creationId xmlns:a16="http://schemas.microsoft.com/office/drawing/2014/main" id="{522F0016-8257-5B3E-673F-436C0968D109}"/>
                  </a:ext>
                </a:extLst>
              </p:cNvPr>
              <p:cNvSpPr/>
              <p:nvPr/>
            </p:nvSpPr>
            <p:spPr>
              <a:xfrm>
                <a:off x="9118849" y="2021965"/>
                <a:ext cx="288751" cy="210355"/>
              </a:xfrm>
              <a:custGeom>
                <a:avLst/>
                <a:gdLst>
                  <a:gd name="connsiteX0" fmla="*/ 12663 w 288751"/>
                  <a:gd name="connsiteY0" fmla="*/ 199607 h 210355"/>
                  <a:gd name="connsiteX1" fmla="*/ 1044 w 288751"/>
                  <a:gd name="connsiteY1" fmla="*/ 129688 h 210355"/>
                  <a:gd name="connsiteX2" fmla="*/ 51471 w 288751"/>
                  <a:gd name="connsiteY2" fmla="*/ 47432 h 210355"/>
                  <a:gd name="connsiteX3" fmla="*/ 249546 w 288751"/>
                  <a:gd name="connsiteY3" fmla="*/ 26866 h 210355"/>
                  <a:gd name="connsiteX4" fmla="*/ 284482 w 288751"/>
                  <a:gd name="connsiteY4" fmla="*/ 137909 h 210355"/>
                  <a:gd name="connsiteX5" fmla="*/ 175721 w 288751"/>
                  <a:gd name="connsiteY5" fmla="*/ 203714 h 210355"/>
                  <a:gd name="connsiteX6" fmla="*/ 12663 w 288751"/>
                  <a:gd name="connsiteY6" fmla="*/ 199607 h 210355"/>
                  <a:gd name="connsiteX7" fmla="*/ 12663 w 288751"/>
                  <a:gd name="connsiteY7" fmla="*/ 199607 h 21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8751" h="210355">
                    <a:moveTo>
                      <a:pt x="12663" y="199607"/>
                    </a:moveTo>
                    <a:cubicBezTo>
                      <a:pt x="7015" y="187658"/>
                      <a:pt x="-3312" y="161622"/>
                      <a:pt x="1044" y="129688"/>
                    </a:cubicBezTo>
                    <a:cubicBezTo>
                      <a:pt x="7095" y="85304"/>
                      <a:pt x="37513" y="59365"/>
                      <a:pt x="51471" y="47432"/>
                    </a:cubicBezTo>
                    <a:cubicBezTo>
                      <a:pt x="100768" y="5404"/>
                      <a:pt x="194036" y="-23859"/>
                      <a:pt x="249546" y="26866"/>
                    </a:cubicBezTo>
                    <a:cubicBezTo>
                      <a:pt x="276817" y="51837"/>
                      <a:pt x="298198" y="99109"/>
                      <a:pt x="284482" y="137909"/>
                    </a:cubicBezTo>
                    <a:cubicBezTo>
                      <a:pt x="268265" y="183575"/>
                      <a:pt x="210980" y="196033"/>
                      <a:pt x="175721" y="203714"/>
                    </a:cubicBezTo>
                    <a:cubicBezTo>
                      <a:pt x="97621" y="220738"/>
                      <a:pt x="13389" y="199671"/>
                      <a:pt x="12663" y="199607"/>
                    </a:cubicBezTo>
                    <a:lnTo>
                      <a:pt x="12663" y="199607"/>
                    </a:lnTo>
                    <a:close/>
                  </a:path>
                </a:pathLst>
              </a:custGeom>
              <a:solidFill>
                <a:srgbClr val="003C58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 82">
                <a:extLst>
                  <a:ext uri="{FF2B5EF4-FFF2-40B4-BE49-F238E27FC236}">
                    <a16:creationId xmlns:a16="http://schemas.microsoft.com/office/drawing/2014/main" id="{5C563E96-9F9C-AC9E-F237-38590A3CDE70}"/>
                  </a:ext>
                </a:extLst>
              </p:cNvPr>
              <p:cNvSpPr/>
              <p:nvPr/>
            </p:nvSpPr>
            <p:spPr>
              <a:xfrm>
                <a:off x="9113753" y="2583061"/>
                <a:ext cx="1282615" cy="885308"/>
              </a:xfrm>
              <a:custGeom>
                <a:avLst/>
                <a:gdLst>
                  <a:gd name="connsiteX0" fmla="*/ 1223717 w 1282615"/>
                  <a:gd name="connsiteY0" fmla="*/ 585084 h 885308"/>
                  <a:gd name="connsiteX1" fmla="*/ 845963 w 1282615"/>
                  <a:gd name="connsiteY1" fmla="*/ 36969 h 885308"/>
                  <a:gd name="connsiteX2" fmla="*/ 549213 w 1282615"/>
                  <a:gd name="connsiteY2" fmla="*/ 0 h 885308"/>
                  <a:gd name="connsiteX3" fmla="*/ 424559 w 1282615"/>
                  <a:gd name="connsiteY3" fmla="*/ 138790 h 885308"/>
                  <a:gd name="connsiteX4" fmla="*/ 101587 w 1282615"/>
                  <a:gd name="connsiteY4" fmla="*/ 111922 h 885308"/>
                  <a:gd name="connsiteX5" fmla="*/ 97634 w 1282615"/>
                  <a:gd name="connsiteY5" fmla="*/ 109010 h 885308"/>
                  <a:gd name="connsiteX6" fmla="*/ 53259 w 1282615"/>
                  <a:gd name="connsiteY6" fmla="*/ 166302 h 885308"/>
                  <a:gd name="connsiteX7" fmla="*/ 3639 w 1282615"/>
                  <a:gd name="connsiteY7" fmla="*/ 474235 h 885308"/>
                  <a:gd name="connsiteX8" fmla="*/ 1945 w 1282615"/>
                  <a:gd name="connsiteY8" fmla="*/ 675214 h 885308"/>
                  <a:gd name="connsiteX9" fmla="*/ 466917 w 1282615"/>
                  <a:gd name="connsiteY9" fmla="*/ 885198 h 885308"/>
                  <a:gd name="connsiteX10" fmla="*/ 777464 w 1282615"/>
                  <a:gd name="connsiteY10" fmla="*/ 827051 h 885308"/>
                  <a:gd name="connsiteX11" fmla="*/ 1066468 w 1282615"/>
                  <a:gd name="connsiteY11" fmla="*/ 719396 h 885308"/>
                  <a:gd name="connsiteX12" fmla="*/ 1282616 w 1282615"/>
                  <a:gd name="connsiteY12" fmla="*/ 709391 h 885308"/>
                  <a:gd name="connsiteX13" fmla="*/ 1223717 w 1282615"/>
                  <a:gd name="connsiteY13" fmla="*/ 585084 h 885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82615" h="885308">
                    <a:moveTo>
                      <a:pt x="1223717" y="585084"/>
                    </a:moveTo>
                    <a:cubicBezTo>
                      <a:pt x="1190235" y="519602"/>
                      <a:pt x="1056221" y="306649"/>
                      <a:pt x="845963" y="36969"/>
                    </a:cubicBezTo>
                    <a:cubicBezTo>
                      <a:pt x="741802" y="15071"/>
                      <a:pt x="641595" y="2945"/>
                      <a:pt x="549213" y="0"/>
                    </a:cubicBezTo>
                    <a:cubicBezTo>
                      <a:pt x="520893" y="56421"/>
                      <a:pt x="479746" y="105839"/>
                      <a:pt x="424559" y="138790"/>
                    </a:cubicBezTo>
                    <a:cubicBezTo>
                      <a:pt x="319591" y="201488"/>
                      <a:pt x="198649" y="176525"/>
                      <a:pt x="101587" y="111922"/>
                    </a:cubicBezTo>
                    <a:cubicBezTo>
                      <a:pt x="100216" y="110995"/>
                      <a:pt x="98925" y="110010"/>
                      <a:pt x="97634" y="109010"/>
                    </a:cubicBezTo>
                    <a:cubicBezTo>
                      <a:pt x="78835" y="126195"/>
                      <a:pt x="63828" y="145269"/>
                      <a:pt x="53259" y="166302"/>
                    </a:cubicBezTo>
                    <a:cubicBezTo>
                      <a:pt x="18646" y="235084"/>
                      <a:pt x="10417" y="367629"/>
                      <a:pt x="3639" y="474235"/>
                    </a:cubicBezTo>
                    <a:cubicBezTo>
                      <a:pt x="-1363" y="553707"/>
                      <a:pt x="-476" y="622093"/>
                      <a:pt x="1945" y="675214"/>
                    </a:cubicBezTo>
                    <a:cubicBezTo>
                      <a:pt x="156371" y="756712"/>
                      <a:pt x="281751" y="881785"/>
                      <a:pt x="466917" y="885198"/>
                    </a:cubicBezTo>
                    <a:cubicBezTo>
                      <a:pt x="573902" y="887175"/>
                      <a:pt x="677256" y="862438"/>
                      <a:pt x="777464" y="827051"/>
                    </a:cubicBezTo>
                    <a:cubicBezTo>
                      <a:pt x="874121" y="792914"/>
                      <a:pt x="966341" y="742850"/>
                      <a:pt x="1066468" y="719396"/>
                    </a:cubicBezTo>
                    <a:cubicBezTo>
                      <a:pt x="1138033" y="702622"/>
                      <a:pt x="1211293" y="699597"/>
                      <a:pt x="1282616" y="709391"/>
                    </a:cubicBezTo>
                    <a:cubicBezTo>
                      <a:pt x="1274063" y="690084"/>
                      <a:pt x="1250666" y="637851"/>
                      <a:pt x="1223717" y="58508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 83">
                <a:extLst>
                  <a:ext uri="{FF2B5EF4-FFF2-40B4-BE49-F238E27FC236}">
                    <a16:creationId xmlns:a16="http://schemas.microsoft.com/office/drawing/2014/main" id="{76BB660D-99CD-17B2-0F55-61A5132C0C28}"/>
                  </a:ext>
                </a:extLst>
              </p:cNvPr>
              <p:cNvSpPr/>
              <p:nvPr/>
            </p:nvSpPr>
            <p:spPr>
              <a:xfrm>
                <a:off x="9113799" y="3163256"/>
                <a:ext cx="1282569" cy="305105"/>
              </a:xfrm>
              <a:custGeom>
                <a:avLst/>
                <a:gdLst>
                  <a:gd name="connsiteX0" fmla="*/ 1117897 w 1282569"/>
                  <a:gd name="connsiteY0" fmla="*/ 25133 h 305105"/>
                  <a:gd name="connsiteX1" fmla="*/ 728201 w 1282569"/>
                  <a:gd name="connsiteY1" fmla="*/ 165012 h 305105"/>
                  <a:gd name="connsiteX2" fmla="*/ 393773 w 1282569"/>
                  <a:gd name="connsiteY2" fmla="*/ 214284 h 305105"/>
                  <a:gd name="connsiteX3" fmla="*/ 43 w 1282569"/>
                  <a:gd name="connsiteY3" fmla="*/ 0 h 305105"/>
                  <a:gd name="connsiteX4" fmla="*/ 1899 w 1282569"/>
                  <a:gd name="connsiteY4" fmla="*/ 95012 h 305105"/>
                  <a:gd name="connsiteX5" fmla="*/ 466871 w 1282569"/>
                  <a:gd name="connsiteY5" fmla="*/ 304995 h 305105"/>
                  <a:gd name="connsiteX6" fmla="*/ 777418 w 1282569"/>
                  <a:gd name="connsiteY6" fmla="*/ 246848 h 305105"/>
                  <a:gd name="connsiteX7" fmla="*/ 1066421 w 1282569"/>
                  <a:gd name="connsiteY7" fmla="*/ 139193 h 305105"/>
                  <a:gd name="connsiteX8" fmla="*/ 1282570 w 1282569"/>
                  <a:gd name="connsiteY8" fmla="*/ 129189 h 305105"/>
                  <a:gd name="connsiteX9" fmla="*/ 1237307 w 1282569"/>
                  <a:gd name="connsiteY9" fmla="*/ 32031 h 305105"/>
                  <a:gd name="connsiteX10" fmla="*/ 1117897 w 1282569"/>
                  <a:gd name="connsiteY10" fmla="*/ 25133 h 305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82569" h="305105">
                    <a:moveTo>
                      <a:pt x="1117897" y="25133"/>
                    </a:moveTo>
                    <a:cubicBezTo>
                      <a:pt x="955322" y="33338"/>
                      <a:pt x="881417" y="110107"/>
                      <a:pt x="728201" y="165012"/>
                    </a:cubicBezTo>
                    <a:cubicBezTo>
                      <a:pt x="679550" y="182447"/>
                      <a:pt x="543116" y="231357"/>
                      <a:pt x="393773" y="214284"/>
                    </a:cubicBezTo>
                    <a:cubicBezTo>
                      <a:pt x="328582" y="206821"/>
                      <a:pt x="166651" y="175976"/>
                      <a:pt x="43" y="0"/>
                    </a:cubicBezTo>
                    <a:cubicBezTo>
                      <a:pt x="-199" y="35396"/>
                      <a:pt x="608" y="67322"/>
                      <a:pt x="1899" y="95012"/>
                    </a:cubicBezTo>
                    <a:cubicBezTo>
                      <a:pt x="156325" y="176509"/>
                      <a:pt x="281785" y="301583"/>
                      <a:pt x="466871" y="304995"/>
                    </a:cubicBezTo>
                    <a:cubicBezTo>
                      <a:pt x="573856" y="306972"/>
                      <a:pt x="677210" y="282235"/>
                      <a:pt x="777418" y="246848"/>
                    </a:cubicBezTo>
                    <a:cubicBezTo>
                      <a:pt x="874075" y="212711"/>
                      <a:pt x="966295" y="162648"/>
                      <a:pt x="1066421" y="139193"/>
                    </a:cubicBezTo>
                    <a:cubicBezTo>
                      <a:pt x="1137986" y="122419"/>
                      <a:pt x="1211247" y="119394"/>
                      <a:pt x="1282570" y="129189"/>
                    </a:cubicBezTo>
                    <a:cubicBezTo>
                      <a:pt x="1275550" y="113230"/>
                      <a:pt x="1258284" y="74728"/>
                      <a:pt x="1237307" y="32031"/>
                    </a:cubicBezTo>
                    <a:cubicBezTo>
                      <a:pt x="1209794" y="27472"/>
                      <a:pt x="1168162" y="22599"/>
                      <a:pt x="1117897" y="25133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 84">
                <a:extLst>
                  <a:ext uri="{FF2B5EF4-FFF2-40B4-BE49-F238E27FC236}">
                    <a16:creationId xmlns:a16="http://schemas.microsoft.com/office/drawing/2014/main" id="{72A761B1-5180-D2D8-878E-C9E354C009B6}"/>
                  </a:ext>
                </a:extLst>
              </p:cNvPr>
              <p:cNvSpPr/>
              <p:nvPr/>
            </p:nvSpPr>
            <p:spPr>
              <a:xfrm>
                <a:off x="9198780" y="1953786"/>
                <a:ext cx="347444" cy="250899"/>
              </a:xfrm>
              <a:custGeom>
                <a:avLst/>
                <a:gdLst>
                  <a:gd name="connsiteX0" fmla="*/ 8654 w 347444"/>
                  <a:gd name="connsiteY0" fmla="*/ 153935 h 250899"/>
                  <a:gd name="connsiteX1" fmla="*/ 152349 w 347444"/>
                  <a:gd name="connsiteY1" fmla="*/ 840 h 250899"/>
                  <a:gd name="connsiteX2" fmla="*/ 347359 w 347444"/>
                  <a:gd name="connsiteY2" fmla="*/ 184554 h 250899"/>
                  <a:gd name="connsiteX3" fmla="*/ 275551 w 347444"/>
                  <a:gd name="connsiteY3" fmla="*/ 189661 h 250899"/>
                  <a:gd name="connsiteX4" fmla="*/ 260141 w 347444"/>
                  <a:gd name="connsiteY4" fmla="*/ 250899 h 250899"/>
                  <a:gd name="connsiteX5" fmla="*/ 137020 w 347444"/>
                  <a:gd name="connsiteY5" fmla="*/ 169249 h 250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7444" h="250899">
                    <a:moveTo>
                      <a:pt x="8654" y="153935"/>
                    </a:moveTo>
                    <a:cubicBezTo>
                      <a:pt x="8654" y="153935"/>
                      <a:pt x="-52907" y="16146"/>
                      <a:pt x="152349" y="840"/>
                    </a:cubicBezTo>
                    <a:cubicBezTo>
                      <a:pt x="357686" y="-14473"/>
                      <a:pt x="347359" y="184554"/>
                      <a:pt x="347359" y="184554"/>
                    </a:cubicBezTo>
                    <a:lnTo>
                      <a:pt x="275551" y="189661"/>
                    </a:lnTo>
                    <a:lnTo>
                      <a:pt x="260141" y="250899"/>
                    </a:lnTo>
                    <a:lnTo>
                      <a:pt x="137020" y="169249"/>
                    </a:lnTo>
                  </a:path>
                </a:pathLst>
              </a:custGeom>
              <a:solidFill>
                <a:srgbClr val="003C58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86" name="组合 85">
                <a:extLst>
                  <a:ext uri="{FF2B5EF4-FFF2-40B4-BE49-F238E27FC236}">
                    <a16:creationId xmlns:a16="http://schemas.microsoft.com/office/drawing/2014/main" id="{559EE93C-64C4-AF9C-47D7-3725844896AC}"/>
                  </a:ext>
                </a:extLst>
              </p:cNvPr>
              <p:cNvGrpSpPr/>
              <p:nvPr/>
            </p:nvGrpSpPr>
            <p:grpSpPr>
              <a:xfrm>
                <a:off x="9315468" y="1759504"/>
                <a:ext cx="647802" cy="373898"/>
                <a:chOff x="9315468" y="1759504"/>
                <a:chExt cx="647802" cy="373898"/>
              </a:xfrm>
              <a:solidFill>
                <a:srgbClr val="003C58"/>
              </a:solidFill>
            </p:grpSpPr>
            <p:sp>
              <p:nvSpPr>
                <p:cNvPr id="91" name="任意多边形 90">
                  <a:extLst>
                    <a:ext uri="{FF2B5EF4-FFF2-40B4-BE49-F238E27FC236}">
                      <a16:creationId xmlns:a16="http://schemas.microsoft.com/office/drawing/2014/main" id="{CD3738EB-6DD1-8F98-EE95-83DB6162F1F8}"/>
                    </a:ext>
                  </a:extLst>
                </p:cNvPr>
                <p:cNvSpPr/>
                <p:nvPr/>
              </p:nvSpPr>
              <p:spPr>
                <a:xfrm>
                  <a:off x="9315468" y="2005012"/>
                  <a:ext cx="158873" cy="128390"/>
                </a:xfrm>
                <a:custGeom>
                  <a:avLst/>
                  <a:gdLst>
                    <a:gd name="connsiteX0" fmla="*/ 146841 w 158873"/>
                    <a:gd name="connsiteY0" fmla="*/ 128374 h 128390"/>
                    <a:gd name="connsiteX1" fmla="*/ 147003 w 158873"/>
                    <a:gd name="connsiteY1" fmla="*/ 128390 h 128390"/>
                    <a:gd name="connsiteX2" fmla="*/ 110696 w 158873"/>
                    <a:gd name="connsiteY2" fmla="*/ 11369 h 128390"/>
                    <a:gd name="connsiteX3" fmla="*/ 0 w 158873"/>
                    <a:gd name="connsiteY3" fmla="*/ 98610 h 128390"/>
                    <a:gd name="connsiteX4" fmla="*/ 146841 w 158873"/>
                    <a:gd name="connsiteY4" fmla="*/ 128374 h 1283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8873" h="128390">
                      <a:moveTo>
                        <a:pt x="146841" y="128374"/>
                      </a:moveTo>
                      <a:cubicBezTo>
                        <a:pt x="146922" y="128374"/>
                        <a:pt x="146922" y="128390"/>
                        <a:pt x="147003" y="128390"/>
                      </a:cubicBezTo>
                      <a:cubicBezTo>
                        <a:pt x="170401" y="89582"/>
                        <a:pt x="159670" y="48216"/>
                        <a:pt x="110696" y="11369"/>
                      </a:cubicBezTo>
                      <a:cubicBezTo>
                        <a:pt x="61883" y="-25390"/>
                        <a:pt x="22671" y="33185"/>
                        <a:pt x="0" y="98610"/>
                      </a:cubicBezTo>
                      <a:cubicBezTo>
                        <a:pt x="50346" y="102854"/>
                        <a:pt x="96738" y="123848"/>
                        <a:pt x="146841" y="128374"/>
                      </a:cubicBezTo>
                      <a:close/>
                    </a:path>
                  </a:pathLst>
                </a:custGeom>
                <a:solidFill>
                  <a:srgbClr val="003C5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任意多边形 91">
                  <a:extLst>
                    <a:ext uri="{FF2B5EF4-FFF2-40B4-BE49-F238E27FC236}">
                      <a16:creationId xmlns:a16="http://schemas.microsoft.com/office/drawing/2014/main" id="{7DAEAB67-0F2E-60F9-0578-8DD841E6938D}"/>
                    </a:ext>
                  </a:extLst>
                </p:cNvPr>
                <p:cNvSpPr/>
                <p:nvPr/>
              </p:nvSpPr>
              <p:spPr>
                <a:xfrm>
                  <a:off x="9432034" y="1868571"/>
                  <a:ext cx="180560" cy="227743"/>
                </a:xfrm>
                <a:custGeom>
                  <a:avLst/>
                  <a:gdLst>
                    <a:gd name="connsiteX0" fmla="*/ 8491 w 180560"/>
                    <a:gd name="connsiteY0" fmla="*/ 227499 h 227743"/>
                    <a:gd name="connsiteX1" fmla="*/ 132338 w 180560"/>
                    <a:gd name="connsiteY1" fmla="*/ 11367 h 227743"/>
                    <a:gd name="connsiteX2" fmla="*/ 8491 w 180560"/>
                    <a:gd name="connsiteY2" fmla="*/ 227499 h 227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560" h="227743">
                      <a:moveTo>
                        <a:pt x="8491" y="227499"/>
                      </a:moveTo>
                      <a:cubicBezTo>
                        <a:pt x="-22895" y="237471"/>
                        <a:pt x="35923" y="-61158"/>
                        <a:pt x="132338" y="11367"/>
                      </a:cubicBezTo>
                      <a:cubicBezTo>
                        <a:pt x="228753" y="83884"/>
                        <a:pt x="177117" y="173942"/>
                        <a:pt x="8491" y="227499"/>
                      </a:cubicBezTo>
                      <a:close/>
                    </a:path>
                  </a:pathLst>
                </a:custGeom>
                <a:solidFill>
                  <a:srgbClr val="003C5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3" name="任意多边形 92">
                  <a:extLst>
                    <a:ext uri="{FF2B5EF4-FFF2-40B4-BE49-F238E27FC236}">
                      <a16:creationId xmlns:a16="http://schemas.microsoft.com/office/drawing/2014/main" id="{64F86D0B-1F60-3113-3D61-14568AD3956C}"/>
                    </a:ext>
                  </a:extLst>
                </p:cNvPr>
                <p:cNvSpPr/>
                <p:nvPr/>
              </p:nvSpPr>
              <p:spPr>
                <a:xfrm>
                  <a:off x="9560365" y="1781143"/>
                  <a:ext cx="205124" cy="203004"/>
                </a:xfrm>
                <a:custGeom>
                  <a:avLst/>
                  <a:gdLst>
                    <a:gd name="connsiteX0" fmla="*/ 5461 w 205124"/>
                    <a:gd name="connsiteY0" fmla="*/ 202981 h 203004"/>
                    <a:gd name="connsiteX1" fmla="*/ 173199 w 205124"/>
                    <a:gd name="connsiteY1" fmla="*/ 18420 h 203004"/>
                    <a:gd name="connsiteX2" fmla="*/ 5461 w 205124"/>
                    <a:gd name="connsiteY2" fmla="*/ 202981 h 203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5124" h="203004">
                      <a:moveTo>
                        <a:pt x="5461" y="202981"/>
                      </a:moveTo>
                      <a:cubicBezTo>
                        <a:pt x="-27297" y="205998"/>
                        <a:pt x="94776" y="-73042"/>
                        <a:pt x="173199" y="18420"/>
                      </a:cubicBezTo>
                      <a:cubicBezTo>
                        <a:pt x="251622" y="109873"/>
                        <a:pt x="181751" y="186771"/>
                        <a:pt x="5461" y="202981"/>
                      </a:cubicBezTo>
                      <a:close/>
                    </a:path>
                  </a:pathLst>
                </a:custGeom>
                <a:solidFill>
                  <a:srgbClr val="003C5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4" name="任意多边形 93">
                  <a:extLst>
                    <a:ext uri="{FF2B5EF4-FFF2-40B4-BE49-F238E27FC236}">
                      <a16:creationId xmlns:a16="http://schemas.microsoft.com/office/drawing/2014/main" id="{2F69FD5A-87CB-F04D-7E7C-EE1A5D10135E}"/>
                    </a:ext>
                  </a:extLst>
                </p:cNvPr>
                <p:cNvSpPr/>
                <p:nvPr/>
              </p:nvSpPr>
              <p:spPr>
                <a:xfrm>
                  <a:off x="9728301" y="1759504"/>
                  <a:ext cx="234968" cy="164374"/>
                </a:xfrm>
                <a:custGeom>
                  <a:avLst/>
                  <a:gdLst>
                    <a:gd name="connsiteX0" fmla="*/ 3245 w 234968"/>
                    <a:gd name="connsiteY0" fmla="*/ 147011 h 164374"/>
                    <a:gd name="connsiteX1" fmla="*/ 225122 w 234968"/>
                    <a:gd name="connsiteY1" fmla="*/ 32265 h 164374"/>
                    <a:gd name="connsiteX2" fmla="*/ 3245 w 234968"/>
                    <a:gd name="connsiteY2" fmla="*/ 147011 h 164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4968" h="164374">
                      <a:moveTo>
                        <a:pt x="3245" y="147011"/>
                      </a:moveTo>
                      <a:cubicBezTo>
                        <a:pt x="-28624" y="138451"/>
                        <a:pt x="183732" y="-80666"/>
                        <a:pt x="225122" y="32265"/>
                      </a:cubicBezTo>
                      <a:cubicBezTo>
                        <a:pt x="266592" y="145196"/>
                        <a:pt x="174131" y="193008"/>
                        <a:pt x="3245" y="147011"/>
                      </a:cubicBezTo>
                      <a:close/>
                    </a:path>
                  </a:pathLst>
                </a:custGeom>
                <a:solidFill>
                  <a:srgbClr val="003C58"/>
                </a:solidFill>
                <a:ln w="806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7" name="任意多边形 86">
                <a:extLst>
                  <a:ext uri="{FF2B5EF4-FFF2-40B4-BE49-F238E27FC236}">
                    <a16:creationId xmlns:a16="http://schemas.microsoft.com/office/drawing/2014/main" id="{9C5B343B-C893-9870-6701-266BCADCD509}"/>
                  </a:ext>
                </a:extLst>
              </p:cNvPr>
              <p:cNvSpPr/>
              <p:nvPr/>
            </p:nvSpPr>
            <p:spPr>
              <a:xfrm>
                <a:off x="10566608" y="1640804"/>
                <a:ext cx="185811" cy="277135"/>
              </a:xfrm>
              <a:custGeom>
                <a:avLst/>
                <a:gdLst>
                  <a:gd name="connsiteX0" fmla="*/ 0 w 185811"/>
                  <a:gd name="connsiteY0" fmla="*/ 0 h 277135"/>
                  <a:gd name="connsiteX1" fmla="*/ 61964 w 185811"/>
                  <a:gd name="connsiteY1" fmla="*/ 277136 h 277135"/>
                  <a:gd name="connsiteX2" fmla="*/ 154830 w 185811"/>
                  <a:gd name="connsiteY2" fmla="*/ 258660 h 277135"/>
                  <a:gd name="connsiteX3" fmla="*/ 185812 w 185811"/>
                  <a:gd name="connsiteY3" fmla="*/ 61585 h 277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5811" h="277135">
                    <a:moveTo>
                      <a:pt x="0" y="0"/>
                    </a:moveTo>
                    <a:cubicBezTo>
                      <a:pt x="0" y="18476"/>
                      <a:pt x="61964" y="277136"/>
                      <a:pt x="61964" y="277136"/>
                    </a:cubicBezTo>
                    <a:lnTo>
                      <a:pt x="154830" y="258660"/>
                    </a:lnTo>
                    <a:lnTo>
                      <a:pt x="185812" y="61585"/>
                    </a:lnTo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8" name="任意多边形 87">
                <a:extLst>
                  <a:ext uri="{FF2B5EF4-FFF2-40B4-BE49-F238E27FC236}">
                    <a16:creationId xmlns:a16="http://schemas.microsoft.com/office/drawing/2014/main" id="{51581369-73FF-429E-4450-0C218E9C9610}"/>
                  </a:ext>
                </a:extLst>
              </p:cNvPr>
              <p:cNvSpPr/>
              <p:nvPr/>
            </p:nvSpPr>
            <p:spPr>
              <a:xfrm>
                <a:off x="10572821" y="1659281"/>
                <a:ext cx="340559" cy="178606"/>
              </a:xfrm>
              <a:custGeom>
                <a:avLst/>
                <a:gdLst>
                  <a:gd name="connsiteX0" fmla="*/ 6132 w 340559"/>
                  <a:gd name="connsiteY0" fmla="*/ 80061 h 178606"/>
                  <a:gd name="connsiteX1" fmla="*/ 340560 w 340559"/>
                  <a:gd name="connsiteY1" fmla="*/ 0 h 178606"/>
                  <a:gd name="connsiteX2" fmla="*/ 340560 w 340559"/>
                  <a:gd name="connsiteY2" fmla="*/ 129334 h 178606"/>
                  <a:gd name="connsiteX3" fmla="*/ 0 w 340559"/>
                  <a:gd name="connsiteY3" fmla="*/ 178606 h 178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0559" h="178606">
                    <a:moveTo>
                      <a:pt x="6132" y="80061"/>
                    </a:moveTo>
                    <a:cubicBezTo>
                      <a:pt x="30901" y="67741"/>
                      <a:pt x="340560" y="0"/>
                      <a:pt x="340560" y="0"/>
                    </a:cubicBezTo>
                    <a:lnTo>
                      <a:pt x="340560" y="129334"/>
                    </a:lnTo>
                    <a:lnTo>
                      <a:pt x="0" y="178606"/>
                    </a:lnTo>
                  </a:path>
                </a:pathLst>
              </a:custGeom>
              <a:solidFill>
                <a:srgbClr val="FFFFFF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任意多边形 88">
                <a:extLst>
                  <a:ext uri="{FF2B5EF4-FFF2-40B4-BE49-F238E27FC236}">
                    <a16:creationId xmlns:a16="http://schemas.microsoft.com/office/drawing/2014/main" id="{3E343197-9A63-A69D-91F6-61449FDAE346}"/>
                  </a:ext>
                </a:extLst>
              </p:cNvPr>
              <p:cNvSpPr/>
              <p:nvPr/>
            </p:nvSpPr>
            <p:spPr>
              <a:xfrm>
                <a:off x="7655509" y="2953949"/>
                <a:ext cx="300874" cy="298512"/>
              </a:xfrm>
              <a:custGeom>
                <a:avLst/>
                <a:gdLst>
                  <a:gd name="connsiteX0" fmla="*/ 6575 w 300874"/>
                  <a:gd name="connsiteY0" fmla="*/ 41754 h 298512"/>
                  <a:gd name="connsiteX1" fmla="*/ 4808 w 300874"/>
                  <a:gd name="connsiteY1" fmla="*/ 47475 h 298512"/>
                  <a:gd name="connsiteX2" fmla="*/ 9673 w 300874"/>
                  <a:gd name="connsiteY2" fmla="*/ 127980 h 298512"/>
                  <a:gd name="connsiteX3" fmla="*/ 26253 w 300874"/>
                  <a:gd name="connsiteY3" fmla="*/ 156113 h 298512"/>
                  <a:gd name="connsiteX4" fmla="*/ 33265 w 300874"/>
                  <a:gd name="connsiteY4" fmla="*/ 196608 h 298512"/>
                  <a:gd name="connsiteX5" fmla="*/ 37541 w 300874"/>
                  <a:gd name="connsiteY5" fmla="*/ 208049 h 298512"/>
                  <a:gd name="connsiteX6" fmla="*/ 111857 w 300874"/>
                  <a:gd name="connsiteY6" fmla="*/ 288110 h 298512"/>
                  <a:gd name="connsiteX7" fmla="*/ 198559 w 300874"/>
                  <a:gd name="connsiteY7" fmla="*/ 294266 h 298512"/>
                  <a:gd name="connsiteX8" fmla="*/ 294038 w 300874"/>
                  <a:gd name="connsiteY8" fmla="*/ 237933 h 298512"/>
                  <a:gd name="connsiteX9" fmla="*/ 300428 w 300874"/>
                  <a:gd name="connsiteY9" fmla="*/ 216649 h 298512"/>
                  <a:gd name="connsiteX10" fmla="*/ 93171 w 300874"/>
                  <a:gd name="connsiteY10" fmla="*/ 190984 h 298512"/>
                  <a:gd name="connsiteX11" fmla="*/ 279063 w 300874"/>
                  <a:gd name="connsiteY11" fmla="*/ 161858 h 298512"/>
                  <a:gd name="connsiteX12" fmla="*/ 282646 w 300874"/>
                  <a:gd name="connsiteY12" fmla="*/ 134353 h 298512"/>
                  <a:gd name="connsiteX13" fmla="*/ 114947 w 300874"/>
                  <a:gd name="connsiteY13" fmla="*/ 103355 h 298512"/>
                  <a:gd name="connsiteX14" fmla="*/ 258304 w 300874"/>
                  <a:gd name="connsiteY14" fmla="*/ 43207 h 298512"/>
                  <a:gd name="connsiteX15" fmla="*/ 226426 w 300874"/>
                  <a:gd name="connsiteY15" fmla="*/ 14056 h 298512"/>
                  <a:gd name="connsiteX16" fmla="*/ 127340 w 300874"/>
                  <a:gd name="connsiteY16" fmla="*/ 1736 h 298512"/>
                  <a:gd name="connsiteX17" fmla="*/ 6575 w 300874"/>
                  <a:gd name="connsiteY17" fmla="*/ 41754 h 298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00874" h="298512">
                    <a:moveTo>
                      <a:pt x="6575" y="41754"/>
                    </a:moveTo>
                    <a:cubicBezTo>
                      <a:pt x="5978" y="43094"/>
                      <a:pt x="5623" y="44570"/>
                      <a:pt x="4808" y="47475"/>
                    </a:cubicBezTo>
                    <a:cubicBezTo>
                      <a:pt x="2049" y="57318"/>
                      <a:pt x="-6689" y="93189"/>
                      <a:pt x="9673" y="127980"/>
                    </a:cubicBezTo>
                    <a:cubicBezTo>
                      <a:pt x="17685" y="145020"/>
                      <a:pt x="22615" y="142430"/>
                      <a:pt x="26253" y="156113"/>
                    </a:cubicBezTo>
                    <a:cubicBezTo>
                      <a:pt x="29577" y="168611"/>
                      <a:pt x="27738" y="177817"/>
                      <a:pt x="33265" y="196608"/>
                    </a:cubicBezTo>
                    <a:cubicBezTo>
                      <a:pt x="34305" y="200134"/>
                      <a:pt x="35636" y="203700"/>
                      <a:pt x="37541" y="208049"/>
                    </a:cubicBezTo>
                    <a:cubicBezTo>
                      <a:pt x="44019" y="222846"/>
                      <a:pt x="63488" y="267310"/>
                      <a:pt x="111857" y="288110"/>
                    </a:cubicBezTo>
                    <a:cubicBezTo>
                      <a:pt x="148955" y="304069"/>
                      <a:pt x="183850" y="297840"/>
                      <a:pt x="198559" y="294266"/>
                    </a:cubicBezTo>
                    <a:cubicBezTo>
                      <a:pt x="211145" y="292652"/>
                      <a:pt x="269002" y="283947"/>
                      <a:pt x="294038" y="237933"/>
                    </a:cubicBezTo>
                    <a:cubicBezTo>
                      <a:pt x="298702" y="229357"/>
                      <a:pt x="302138" y="223201"/>
                      <a:pt x="300428" y="216649"/>
                    </a:cubicBezTo>
                    <a:cubicBezTo>
                      <a:pt x="289560" y="174953"/>
                      <a:pt x="110163" y="190823"/>
                      <a:pt x="93171" y="190984"/>
                    </a:cubicBezTo>
                    <a:cubicBezTo>
                      <a:pt x="184843" y="209154"/>
                      <a:pt x="259796" y="199521"/>
                      <a:pt x="279063" y="161858"/>
                    </a:cubicBezTo>
                    <a:cubicBezTo>
                      <a:pt x="280661" y="158744"/>
                      <a:pt x="286817" y="146698"/>
                      <a:pt x="282646" y="134353"/>
                    </a:cubicBezTo>
                    <a:cubicBezTo>
                      <a:pt x="272399" y="104009"/>
                      <a:pt x="206732" y="92536"/>
                      <a:pt x="114947" y="103355"/>
                    </a:cubicBezTo>
                    <a:cubicBezTo>
                      <a:pt x="233793" y="77747"/>
                      <a:pt x="258377" y="57294"/>
                      <a:pt x="258304" y="43207"/>
                    </a:cubicBezTo>
                    <a:cubicBezTo>
                      <a:pt x="258239" y="30886"/>
                      <a:pt x="239424" y="20672"/>
                      <a:pt x="226426" y="14056"/>
                    </a:cubicBezTo>
                    <a:cubicBezTo>
                      <a:pt x="204658" y="2986"/>
                      <a:pt x="177363" y="-3242"/>
                      <a:pt x="127340" y="1736"/>
                    </a:cubicBezTo>
                    <a:cubicBezTo>
                      <a:pt x="66530" y="7779"/>
                      <a:pt x="19645" y="12450"/>
                      <a:pt x="6575" y="41754"/>
                    </a:cubicBezTo>
                    <a:close/>
                  </a:path>
                </a:pathLst>
              </a:custGeom>
              <a:solidFill>
                <a:srgbClr val="FFC69E"/>
              </a:solidFill>
              <a:ln w="8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" name="任意多边形 89">
                <a:extLst>
                  <a:ext uri="{FF2B5EF4-FFF2-40B4-BE49-F238E27FC236}">
                    <a16:creationId xmlns:a16="http://schemas.microsoft.com/office/drawing/2014/main" id="{D8AE535F-7FDF-F450-D876-8C83A3FB25DB}"/>
                  </a:ext>
                </a:extLst>
              </p:cNvPr>
              <p:cNvSpPr/>
              <p:nvPr/>
            </p:nvSpPr>
            <p:spPr>
              <a:xfrm>
                <a:off x="10932745" y="4062098"/>
                <a:ext cx="8068" cy="184754"/>
              </a:xfrm>
              <a:custGeom>
                <a:avLst/>
                <a:gdLst>
                  <a:gd name="connsiteX0" fmla="*/ 0 w 8068"/>
                  <a:gd name="connsiteY0" fmla="*/ 184755 h 184754"/>
                  <a:gd name="connsiteX1" fmla="*/ 0 w 8068"/>
                  <a:gd name="connsiteY1" fmla="*/ 0 h 184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068" h="184754">
                    <a:moveTo>
                      <a:pt x="0" y="184755"/>
                    </a:moveTo>
                    <a:lnTo>
                      <a:pt x="0" y="0"/>
                    </a:lnTo>
                  </a:path>
                </a:pathLst>
              </a:custGeom>
              <a:ln w="2468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AD6CC29-0963-73E8-331A-76FFAE00FABF}"/>
                </a:ext>
              </a:extLst>
            </p:cNvPr>
            <p:cNvSpPr txBox="1"/>
            <p:nvPr/>
          </p:nvSpPr>
          <p:spPr>
            <a:xfrm>
              <a:off x="660400" y="1173216"/>
              <a:ext cx="10858500" cy="6881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1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把成长变成日常仪式，让蜕变自动发生</a:t>
              </a:r>
            </a:p>
          </p:txBody>
        </p:sp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B8974163-C954-9436-C0C6-C6522F5C2B88}"/>
                </a:ext>
              </a:extLst>
            </p:cNvPr>
            <p:cNvGrpSpPr/>
            <p:nvPr/>
          </p:nvGrpSpPr>
          <p:grpSpPr>
            <a:xfrm>
              <a:off x="714260" y="3334829"/>
              <a:ext cx="3786983" cy="2482295"/>
              <a:chOff x="714260" y="3334829"/>
              <a:chExt cx="3786983" cy="2482295"/>
            </a:xfrm>
          </p:grpSpPr>
          <p:sp>
            <p:nvSpPr>
              <p:cNvPr id="53" name="圆角矩形 52">
                <a:extLst>
                  <a:ext uri="{FF2B5EF4-FFF2-40B4-BE49-F238E27FC236}">
                    <a16:creationId xmlns:a16="http://schemas.microsoft.com/office/drawing/2014/main" id="{A777309D-54D0-081A-471B-6D98B39B6EDE}"/>
                  </a:ext>
                </a:extLst>
              </p:cNvPr>
              <p:cNvSpPr/>
              <p:nvPr/>
            </p:nvSpPr>
            <p:spPr>
              <a:xfrm>
                <a:off x="714260" y="4078464"/>
                <a:ext cx="3786983" cy="1738660"/>
              </a:xfrm>
              <a:prstGeom prst="roundRect">
                <a:avLst>
                  <a:gd name="adj" fmla="val 10544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kumimoji="1" lang="zh-CN" altLang="en-US" sz="1400" dirty="0">
                    <a:solidFill>
                      <a:schemeClr val="tx1"/>
                    </a:solidFill>
                  </a:rPr>
                  <a:t>创建微博话题，鼓励青年积极分享对五四精神的感悟，增强互动交流，有效提升活动参与度和影响力。</a:t>
                </a:r>
                <a:endParaRPr lang="en-US" sz="2000" dirty="0"/>
              </a:p>
            </p:txBody>
          </p:sp>
          <p:sp>
            <p:nvSpPr>
              <p:cNvPr id="54" name="圆角矩形 53">
                <a:extLst>
                  <a:ext uri="{FF2B5EF4-FFF2-40B4-BE49-F238E27FC236}">
                    <a16:creationId xmlns:a16="http://schemas.microsoft.com/office/drawing/2014/main" id="{0C5B7499-1C35-A6D9-72F1-ED90C02BFE9C}"/>
                  </a:ext>
                </a:extLst>
              </p:cNvPr>
              <p:cNvSpPr/>
              <p:nvPr/>
            </p:nvSpPr>
            <p:spPr>
              <a:xfrm>
                <a:off x="714260" y="3334829"/>
                <a:ext cx="2617445" cy="574924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kumimoji="1" lang="zh-CN" altLang="en-US" b="1" dirty="0">
                    <a:solidFill>
                      <a:srgbClr val="FFFFFF"/>
                    </a:solidFill>
                  </a:rPr>
                  <a:t>每天30分钟深度阅读</a:t>
                </a:r>
                <a:endParaRPr lang="en-US" dirty="0"/>
              </a:p>
            </p:txBody>
          </p:sp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09587420-10E3-F47D-F00F-137CFCABB5DF}"/>
                </a:ext>
              </a:extLst>
            </p:cNvPr>
            <p:cNvGrpSpPr/>
            <p:nvPr/>
          </p:nvGrpSpPr>
          <p:grpSpPr>
            <a:xfrm>
              <a:off x="7731917" y="3287022"/>
              <a:ext cx="3786983" cy="2530099"/>
              <a:chOff x="7731917" y="3287022"/>
              <a:chExt cx="3786983" cy="2530099"/>
            </a:xfrm>
          </p:grpSpPr>
          <p:sp>
            <p:nvSpPr>
              <p:cNvPr id="55" name="圆角矩形 54">
                <a:extLst>
                  <a:ext uri="{FF2B5EF4-FFF2-40B4-BE49-F238E27FC236}">
                    <a16:creationId xmlns:a16="http://schemas.microsoft.com/office/drawing/2014/main" id="{3B9506A7-D48D-74CC-D4C6-6F0CCCA43E88}"/>
                  </a:ext>
                </a:extLst>
              </p:cNvPr>
              <p:cNvSpPr/>
              <p:nvPr/>
            </p:nvSpPr>
            <p:spPr>
              <a:xfrm>
                <a:off x="7731917" y="4078463"/>
                <a:ext cx="3786983" cy="1738658"/>
              </a:xfrm>
              <a:prstGeom prst="roundRect">
                <a:avLst>
                  <a:gd name="adj" fmla="val 10544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>
                  <a:lnSpc>
                    <a:spcPct val="150000"/>
                  </a:lnSpc>
                </a:pPr>
                <a:r>
                  <a:rPr kumimoji="1" lang="zh-CN" altLang="en-US" sz="1400" dirty="0">
                    <a:solidFill>
                      <a:schemeClr val="tx1"/>
                    </a:solidFill>
                  </a:rPr>
                  <a:t>邀请知名人士进行主题演讲，分享五四精神的深刻内涵，通过直播平台向更广泛群体传递其重要意义与时代价值。</a:t>
                </a:r>
                <a:endParaRPr lang="en-US" sz="2000" dirty="0"/>
              </a:p>
            </p:txBody>
          </p:sp>
          <p:sp>
            <p:nvSpPr>
              <p:cNvPr id="56" name="圆角矩形 55">
                <a:extLst>
                  <a:ext uri="{FF2B5EF4-FFF2-40B4-BE49-F238E27FC236}">
                    <a16:creationId xmlns:a16="http://schemas.microsoft.com/office/drawing/2014/main" id="{E73B22AE-7941-AC8F-3377-390D9B1F9F04}"/>
                  </a:ext>
                </a:extLst>
              </p:cNvPr>
              <p:cNvSpPr/>
              <p:nvPr/>
            </p:nvSpPr>
            <p:spPr>
              <a:xfrm>
                <a:off x="8901455" y="3287022"/>
                <a:ext cx="2617445" cy="574925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kumimoji="1" lang="zh-CN" altLang="en-US" b="1" dirty="0">
                    <a:solidFill>
                      <a:srgbClr val="FFFFFF"/>
                    </a:solidFill>
                  </a:rPr>
                  <a:t>每周一篇反思笔记</a:t>
                </a:r>
                <a:endParaRPr lang="en-US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蜕变之道：在坚守中绽放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内在力量、行动指南、青春宣言</a:t>
            </a:r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FFEAE6-3BAB-77EC-169A-FC56439AA30B}"/>
              </a:ext>
            </a:extLst>
          </p:cNvPr>
          <p:cNvSpPr txBox="1">
            <a:spLocks/>
          </p:cNvSpPr>
          <p:nvPr/>
        </p:nvSpPr>
        <p:spPr>
          <a:xfrm>
            <a:off x="1098550" y="2515225"/>
            <a:ext cx="1441420" cy="1446550"/>
          </a:xfrm>
          <a:prstGeom prst="rect">
            <a:avLst/>
          </a:prstGeom>
          <a:noFill/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354">
              <a:defRPr sz="9600" b="1">
                <a:gradFill flip="none" rotWithShape="1">
                  <a:gsLst>
                    <a:gs pos="40000">
                      <a:schemeClr val="bg1">
                        <a:alpha val="0"/>
                      </a:schemeClr>
                    </a:gs>
                    <a:gs pos="40000">
                      <a:schemeClr val="accent4"/>
                    </a:gs>
                  </a:gsLst>
                  <a:lin ang="16200000" scaled="0"/>
                  <a:tileRect/>
                </a:gra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zh-CN" sz="8800" dirty="0">
                <a:solidFill>
                  <a:schemeClr val="accent1"/>
                </a:solidFill>
              </a:rPr>
              <a:t>03</a:t>
            </a:r>
            <a:endParaRPr lang="zh-CN" altLang="en-US" sz="8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25" grpId="0" autoUpdateAnimBg="0"/>
      <p:bldP spid="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蜕变的内在力量</a:t>
            </a:r>
            <a:endParaRPr lang="en-US" dirty="0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D0C6DD10-74CE-E889-494B-4395523F6DAA}"/>
              </a:ext>
            </a:extLst>
          </p:cNvPr>
          <p:cNvGrpSpPr/>
          <p:nvPr/>
        </p:nvGrpSpPr>
        <p:grpSpPr>
          <a:xfrm>
            <a:off x="228600" y="1309536"/>
            <a:ext cx="11734800" cy="4621364"/>
            <a:chOff x="228600" y="1512736"/>
            <a:chExt cx="11734800" cy="4621364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1046661-2BA9-C3F8-A184-E875EA3990C8}"/>
                </a:ext>
              </a:extLst>
            </p:cNvPr>
            <p:cNvSpPr txBox="1"/>
            <p:nvPr/>
          </p:nvSpPr>
          <p:spPr>
            <a:xfrm>
              <a:off x="660400" y="1512736"/>
              <a:ext cx="10858500" cy="609600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/>
                <a:t>真正驱动改变的是这四个字</a:t>
              </a:r>
              <a:endParaRPr lang="en-US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B114EDB-5DA4-9D5E-0CA2-A9F3ADE0A6BB}"/>
                </a:ext>
              </a:extLst>
            </p:cNvPr>
            <p:cNvGrpSpPr/>
            <p:nvPr/>
          </p:nvGrpSpPr>
          <p:grpSpPr>
            <a:xfrm>
              <a:off x="228600" y="2621492"/>
              <a:ext cx="11734800" cy="3512608"/>
              <a:chOff x="228600" y="3029656"/>
              <a:chExt cx="11734800" cy="3512608"/>
            </a:xfrm>
          </p:grpSpPr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28F1B0D7-652F-15B5-B80C-1376AB9321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600" y="3521300"/>
                <a:ext cx="11734800" cy="0"/>
              </a:xfrm>
              <a:prstGeom prst="straightConnector1">
                <a:avLst/>
              </a:prstGeom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0EF571EE-E8BC-3CAB-77E1-48366ABBC008}"/>
                  </a:ext>
                </a:extLst>
              </p:cNvPr>
              <p:cNvGrpSpPr/>
              <p:nvPr/>
            </p:nvGrpSpPr>
            <p:grpSpPr>
              <a:xfrm>
                <a:off x="660400" y="3029656"/>
                <a:ext cx="2570363" cy="3512608"/>
                <a:chOff x="660400" y="3029656"/>
                <a:chExt cx="2570363" cy="3512608"/>
              </a:xfrm>
            </p:grpSpPr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90B5831-A001-4D34-6BE2-815774589179}"/>
                    </a:ext>
                  </a:extLst>
                </p:cNvPr>
                <p:cNvSpPr txBox="1"/>
                <p:nvPr/>
              </p:nvSpPr>
              <p:spPr>
                <a:xfrm>
                  <a:off x="660400" y="4020457"/>
                  <a:ext cx="2570362" cy="748153"/>
                </a:xfrm>
                <a:prstGeom prst="rect">
                  <a:avLst/>
                </a:prstGeom>
                <a:noFill/>
              </p:spPr>
              <p:txBody>
                <a:bodyPr wrap="square" anchor="b" anchorCtr="0">
                  <a:normAutofit/>
                </a:bodyPr>
                <a:lstStyle/>
                <a:p>
                  <a:pPr>
                    <a:lnSpc>
                      <a:spcPct val="140000"/>
                    </a:lnSpc>
                  </a:pPr>
                  <a:r>
                    <a:rPr lang="zh-CN" altLang="en-US" sz="2000" b="1" dirty="0"/>
                    <a:t>信念</a:t>
                  </a:r>
                </a:p>
              </p:txBody>
            </p:sp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93FF5F2B-4108-590A-3E86-26AA6770B925}"/>
                    </a:ext>
                  </a:extLst>
                </p:cNvPr>
                <p:cNvSpPr/>
                <p:nvPr/>
              </p:nvSpPr>
              <p:spPr>
                <a:xfrm>
                  <a:off x="660401" y="4857435"/>
                  <a:ext cx="2570362" cy="16848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400" dirty="0">
                      <a:solidFill>
                        <a:schemeClr val="tx1"/>
                      </a:solidFill>
                    </a:rPr>
                    <a:t>由主办方负责人担任组长，统筹全局工作，负责整体策划与关键决策的制定与执行。</a:t>
                  </a:r>
                </a:p>
              </p:txBody>
            </p:sp>
            <p:sp>
              <p:nvSpPr>
                <p:cNvPr id="54" name="任意多边形 53">
                  <a:extLst>
                    <a:ext uri="{FF2B5EF4-FFF2-40B4-BE49-F238E27FC236}">
                      <a16:creationId xmlns:a16="http://schemas.microsoft.com/office/drawing/2014/main" id="{F42C19F6-3383-C358-8F1E-64AFF55AFD78}"/>
                    </a:ext>
                  </a:extLst>
                </p:cNvPr>
                <p:cNvSpPr/>
                <p:nvPr/>
              </p:nvSpPr>
              <p:spPr>
                <a:xfrm>
                  <a:off x="660400" y="3029656"/>
                  <a:ext cx="983287" cy="983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38" h="1148638" extrusionOk="0">
                      <a:moveTo>
                        <a:pt x="0" y="574319"/>
                      </a:moveTo>
                      <a:cubicBezTo>
                        <a:pt x="0" y="891292"/>
                        <a:pt x="257346" y="1148639"/>
                        <a:pt x="574319" y="1148639"/>
                      </a:cubicBezTo>
                      <a:cubicBezTo>
                        <a:pt x="891292" y="1148639"/>
                        <a:pt x="1148639" y="891292"/>
                        <a:pt x="1148639" y="574319"/>
                      </a:cubicBezTo>
                      <a:cubicBezTo>
                        <a:pt x="1148639" y="257346"/>
                        <a:pt x="891292" y="0"/>
                        <a:pt x="574319" y="0"/>
                      </a:cubicBezTo>
                      <a:cubicBezTo>
                        <a:pt x="257346" y="0"/>
                        <a:pt x="0" y="257346"/>
                        <a:pt x="0" y="5743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63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endParaRPr sz="140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55" name="任意多边形 54">
                  <a:extLst>
                    <a:ext uri="{FF2B5EF4-FFF2-40B4-BE49-F238E27FC236}">
                      <a16:creationId xmlns:a16="http://schemas.microsoft.com/office/drawing/2014/main" id="{6E8D3E6C-33BE-648C-2867-97DC887D453A}"/>
                    </a:ext>
                  </a:extLst>
                </p:cNvPr>
                <p:cNvSpPr/>
                <p:nvPr/>
              </p:nvSpPr>
              <p:spPr>
                <a:xfrm>
                  <a:off x="777229" y="3146505"/>
                  <a:ext cx="749629" cy="749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778" h="842732" extrusionOk="0">
                      <a:moveTo>
                        <a:pt x="0" y="421366"/>
                      </a:moveTo>
                      <a:cubicBezTo>
                        <a:pt x="0" y="653922"/>
                        <a:pt x="188817" y="842732"/>
                        <a:pt x="421386" y="842732"/>
                      </a:cubicBezTo>
                      <a:cubicBezTo>
                        <a:pt x="653962" y="842732"/>
                        <a:pt x="842779" y="653922"/>
                        <a:pt x="842779" y="421366"/>
                      </a:cubicBezTo>
                      <a:cubicBezTo>
                        <a:pt x="842779" y="188810"/>
                        <a:pt x="653962" y="0"/>
                        <a:pt x="421386" y="0"/>
                      </a:cubicBezTo>
                      <a:cubicBezTo>
                        <a:pt x="188817" y="0"/>
                        <a:pt x="0" y="188810"/>
                        <a:pt x="0" y="42136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none" lIns="68575" tIns="34275" rIns="68575" bIns="34275" anchor="ctr" anchorCtr="0">
                  <a:norm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</a:rPr>
                    <a:t>1</a:t>
                  </a:r>
                  <a:endParaRPr sz="2400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ABFC4169-D243-30F6-6625-98EE50212322}"/>
                  </a:ext>
                </a:extLst>
              </p:cNvPr>
              <p:cNvGrpSpPr/>
              <p:nvPr/>
            </p:nvGrpSpPr>
            <p:grpSpPr>
              <a:xfrm>
                <a:off x="3423112" y="3029656"/>
                <a:ext cx="2570363" cy="3512608"/>
                <a:chOff x="3423112" y="3029656"/>
                <a:chExt cx="2570363" cy="3512608"/>
              </a:xfrm>
            </p:grpSpPr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C79A2CB9-C81A-95C4-249B-4447B31AE97B}"/>
                    </a:ext>
                  </a:extLst>
                </p:cNvPr>
                <p:cNvSpPr txBox="1"/>
                <p:nvPr/>
              </p:nvSpPr>
              <p:spPr>
                <a:xfrm>
                  <a:off x="3423112" y="4020457"/>
                  <a:ext cx="2570362" cy="748153"/>
                </a:xfrm>
                <a:prstGeom prst="rect">
                  <a:avLst/>
                </a:prstGeom>
                <a:noFill/>
              </p:spPr>
              <p:txBody>
                <a:bodyPr wrap="square" anchor="b" anchorCtr="0">
                  <a:normAutofit/>
                </a:bodyPr>
                <a:lstStyle/>
                <a:p>
                  <a:pPr>
                    <a:lnSpc>
                      <a:spcPct val="140000"/>
                    </a:lnSpc>
                  </a:pPr>
                  <a:r>
                    <a:rPr lang="zh-CN" altLang="en-US" sz="2000" b="1" dirty="0"/>
                    <a:t>行动</a:t>
                  </a:r>
                </a:p>
              </p:txBody>
            </p:sp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0A79977B-724A-CEC0-E8CE-DCB72C0C3BAF}"/>
                    </a:ext>
                  </a:extLst>
                </p:cNvPr>
                <p:cNvSpPr/>
                <p:nvPr/>
              </p:nvSpPr>
              <p:spPr>
                <a:xfrm>
                  <a:off x="3423113" y="4857435"/>
                  <a:ext cx="2570362" cy="16848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400" dirty="0">
                      <a:solidFill>
                        <a:schemeClr val="tx1"/>
                      </a:solidFill>
                    </a:rPr>
                    <a:t>指定具体执行人员，明确分工协作，确保活动筹备顺利进行，并负责现场管理，保障活动有序开展。</a:t>
                  </a:r>
                </a:p>
              </p:txBody>
            </p:sp>
            <p:sp>
              <p:nvSpPr>
                <p:cNvPr id="50" name="任意多边形 49">
                  <a:extLst>
                    <a:ext uri="{FF2B5EF4-FFF2-40B4-BE49-F238E27FC236}">
                      <a16:creationId xmlns:a16="http://schemas.microsoft.com/office/drawing/2014/main" id="{FC6A8232-5F21-A80B-2D9A-CFB11AD32076}"/>
                    </a:ext>
                  </a:extLst>
                </p:cNvPr>
                <p:cNvSpPr/>
                <p:nvPr/>
              </p:nvSpPr>
              <p:spPr>
                <a:xfrm>
                  <a:off x="3423112" y="3029656"/>
                  <a:ext cx="983287" cy="983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38" h="1148638" extrusionOk="0">
                      <a:moveTo>
                        <a:pt x="0" y="574319"/>
                      </a:moveTo>
                      <a:cubicBezTo>
                        <a:pt x="0" y="891292"/>
                        <a:pt x="257346" y="1148639"/>
                        <a:pt x="574319" y="1148639"/>
                      </a:cubicBezTo>
                      <a:cubicBezTo>
                        <a:pt x="891292" y="1148639"/>
                        <a:pt x="1148639" y="891292"/>
                        <a:pt x="1148639" y="574319"/>
                      </a:cubicBezTo>
                      <a:cubicBezTo>
                        <a:pt x="1148639" y="257346"/>
                        <a:pt x="891292" y="0"/>
                        <a:pt x="574319" y="0"/>
                      </a:cubicBezTo>
                      <a:cubicBezTo>
                        <a:pt x="257346" y="0"/>
                        <a:pt x="0" y="257346"/>
                        <a:pt x="0" y="5743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63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endParaRPr sz="140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51" name="任意多边形 50">
                  <a:extLst>
                    <a:ext uri="{FF2B5EF4-FFF2-40B4-BE49-F238E27FC236}">
                      <a16:creationId xmlns:a16="http://schemas.microsoft.com/office/drawing/2014/main" id="{00C270FE-6207-C035-9FBC-51F271D0F068}"/>
                    </a:ext>
                  </a:extLst>
                </p:cNvPr>
                <p:cNvSpPr/>
                <p:nvPr/>
              </p:nvSpPr>
              <p:spPr>
                <a:xfrm>
                  <a:off x="3539941" y="3146505"/>
                  <a:ext cx="749629" cy="749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778" h="842732" extrusionOk="0">
                      <a:moveTo>
                        <a:pt x="0" y="421366"/>
                      </a:moveTo>
                      <a:cubicBezTo>
                        <a:pt x="0" y="653922"/>
                        <a:pt x="188817" y="842732"/>
                        <a:pt x="421386" y="842732"/>
                      </a:cubicBezTo>
                      <a:cubicBezTo>
                        <a:pt x="653962" y="842732"/>
                        <a:pt x="842779" y="653922"/>
                        <a:pt x="842779" y="421366"/>
                      </a:cubicBezTo>
                      <a:cubicBezTo>
                        <a:pt x="842779" y="188810"/>
                        <a:pt x="653962" y="0"/>
                        <a:pt x="421386" y="0"/>
                      </a:cubicBezTo>
                      <a:cubicBezTo>
                        <a:pt x="188817" y="0"/>
                        <a:pt x="0" y="188810"/>
                        <a:pt x="0" y="4213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none" lIns="68575" tIns="34275" rIns="68575" bIns="34275" anchor="ctr" anchorCtr="0">
                  <a:norm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</a:rPr>
                    <a:t>2</a:t>
                  </a:r>
                  <a:endParaRPr sz="2400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03637D52-27C2-D785-7F59-89B1D5FB3F8D}"/>
                  </a:ext>
                </a:extLst>
              </p:cNvPr>
              <p:cNvGrpSpPr/>
              <p:nvPr/>
            </p:nvGrpSpPr>
            <p:grpSpPr>
              <a:xfrm>
                <a:off x="6185824" y="3029656"/>
                <a:ext cx="2570363" cy="3512608"/>
                <a:chOff x="6185824" y="3029656"/>
                <a:chExt cx="2570363" cy="3512608"/>
              </a:xfrm>
            </p:grpSpPr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472B098-52A4-161B-5BAA-43286FFDAFB5}"/>
                    </a:ext>
                  </a:extLst>
                </p:cNvPr>
                <p:cNvSpPr txBox="1"/>
                <p:nvPr/>
              </p:nvSpPr>
              <p:spPr>
                <a:xfrm>
                  <a:off x="6185824" y="4020457"/>
                  <a:ext cx="2570362" cy="748153"/>
                </a:xfrm>
                <a:prstGeom prst="rect">
                  <a:avLst/>
                </a:prstGeom>
                <a:noFill/>
              </p:spPr>
              <p:txBody>
                <a:bodyPr wrap="square" anchor="b" anchorCtr="0">
                  <a:normAutofit/>
                </a:bodyPr>
                <a:lstStyle/>
                <a:p>
                  <a:pPr>
                    <a:lnSpc>
                      <a:spcPct val="140000"/>
                    </a:lnSpc>
                  </a:pPr>
                  <a:r>
                    <a:rPr lang="zh-CN" altLang="en-US" sz="2000" b="1" dirty="0"/>
                    <a:t>韧性</a:t>
                  </a:r>
                </a:p>
              </p:txBody>
            </p:sp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FE2383B3-1C2E-EBB0-221F-BFD9EB44BA57}"/>
                    </a:ext>
                  </a:extLst>
                </p:cNvPr>
                <p:cNvSpPr/>
                <p:nvPr/>
              </p:nvSpPr>
              <p:spPr>
                <a:xfrm>
                  <a:off x="6185825" y="4857435"/>
                  <a:ext cx="2570362" cy="16848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400">
                      <a:solidFill>
                        <a:schemeClr val="tx1"/>
                      </a:solidFill>
                    </a:rPr>
                    <a:t>负责活动宣传工作，包括但不限于海报设计、社交媒体推广等内容，全方位提升活动知名度和参与度。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任意多边形 45">
                  <a:extLst>
                    <a:ext uri="{FF2B5EF4-FFF2-40B4-BE49-F238E27FC236}">
                      <a16:creationId xmlns:a16="http://schemas.microsoft.com/office/drawing/2014/main" id="{600E2EC5-A40D-123A-7F9A-4C1B51F34E31}"/>
                    </a:ext>
                  </a:extLst>
                </p:cNvPr>
                <p:cNvSpPr/>
                <p:nvPr/>
              </p:nvSpPr>
              <p:spPr>
                <a:xfrm>
                  <a:off x="6185824" y="3029656"/>
                  <a:ext cx="983287" cy="983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38" h="1148638" extrusionOk="0">
                      <a:moveTo>
                        <a:pt x="0" y="574319"/>
                      </a:moveTo>
                      <a:cubicBezTo>
                        <a:pt x="0" y="891292"/>
                        <a:pt x="257346" y="1148639"/>
                        <a:pt x="574319" y="1148639"/>
                      </a:cubicBezTo>
                      <a:cubicBezTo>
                        <a:pt x="891292" y="1148639"/>
                        <a:pt x="1148639" y="891292"/>
                        <a:pt x="1148639" y="574319"/>
                      </a:cubicBezTo>
                      <a:cubicBezTo>
                        <a:pt x="1148639" y="257346"/>
                        <a:pt x="891292" y="0"/>
                        <a:pt x="574319" y="0"/>
                      </a:cubicBezTo>
                      <a:cubicBezTo>
                        <a:pt x="257346" y="0"/>
                        <a:pt x="0" y="257346"/>
                        <a:pt x="0" y="5743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63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endParaRPr sz="140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47" name="任意多边形 46">
                  <a:extLst>
                    <a:ext uri="{FF2B5EF4-FFF2-40B4-BE49-F238E27FC236}">
                      <a16:creationId xmlns:a16="http://schemas.microsoft.com/office/drawing/2014/main" id="{F3801D5A-9B1F-26A8-0613-D8680C551AE8}"/>
                    </a:ext>
                  </a:extLst>
                </p:cNvPr>
                <p:cNvSpPr/>
                <p:nvPr/>
              </p:nvSpPr>
              <p:spPr>
                <a:xfrm>
                  <a:off x="6302653" y="3146505"/>
                  <a:ext cx="749629" cy="749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778" h="842732" extrusionOk="0">
                      <a:moveTo>
                        <a:pt x="0" y="421366"/>
                      </a:moveTo>
                      <a:cubicBezTo>
                        <a:pt x="0" y="653922"/>
                        <a:pt x="188817" y="842732"/>
                        <a:pt x="421386" y="842732"/>
                      </a:cubicBezTo>
                      <a:cubicBezTo>
                        <a:pt x="653962" y="842732"/>
                        <a:pt x="842779" y="653922"/>
                        <a:pt x="842779" y="421366"/>
                      </a:cubicBezTo>
                      <a:cubicBezTo>
                        <a:pt x="842779" y="188810"/>
                        <a:pt x="653962" y="0"/>
                        <a:pt x="421386" y="0"/>
                      </a:cubicBezTo>
                      <a:cubicBezTo>
                        <a:pt x="188817" y="0"/>
                        <a:pt x="0" y="188810"/>
                        <a:pt x="0" y="42136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none" lIns="68575" tIns="34275" rIns="68575" bIns="34275" anchor="ctr" anchorCtr="0">
                  <a:norm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</a:rPr>
                    <a:t>3</a:t>
                  </a:r>
                  <a:endParaRPr sz="2400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5AEB56F8-7DAC-A578-DEBE-E9BA4C083CA2}"/>
                  </a:ext>
                </a:extLst>
              </p:cNvPr>
              <p:cNvGrpSpPr/>
              <p:nvPr/>
            </p:nvGrpSpPr>
            <p:grpSpPr>
              <a:xfrm>
                <a:off x="8948537" y="3029656"/>
                <a:ext cx="2570363" cy="3512608"/>
                <a:chOff x="8948537" y="3029656"/>
                <a:chExt cx="2570363" cy="3512608"/>
              </a:xfrm>
            </p:grpSpPr>
            <p:sp>
              <p:nvSpPr>
                <p:cNvPr id="40" name="任意多边形 39">
                  <a:extLst>
                    <a:ext uri="{FF2B5EF4-FFF2-40B4-BE49-F238E27FC236}">
                      <a16:creationId xmlns:a16="http://schemas.microsoft.com/office/drawing/2014/main" id="{B204D56A-C6A0-3EA5-414F-4A321F723D25}"/>
                    </a:ext>
                  </a:extLst>
                </p:cNvPr>
                <p:cNvSpPr/>
                <p:nvPr/>
              </p:nvSpPr>
              <p:spPr>
                <a:xfrm>
                  <a:off x="8948537" y="3029656"/>
                  <a:ext cx="983287" cy="983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38" h="1148638" extrusionOk="0">
                      <a:moveTo>
                        <a:pt x="0" y="574319"/>
                      </a:moveTo>
                      <a:cubicBezTo>
                        <a:pt x="0" y="891292"/>
                        <a:pt x="257346" y="1148639"/>
                        <a:pt x="574319" y="1148639"/>
                      </a:cubicBezTo>
                      <a:cubicBezTo>
                        <a:pt x="891292" y="1148639"/>
                        <a:pt x="1148639" y="891292"/>
                        <a:pt x="1148639" y="574319"/>
                      </a:cubicBezTo>
                      <a:cubicBezTo>
                        <a:pt x="1148639" y="257346"/>
                        <a:pt x="891292" y="0"/>
                        <a:pt x="574319" y="0"/>
                      </a:cubicBezTo>
                      <a:cubicBezTo>
                        <a:pt x="257346" y="0"/>
                        <a:pt x="0" y="257346"/>
                        <a:pt x="0" y="5743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63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endParaRPr sz="1400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41" name="任意多边形 40">
                  <a:extLst>
                    <a:ext uri="{FF2B5EF4-FFF2-40B4-BE49-F238E27FC236}">
                      <a16:creationId xmlns:a16="http://schemas.microsoft.com/office/drawing/2014/main" id="{D8B5D3F2-8542-BF73-9910-A6D81445BE04}"/>
                    </a:ext>
                  </a:extLst>
                </p:cNvPr>
                <p:cNvSpPr/>
                <p:nvPr/>
              </p:nvSpPr>
              <p:spPr>
                <a:xfrm>
                  <a:off x="9065366" y="3146505"/>
                  <a:ext cx="749629" cy="749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778" h="842732" extrusionOk="0">
                      <a:moveTo>
                        <a:pt x="0" y="421366"/>
                      </a:moveTo>
                      <a:cubicBezTo>
                        <a:pt x="0" y="653922"/>
                        <a:pt x="188817" y="842732"/>
                        <a:pt x="421386" y="842732"/>
                      </a:cubicBezTo>
                      <a:cubicBezTo>
                        <a:pt x="653962" y="842732"/>
                        <a:pt x="842779" y="653922"/>
                        <a:pt x="842779" y="421366"/>
                      </a:cubicBezTo>
                      <a:cubicBezTo>
                        <a:pt x="842779" y="188810"/>
                        <a:pt x="653962" y="0"/>
                        <a:pt x="421386" y="0"/>
                      </a:cubicBezTo>
                      <a:cubicBezTo>
                        <a:pt x="188817" y="0"/>
                        <a:pt x="0" y="188810"/>
                        <a:pt x="0" y="42136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none" lIns="68575" tIns="34275" rIns="68575" bIns="34275" anchor="ctr" anchorCtr="0">
                  <a:norm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 dirty="0">
                      <a:solidFill>
                        <a:srgbClr val="FFFFFF"/>
                      </a:solidFill>
                    </a:rPr>
                    <a:t>4</a:t>
                  </a:r>
                  <a:endParaRPr sz="24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18EF7F7C-062A-7994-E561-9F35E329F4FF}"/>
                    </a:ext>
                  </a:extLst>
                </p:cNvPr>
                <p:cNvSpPr txBox="1"/>
                <p:nvPr/>
              </p:nvSpPr>
              <p:spPr>
                <a:xfrm>
                  <a:off x="8948537" y="4020457"/>
                  <a:ext cx="2570362" cy="748153"/>
                </a:xfrm>
                <a:prstGeom prst="rect">
                  <a:avLst/>
                </a:prstGeom>
                <a:noFill/>
              </p:spPr>
              <p:txBody>
                <a:bodyPr wrap="square" anchor="b" anchorCtr="0">
                  <a:normAutofit/>
                </a:bodyPr>
                <a:lstStyle/>
                <a:p>
                  <a:pPr>
                    <a:lnSpc>
                      <a:spcPct val="140000"/>
                    </a:lnSpc>
                  </a:pPr>
                  <a:r>
                    <a:rPr lang="zh-CN" altLang="en-US" sz="2000" b="1" dirty="0"/>
                    <a:t>感恩</a:t>
                  </a:r>
                </a:p>
              </p:txBody>
            </p:sp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5E469883-D618-7CD2-373D-05B1173C19B8}"/>
                    </a:ext>
                  </a:extLst>
                </p:cNvPr>
                <p:cNvSpPr/>
                <p:nvPr/>
              </p:nvSpPr>
              <p:spPr>
                <a:xfrm>
                  <a:off x="8948538" y="4857435"/>
                  <a:ext cx="2570362" cy="16848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400">
                      <a:solidFill>
                        <a:schemeClr val="tx1"/>
                      </a:solidFill>
                    </a:rPr>
                    <a:t>负责协调各部门之间的关系，确保活动各个环节能够顺利进行，达到预期效果。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D3067845-2FCB-F267-0A33-52E69B94A2D1}"/>
              </a:ext>
            </a:extLst>
          </p:cNvPr>
          <p:cNvGrpSpPr/>
          <p:nvPr/>
        </p:nvGrpSpPr>
        <p:grpSpPr>
          <a:xfrm>
            <a:off x="520699" y="1130300"/>
            <a:ext cx="11488067" cy="5194299"/>
            <a:chOff x="520699" y="1130300"/>
            <a:chExt cx="11488067" cy="5194299"/>
          </a:xfrm>
        </p:grpSpPr>
        <p:sp>
          <p:nvSpPr>
            <p:cNvPr id="5" name="任意多边形 4">
              <a:extLst>
                <a:ext uri="{FF2B5EF4-FFF2-40B4-BE49-F238E27FC236}">
                  <a16:creationId xmlns:a16="http://schemas.microsoft.com/office/drawing/2014/main" id="{08F3311E-2377-A22A-A458-88266F94EB12}"/>
                </a:ext>
              </a:extLst>
            </p:cNvPr>
            <p:cNvSpPr/>
            <p:nvPr/>
          </p:nvSpPr>
          <p:spPr>
            <a:xfrm>
              <a:off x="1483783" y="3429000"/>
              <a:ext cx="10524983" cy="2895599"/>
            </a:xfrm>
            <a:custGeom>
              <a:avLst/>
              <a:gdLst>
                <a:gd name="connsiteX0" fmla="*/ 135378 w 4469565"/>
                <a:gd name="connsiteY0" fmla="*/ 0 h 1638303"/>
                <a:gd name="connsiteX1" fmla="*/ 4334188 w 4469565"/>
                <a:gd name="connsiteY1" fmla="*/ 0 h 1638303"/>
                <a:gd name="connsiteX2" fmla="*/ 4469566 w 4469565"/>
                <a:gd name="connsiteY2" fmla="*/ 135378 h 1638303"/>
                <a:gd name="connsiteX3" fmla="*/ 4469566 w 4469565"/>
                <a:gd name="connsiteY3" fmla="*/ 1231750 h 1638303"/>
                <a:gd name="connsiteX4" fmla="*/ 4469566 w 4469565"/>
                <a:gd name="connsiteY4" fmla="*/ 1262076 h 1638303"/>
                <a:gd name="connsiteX5" fmla="*/ 4469566 w 4469565"/>
                <a:gd name="connsiteY5" fmla="*/ 1611825 h 1638303"/>
                <a:gd name="connsiteX6" fmla="*/ 4424894 w 4469565"/>
                <a:gd name="connsiteY6" fmla="*/ 1630984 h 1638303"/>
                <a:gd name="connsiteX7" fmla="*/ 4198991 w 4469565"/>
                <a:gd name="connsiteY7" fmla="*/ 1416158 h 1638303"/>
                <a:gd name="connsiteX8" fmla="*/ 4085949 w 4469565"/>
                <a:gd name="connsiteY8" fmla="*/ 1371032 h 1638303"/>
                <a:gd name="connsiteX9" fmla="*/ 135378 w 4469565"/>
                <a:gd name="connsiteY9" fmla="*/ 1371032 h 1638303"/>
                <a:gd name="connsiteX10" fmla="*/ 0 w 4469565"/>
                <a:gd name="connsiteY10" fmla="*/ 1235654 h 1638303"/>
                <a:gd name="connsiteX11" fmla="*/ 0 w 4469565"/>
                <a:gd name="connsiteY11" fmla="*/ 135378 h 1638303"/>
                <a:gd name="connsiteX12" fmla="*/ 135378 w 4469565"/>
                <a:gd name="connsiteY12" fmla="*/ 0 h 1638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69565" h="1638303">
                  <a:moveTo>
                    <a:pt x="135378" y="0"/>
                  </a:moveTo>
                  <a:lnTo>
                    <a:pt x="4334188" y="0"/>
                  </a:lnTo>
                  <a:cubicBezTo>
                    <a:pt x="4408641" y="0"/>
                    <a:pt x="4469566" y="60925"/>
                    <a:pt x="4469566" y="135378"/>
                  </a:cubicBezTo>
                  <a:lnTo>
                    <a:pt x="4469566" y="1231750"/>
                  </a:lnTo>
                  <a:lnTo>
                    <a:pt x="4469566" y="1262076"/>
                  </a:lnTo>
                  <a:lnTo>
                    <a:pt x="4469566" y="1611825"/>
                  </a:lnTo>
                  <a:cubicBezTo>
                    <a:pt x="4469566" y="1635069"/>
                    <a:pt x="4441782" y="1646964"/>
                    <a:pt x="4424894" y="1630984"/>
                  </a:cubicBezTo>
                  <a:lnTo>
                    <a:pt x="4198991" y="1416158"/>
                  </a:lnTo>
                  <a:cubicBezTo>
                    <a:pt x="4168484" y="1387194"/>
                    <a:pt x="4128079" y="1371032"/>
                    <a:pt x="4085949" y="1371032"/>
                  </a:cubicBezTo>
                  <a:lnTo>
                    <a:pt x="135378" y="1371032"/>
                  </a:lnTo>
                  <a:cubicBezTo>
                    <a:pt x="60925" y="1371032"/>
                    <a:pt x="0" y="1310108"/>
                    <a:pt x="0" y="1235654"/>
                  </a:cubicBezTo>
                  <a:lnTo>
                    <a:pt x="0" y="135378"/>
                  </a:lnTo>
                  <a:cubicBezTo>
                    <a:pt x="0" y="60925"/>
                    <a:pt x="60925" y="0"/>
                    <a:pt x="135378" y="0"/>
                  </a:cubicBezTo>
                  <a:close/>
                </a:path>
              </a:pathLst>
            </a:custGeom>
            <a:blipFill>
              <a:blip r:embed="rId2"/>
              <a:srcRect/>
              <a:stretch>
                <a:fillRect t="-71472" b="-708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600" dirty="0">
                <a:solidFill>
                  <a:schemeClr val="lt1"/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153EB6A-D50D-6056-8E16-B4985F00ED00}"/>
                </a:ext>
              </a:extLst>
            </p:cNvPr>
            <p:cNvSpPr txBox="1"/>
            <p:nvPr/>
          </p:nvSpPr>
          <p:spPr>
            <a:xfrm>
              <a:off x="1483783" y="1130300"/>
              <a:ext cx="9211733" cy="703952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ctr"/>
              <a:r>
                <a:rPr lang="zh-CN" altLang="en-US" sz="2400" b="1"/>
                <a:t>知行合一，让改变真正发生</a:t>
              </a:r>
              <a:endParaRPr lang="zh-CN" altLang="en-US" sz="2400" b="1" dirty="0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8FAA87CA-4CB5-9F82-2D1F-5914BD9B706B}"/>
                </a:ext>
              </a:extLst>
            </p:cNvPr>
            <p:cNvGrpSpPr/>
            <p:nvPr/>
          </p:nvGrpSpPr>
          <p:grpSpPr>
            <a:xfrm>
              <a:off x="520699" y="2103967"/>
              <a:ext cx="10187517" cy="2650066"/>
              <a:chOff x="520699" y="2103967"/>
              <a:chExt cx="10187517" cy="2650066"/>
            </a:xfrm>
          </p:grpSpPr>
          <p:sp>
            <p:nvSpPr>
              <p:cNvPr id="7" name="任意多边形 6">
                <a:extLst>
                  <a:ext uri="{FF2B5EF4-FFF2-40B4-BE49-F238E27FC236}">
                    <a16:creationId xmlns:a16="http://schemas.microsoft.com/office/drawing/2014/main" id="{E799BB8C-3EC0-073A-DB0B-B83BE4F9907E}"/>
                  </a:ext>
                </a:extLst>
              </p:cNvPr>
              <p:cNvSpPr/>
              <p:nvPr/>
            </p:nvSpPr>
            <p:spPr>
              <a:xfrm flipH="1">
                <a:off x="520699" y="2103967"/>
                <a:ext cx="10187517" cy="2650066"/>
              </a:xfrm>
              <a:custGeom>
                <a:avLst/>
                <a:gdLst>
                  <a:gd name="connsiteX0" fmla="*/ 135378 w 4469565"/>
                  <a:gd name="connsiteY0" fmla="*/ 0 h 1638303"/>
                  <a:gd name="connsiteX1" fmla="*/ 4334188 w 4469565"/>
                  <a:gd name="connsiteY1" fmla="*/ 0 h 1638303"/>
                  <a:gd name="connsiteX2" fmla="*/ 4469566 w 4469565"/>
                  <a:gd name="connsiteY2" fmla="*/ 135378 h 1638303"/>
                  <a:gd name="connsiteX3" fmla="*/ 4469566 w 4469565"/>
                  <a:gd name="connsiteY3" fmla="*/ 1231750 h 1638303"/>
                  <a:gd name="connsiteX4" fmla="*/ 4469566 w 4469565"/>
                  <a:gd name="connsiteY4" fmla="*/ 1262076 h 1638303"/>
                  <a:gd name="connsiteX5" fmla="*/ 4469566 w 4469565"/>
                  <a:gd name="connsiteY5" fmla="*/ 1611825 h 1638303"/>
                  <a:gd name="connsiteX6" fmla="*/ 4424894 w 4469565"/>
                  <a:gd name="connsiteY6" fmla="*/ 1630984 h 1638303"/>
                  <a:gd name="connsiteX7" fmla="*/ 4198991 w 4469565"/>
                  <a:gd name="connsiteY7" fmla="*/ 1416158 h 1638303"/>
                  <a:gd name="connsiteX8" fmla="*/ 4085949 w 4469565"/>
                  <a:gd name="connsiteY8" fmla="*/ 1371032 h 1638303"/>
                  <a:gd name="connsiteX9" fmla="*/ 135378 w 4469565"/>
                  <a:gd name="connsiteY9" fmla="*/ 1371032 h 1638303"/>
                  <a:gd name="connsiteX10" fmla="*/ 0 w 4469565"/>
                  <a:gd name="connsiteY10" fmla="*/ 1235654 h 1638303"/>
                  <a:gd name="connsiteX11" fmla="*/ 0 w 4469565"/>
                  <a:gd name="connsiteY11" fmla="*/ 135378 h 1638303"/>
                  <a:gd name="connsiteX12" fmla="*/ 135378 w 4469565"/>
                  <a:gd name="connsiteY12" fmla="*/ 0 h 1638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469565" h="1638303">
                    <a:moveTo>
                      <a:pt x="135378" y="0"/>
                    </a:moveTo>
                    <a:lnTo>
                      <a:pt x="4334188" y="0"/>
                    </a:lnTo>
                    <a:cubicBezTo>
                      <a:pt x="4408641" y="0"/>
                      <a:pt x="4469566" y="60925"/>
                      <a:pt x="4469566" y="135378"/>
                    </a:cubicBezTo>
                    <a:lnTo>
                      <a:pt x="4469566" y="1231750"/>
                    </a:lnTo>
                    <a:lnTo>
                      <a:pt x="4469566" y="1262076"/>
                    </a:lnTo>
                    <a:lnTo>
                      <a:pt x="4469566" y="1611825"/>
                    </a:lnTo>
                    <a:cubicBezTo>
                      <a:pt x="4469566" y="1635069"/>
                      <a:pt x="4441782" y="1646964"/>
                      <a:pt x="4424894" y="1630984"/>
                    </a:cubicBezTo>
                    <a:lnTo>
                      <a:pt x="4198991" y="1416158"/>
                    </a:lnTo>
                    <a:cubicBezTo>
                      <a:pt x="4168484" y="1387194"/>
                      <a:pt x="4128079" y="1371032"/>
                      <a:pt x="4085949" y="1371032"/>
                    </a:cubicBezTo>
                    <a:lnTo>
                      <a:pt x="135378" y="1371032"/>
                    </a:lnTo>
                    <a:cubicBezTo>
                      <a:pt x="60925" y="1371032"/>
                      <a:pt x="0" y="1310108"/>
                      <a:pt x="0" y="1235654"/>
                    </a:cubicBezTo>
                    <a:lnTo>
                      <a:pt x="0" y="135378"/>
                    </a:lnTo>
                    <a:cubicBezTo>
                      <a:pt x="0" y="60925"/>
                      <a:pt x="60925" y="0"/>
                      <a:pt x="13537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  <a:effectLst>
                <a:outerShdw dist="63500" dir="2700000" sx="101000" sy="101000" algn="ctr" rotWithShape="0">
                  <a:schemeClr val="accent1"/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1600" dirty="0"/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861B39A1-8FA3-D85A-96E9-43F563D237D4}"/>
                  </a:ext>
                </a:extLst>
              </p:cNvPr>
              <p:cNvGrpSpPr/>
              <p:nvPr/>
            </p:nvGrpSpPr>
            <p:grpSpPr>
              <a:xfrm>
                <a:off x="660400" y="2256878"/>
                <a:ext cx="2316077" cy="1938352"/>
                <a:chOff x="660400" y="2256878"/>
                <a:chExt cx="2316077" cy="1938352"/>
              </a:xfrm>
            </p:grpSpPr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B2F5D1C2-AE89-070F-E744-681EB89B6C7E}"/>
                    </a:ext>
                  </a:extLst>
                </p:cNvPr>
                <p:cNvSpPr txBox="1"/>
                <p:nvPr/>
              </p:nvSpPr>
              <p:spPr>
                <a:xfrm>
                  <a:off x="660400" y="2997719"/>
                  <a:ext cx="2316077" cy="1197511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tx1"/>
                      </a:solidFill>
                    </a:rPr>
                    <a:t>针对五四青年节，策划具体宣传方案，包括宣传渠道、内容、时间表等。</a:t>
                  </a: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41C5B55-B082-923B-3E38-F4E663C6D59C}"/>
                    </a:ext>
                  </a:extLst>
                </p:cNvPr>
                <p:cNvSpPr txBox="1"/>
                <p:nvPr/>
              </p:nvSpPr>
              <p:spPr>
                <a:xfrm>
                  <a:off x="660400" y="2256878"/>
                  <a:ext cx="2316077" cy="678042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2000" b="1">
                      <a:solidFill>
                        <a:schemeClr val="tx1"/>
                      </a:solidFill>
                    </a:rPr>
                    <a:t>1. 少刷短视频，多读经典</a:t>
                  </a:r>
                  <a:endParaRPr lang="en-US" altLang="zh-CN" sz="20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64A8D2D2-EF21-5776-AFD8-B7F868E184C8}"/>
                  </a:ext>
                </a:extLst>
              </p:cNvPr>
              <p:cNvGrpSpPr/>
              <p:nvPr/>
            </p:nvGrpSpPr>
            <p:grpSpPr>
              <a:xfrm>
                <a:off x="3164974" y="2256878"/>
                <a:ext cx="2316077" cy="1938352"/>
                <a:chOff x="3082424" y="2256878"/>
                <a:chExt cx="2316077" cy="1938352"/>
              </a:xfrm>
            </p:grpSpPr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140688B4-5684-94D1-2CD2-5C9A84EEBDCA}"/>
                    </a:ext>
                  </a:extLst>
                </p:cNvPr>
                <p:cNvSpPr txBox="1"/>
                <p:nvPr/>
              </p:nvSpPr>
              <p:spPr>
                <a:xfrm>
                  <a:off x="3082424" y="2997719"/>
                  <a:ext cx="2316077" cy="1197511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400">
                      <a:solidFill>
                        <a:schemeClr val="tx1"/>
                      </a:solidFill>
                    </a:rPr>
                    <a:t>利用社交媒体、官方网站等线上平台，发布活动信息，扩大活动影响力。</a:t>
                  </a: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F884B94F-BABC-5CAC-5A44-2576B9BC08F0}"/>
                    </a:ext>
                  </a:extLst>
                </p:cNvPr>
                <p:cNvSpPr txBox="1"/>
                <p:nvPr/>
              </p:nvSpPr>
              <p:spPr>
                <a:xfrm>
                  <a:off x="3082424" y="2256878"/>
                  <a:ext cx="2316077" cy="678042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2000" b="1">
                      <a:solidFill>
                        <a:schemeClr val="tx1"/>
                      </a:solidFill>
                    </a:rPr>
                    <a:t>2. 少焦虑未来，多深耕当下</a:t>
                  </a:r>
                  <a:endParaRPr lang="en-US" altLang="zh-CN" sz="20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61EDC060-D4C3-B6ED-2F65-53DC65D2F2D9}"/>
                  </a:ext>
                </a:extLst>
              </p:cNvPr>
              <p:cNvGrpSpPr/>
              <p:nvPr/>
            </p:nvGrpSpPr>
            <p:grpSpPr>
              <a:xfrm>
                <a:off x="5669548" y="2256878"/>
                <a:ext cx="2316077" cy="1938352"/>
                <a:chOff x="5504448" y="2256878"/>
                <a:chExt cx="2316077" cy="1938352"/>
              </a:xfrm>
            </p:grpSpPr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41B2B01E-1E25-4DD8-21EA-E4B246CFB8EF}"/>
                    </a:ext>
                  </a:extLst>
                </p:cNvPr>
                <p:cNvSpPr txBox="1"/>
                <p:nvPr/>
              </p:nvSpPr>
              <p:spPr>
                <a:xfrm>
                  <a:off x="5504448" y="2997719"/>
                  <a:ext cx="2316077" cy="1197511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400">
                      <a:solidFill>
                        <a:schemeClr val="tx1"/>
                      </a:solidFill>
                    </a:rPr>
                    <a:t>通过海报、横幅、宣传册等线下手段，在校园内进行活动宣传。</a:t>
                  </a: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7F4CDB95-94E1-A425-58BF-5CEC4D4E86B9}"/>
                    </a:ext>
                  </a:extLst>
                </p:cNvPr>
                <p:cNvSpPr txBox="1"/>
                <p:nvPr/>
              </p:nvSpPr>
              <p:spPr>
                <a:xfrm>
                  <a:off x="5504448" y="2256878"/>
                  <a:ext cx="2316077" cy="678042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2000" b="1">
                      <a:solidFill>
                        <a:schemeClr val="tx1"/>
                      </a:solidFill>
                    </a:rPr>
                    <a:t>3. 少跟别人比，多超越自己</a:t>
                  </a:r>
                  <a:endParaRPr lang="en-US" altLang="zh-CN" sz="2000" b="1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2326BCBF-C15D-69D7-C12C-DD35E5C3E87C}"/>
                  </a:ext>
                </a:extLst>
              </p:cNvPr>
              <p:cNvGrpSpPr/>
              <p:nvPr/>
            </p:nvGrpSpPr>
            <p:grpSpPr>
              <a:xfrm>
                <a:off x="8174123" y="2256878"/>
                <a:ext cx="2316077" cy="1938352"/>
                <a:chOff x="7926473" y="2256878"/>
                <a:chExt cx="2316077" cy="1938352"/>
              </a:xfrm>
            </p:grpSpPr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FD58966-D276-8A2C-E221-25EE40506A01}"/>
                    </a:ext>
                  </a:extLst>
                </p:cNvPr>
                <p:cNvSpPr txBox="1"/>
                <p:nvPr/>
              </p:nvSpPr>
              <p:spPr>
                <a:xfrm>
                  <a:off x="7926473" y="2997719"/>
                  <a:ext cx="2316077" cy="1197511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tx1"/>
                      </a:solidFill>
                    </a:rPr>
                    <a:t>与校园媒体、地方媒体合作，通过新闻报道、专题采访等形式，提升活动知名度。</a:t>
                  </a: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BA0BADE-9FCE-3D8B-BCFF-2A8AB815CBBF}"/>
                    </a:ext>
                  </a:extLst>
                </p:cNvPr>
                <p:cNvSpPr txBox="1"/>
                <p:nvPr/>
              </p:nvSpPr>
              <p:spPr>
                <a:xfrm>
                  <a:off x="7926473" y="2256878"/>
                  <a:ext cx="2316077" cy="678042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2000" b="1" dirty="0">
                      <a:solidFill>
                        <a:schemeClr val="tx1"/>
                      </a:solidFill>
                    </a:rPr>
                    <a:t>4. 找到榜样、培养爱好、坚持运动</a:t>
                  </a:r>
                  <a:endParaRPr lang="en-US" altLang="zh-CN" sz="20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EA6C6D0-C7C0-DF03-2EC2-E327011E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给青年的七条建议</a:t>
            </a:r>
          </a:p>
        </p:txBody>
      </p:sp>
    </p:spTree>
    <p:extLst>
      <p:ext uri="{BB962C8B-B14F-4D97-AF65-F5344CB8AC3E}">
        <p14:creationId xmlns:p14="http://schemas.microsoft.com/office/powerpoint/2010/main" val="122521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99E54-E88A-B6EF-D93A-DED51349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从传统文化汲取智慧</a:t>
            </a:r>
          </a:p>
        </p:txBody>
      </p:sp>
      <p:grpSp>
        <p:nvGrpSpPr>
          <p:cNvPr id="444" name="组合 443">
            <a:extLst>
              <a:ext uri="{FF2B5EF4-FFF2-40B4-BE49-F238E27FC236}">
                <a16:creationId xmlns:a16="http://schemas.microsoft.com/office/drawing/2014/main" id="{D5CB9293-38B4-E357-0F02-DF597AF673F5}"/>
              </a:ext>
            </a:extLst>
          </p:cNvPr>
          <p:cNvGrpSpPr/>
          <p:nvPr/>
        </p:nvGrpSpPr>
        <p:grpSpPr>
          <a:xfrm>
            <a:off x="677139" y="1130300"/>
            <a:ext cx="10943360" cy="4939649"/>
            <a:chOff x="677139" y="1130300"/>
            <a:chExt cx="10943360" cy="4939649"/>
          </a:xfrm>
        </p:grpSpPr>
        <p:grpSp>
          <p:nvGrpSpPr>
            <p:cNvPr id="345" name="组合 344">
              <a:extLst>
                <a:ext uri="{FF2B5EF4-FFF2-40B4-BE49-F238E27FC236}">
                  <a16:creationId xmlns:a16="http://schemas.microsoft.com/office/drawing/2014/main" id="{590945AA-BEEF-7DD3-FBC1-E1016EC54D9A}"/>
                </a:ext>
              </a:extLst>
            </p:cNvPr>
            <p:cNvGrpSpPr/>
            <p:nvPr/>
          </p:nvGrpSpPr>
          <p:grpSpPr>
            <a:xfrm>
              <a:off x="677139" y="2462394"/>
              <a:ext cx="3284539" cy="2789797"/>
              <a:chOff x="3345096" y="1301052"/>
              <a:chExt cx="5489108" cy="4662297"/>
            </a:xfrm>
          </p:grpSpPr>
          <p:sp>
            <p:nvSpPr>
              <p:cNvPr id="346" name="任意多边形 345">
                <a:extLst>
                  <a:ext uri="{FF2B5EF4-FFF2-40B4-BE49-F238E27FC236}">
                    <a16:creationId xmlns:a16="http://schemas.microsoft.com/office/drawing/2014/main" id="{9D5922CA-19F5-13BA-7185-E4D5D31F6EBA}"/>
                  </a:ext>
                </a:extLst>
              </p:cNvPr>
              <p:cNvSpPr/>
              <p:nvPr/>
            </p:nvSpPr>
            <p:spPr>
              <a:xfrm>
                <a:off x="3823440" y="1301052"/>
                <a:ext cx="4739756" cy="4608225"/>
              </a:xfrm>
              <a:custGeom>
                <a:avLst/>
                <a:gdLst>
                  <a:gd name="connsiteX0" fmla="*/ 4283526 w 4286669"/>
                  <a:gd name="connsiteY0" fmla="*/ 2142942 h 4167711"/>
                  <a:gd name="connsiteX1" fmla="*/ 3496652 w 4286669"/>
                  <a:gd name="connsiteY1" fmla="*/ 3802557 h 4167711"/>
                  <a:gd name="connsiteX2" fmla="*/ 2845770 w 4286669"/>
                  <a:gd name="connsiteY2" fmla="*/ 4167424 h 4167711"/>
                  <a:gd name="connsiteX3" fmla="*/ 1434577 w 4286669"/>
                  <a:gd name="connsiteY3" fmla="*/ 4167424 h 4167711"/>
                  <a:gd name="connsiteX4" fmla="*/ -3143 w 4286669"/>
                  <a:gd name="connsiteY4" fmla="*/ 2142907 h 4167711"/>
                  <a:gd name="connsiteX5" fmla="*/ 2140052 w 4286669"/>
                  <a:gd name="connsiteY5" fmla="*/ -288 h 4167711"/>
                  <a:gd name="connsiteX6" fmla="*/ 4283526 w 4286669"/>
                  <a:gd name="connsiteY6" fmla="*/ 2142942 h 4167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6669" h="4167711">
                    <a:moveTo>
                      <a:pt x="4283526" y="2142942"/>
                    </a:moveTo>
                    <a:cubicBezTo>
                      <a:pt x="4283526" y="2812010"/>
                      <a:pt x="3976951" y="3409487"/>
                      <a:pt x="3496652" y="3802557"/>
                    </a:cubicBezTo>
                    <a:cubicBezTo>
                      <a:pt x="3302787" y="3961412"/>
                      <a:pt x="3082463" y="4084907"/>
                      <a:pt x="2845770" y="4167424"/>
                    </a:cubicBezTo>
                    <a:lnTo>
                      <a:pt x="1434577" y="4167424"/>
                    </a:lnTo>
                    <a:cubicBezTo>
                      <a:pt x="597509" y="3875719"/>
                      <a:pt x="-3143" y="3079490"/>
                      <a:pt x="-3143" y="2142907"/>
                    </a:cubicBezTo>
                    <a:cubicBezTo>
                      <a:pt x="-3143" y="959193"/>
                      <a:pt x="956442" y="-288"/>
                      <a:pt x="2140052" y="-288"/>
                    </a:cubicBezTo>
                    <a:cubicBezTo>
                      <a:pt x="3323660" y="-288"/>
                      <a:pt x="4283526" y="959228"/>
                      <a:pt x="4283526" y="2142942"/>
                    </a:cubicBezTo>
                    <a:close/>
                  </a:path>
                </a:pathLst>
              </a:custGeom>
              <a:solidFill>
                <a:srgbClr val="ECF3FE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7" name="任意多边形 346">
                <a:extLst>
                  <a:ext uri="{FF2B5EF4-FFF2-40B4-BE49-F238E27FC236}">
                    <a16:creationId xmlns:a16="http://schemas.microsoft.com/office/drawing/2014/main" id="{3570862F-E943-8E2C-E493-7CA395DCF047}"/>
                  </a:ext>
                </a:extLst>
              </p:cNvPr>
              <p:cNvSpPr/>
              <p:nvPr/>
            </p:nvSpPr>
            <p:spPr>
              <a:xfrm>
                <a:off x="5413524" y="2542129"/>
                <a:ext cx="2471229" cy="3271664"/>
              </a:xfrm>
              <a:custGeom>
                <a:avLst/>
                <a:gdLst>
                  <a:gd name="connsiteX0" fmla="*/ 2058499 w 2234997"/>
                  <a:gd name="connsiteY0" fmla="*/ 2680118 h 2958916"/>
                  <a:gd name="connsiteX1" fmla="*/ 1618690 w 2234997"/>
                  <a:gd name="connsiteY1" fmla="*/ 2958629 h 2958916"/>
                  <a:gd name="connsiteX2" fmla="*/ 570340 w 2234997"/>
                  <a:gd name="connsiteY2" fmla="*/ 2958629 h 2958916"/>
                  <a:gd name="connsiteX3" fmla="*/ 7978 w 2234997"/>
                  <a:gd name="connsiteY3" fmla="*/ 1743535 h 2958916"/>
                  <a:gd name="connsiteX4" fmla="*/ 764519 w 2234997"/>
                  <a:gd name="connsiteY4" fmla="*/ 611062 h 2958916"/>
                  <a:gd name="connsiteX5" fmla="*/ 764519 w 2234997"/>
                  <a:gd name="connsiteY5" fmla="*/ 611062 h 2958916"/>
                  <a:gd name="connsiteX6" fmla="*/ 716908 w 2234997"/>
                  <a:gd name="connsiteY6" fmla="*/ 564289 h 2958916"/>
                  <a:gd name="connsiteX7" fmla="*/ 698722 w 2234997"/>
                  <a:gd name="connsiteY7" fmla="*/ 498178 h 2958916"/>
                  <a:gd name="connsiteX8" fmla="*/ 793386 w 2234997"/>
                  <a:gd name="connsiteY8" fmla="*/ 373112 h 2958916"/>
                  <a:gd name="connsiteX9" fmla="*/ 635229 w 2234997"/>
                  <a:gd name="connsiteY9" fmla="*/ 53831 h 2958916"/>
                  <a:gd name="connsiteX10" fmla="*/ 1010044 w 2234997"/>
                  <a:gd name="connsiteY10" fmla="*/ 35681 h 2958916"/>
                  <a:gd name="connsiteX11" fmla="*/ 1248867 w 2234997"/>
                  <a:gd name="connsiteY11" fmla="*/ 38717 h 2958916"/>
                  <a:gd name="connsiteX12" fmla="*/ 1578340 w 2234997"/>
                  <a:gd name="connsiteY12" fmla="*/ 65909 h 2958916"/>
                  <a:gd name="connsiteX13" fmla="*/ 1434390 w 2234997"/>
                  <a:gd name="connsiteY13" fmla="*/ 372832 h 2958916"/>
                  <a:gd name="connsiteX14" fmla="*/ 1502770 w 2234997"/>
                  <a:gd name="connsiteY14" fmla="*/ 418838 h 2958916"/>
                  <a:gd name="connsiteX15" fmla="*/ 1511775 w 2234997"/>
                  <a:gd name="connsiteY15" fmla="*/ 564254 h 2958916"/>
                  <a:gd name="connsiteX16" fmla="*/ 1464200 w 2234997"/>
                  <a:gd name="connsiteY16" fmla="*/ 611062 h 2958916"/>
                  <a:gd name="connsiteX17" fmla="*/ 1773391 w 2234997"/>
                  <a:gd name="connsiteY17" fmla="*/ 863847 h 2958916"/>
                  <a:gd name="connsiteX18" fmla="*/ 1988688 w 2234997"/>
                  <a:gd name="connsiteY18" fmla="*/ 1124242 h 2958916"/>
                  <a:gd name="connsiteX19" fmla="*/ 2220636 w 2234997"/>
                  <a:gd name="connsiteY19" fmla="*/ 1743535 h 2958916"/>
                  <a:gd name="connsiteX20" fmla="*/ 2058499 w 2234997"/>
                  <a:gd name="connsiteY20" fmla="*/ 2680118 h 2958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4997" h="2958916">
                    <a:moveTo>
                      <a:pt x="2058499" y="2680118"/>
                    </a:moveTo>
                    <a:cubicBezTo>
                      <a:pt x="1923730" y="2790454"/>
                      <a:pt x="1776045" y="2883966"/>
                      <a:pt x="1618690" y="2958629"/>
                    </a:cubicBezTo>
                    <a:lnTo>
                      <a:pt x="570340" y="2958629"/>
                    </a:lnTo>
                    <a:cubicBezTo>
                      <a:pt x="165436" y="2958629"/>
                      <a:pt x="-56806" y="2311307"/>
                      <a:pt x="7978" y="1743535"/>
                    </a:cubicBezTo>
                    <a:cubicBezTo>
                      <a:pt x="75206" y="1155552"/>
                      <a:pt x="507126" y="783635"/>
                      <a:pt x="764519" y="611062"/>
                    </a:cubicBezTo>
                    <a:lnTo>
                      <a:pt x="764519" y="611062"/>
                    </a:lnTo>
                    <a:cubicBezTo>
                      <a:pt x="744902" y="599823"/>
                      <a:pt x="728496" y="583714"/>
                      <a:pt x="716908" y="564289"/>
                    </a:cubicBezTo>
                    <a:cubicBezTo>
                      <a:pt x="705005" y="544299"/>
                      <a:pt x="698687" y="521453"/>
                      <a:pt x="698722" y="498178"/>
                    </a:cubicBezTo>
                    <a:cubicBezTo>
                      <a:pt x="698897" y="440057"/>
                      <a:pt x="737502" y="389063"/>
                      <a:pt x="793386" y="373112"/>
                    </a:cubicBezTo>
                    <a:cubicBezTo>
                      <a:pt x="699804" y="289792"/>
                      <a:pt x="560043" y="141514"/>
                      <a:pt x="635229" y="53831"/>
                    </a:cubicBezTo>
                    <a:cubicBezTo>
                      <a:pt x="744064" y="-73155"/>
                      <a:pt x="955661" y="77986"/>
                      <a:pt x="1010044" y="35681"/>
                    </a:cubicBezTo>
                    <a:cubicBezTo>
                      <a:pt x="1064427" y="-6625"/>
                      <a:pt x="1152144" y="-18737"/>
                      <a:pt x="1248867" y="38717"/>
                    </a:cubicBezTo>
                    <a:cubicBezTo>
                      <a:pt x="1345590" y="96172"/>
                      <a:pt x="1405942" y="-42927"/>
                      <a:pt x="1578340" y="65909"/>
                    </a:cubicBezTo>
                    <a:cubicBezTo>
                      <a:pt x="1715100" y="152300"/>
                      <a:pt x="1520466" y="311050"/>
                      <a:pt x="1434390" y="372832"/>
                    </a:cubicBezTo>
                    <a:cubicBezTo>
                      <a:pt x="1461546" y="380414"/>
                      <a:pt x="1485527" y="396547"/>
                      <a:pt x="1502770" y="418838"/>
                    </a:cubicBezTo>
                    <a:cubicBezTo>
                      <a:pt x="1535441" y="460829"/>
                      <a:pt x="1539001" y="518552"/>
                      <a:pt x="1511775" y="564254"/>
                    </a:cubicBezTo>
                    <a:cubicBezTo>
                      <a:pt x="1500222" y="583696"/>
                      <a:pt x="1483815" y="599819"/>
                      <a:pt x="1464200" y="611062"/>
                    </a:cubicBezTo>
                    <a:cubicBezTo>
                      <a:pt x="1575163" y="685184"/>
                      <a:pt x="1678693" y="769840"/>
                      <a:pt x="1773391" y="863847"/>
                    </a:cubicBezTo>
                    <a:cubicBezTo>
                      <a:pt x="1853464" y="943446"/>
                      <a:pt x="1925545" y="1030654"/>
                      <a:pt x="1988688" y="1124242"/>
                    </a:cubicBezTo>
                    <a:cubicBezTo>
                      <a:pt x="2102934" y="1294581"/>
                      <a:pt x="2192885" y="1500628"/>
                      <a:pt x="2220636" y="1743535"/>
                    </a:cubicBezTo>
                    <a:cubicBezTo>
                      <a:pt x="2258926" y="2077510"/>
                      <a:pt x="2197808" y="2439026"/>
                      <a:pt x="2058499" y="26801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8" name="任意多边形 347">
                <a:extLst>
                  <a:ext uri="{FF2B5EF4-FFF2-40B4-BE49-F238E27FC236}">
                    <a16:creationId xmlns:a16="http://schemas.microsoft.com/office/drawing/2014/main" id="{9779670D-E428-0EB2-2FF7-8640B5C9E716}"/>
                  </a:ext>
                </a:extLst>
              </p:cNvPr>
              <p:cNvSpPr/>
              <p:nvPr/>
            </p:nvSpPr>
            <p:spPr>
              <a:xfrm>
                <a:off x="3345096" y="5708237"/>
                <a:ext cx="5411615" cy="255112"/>
              </a:xfrm>
              <a:custGeom>
                <a:avLst/>
                <a:gdLst>
                  <a:gd name="connsiteX0" fmla="*/ 4894304 w 4894303"/>
                  <a:gd name="connsiteY0" fmla="*/ 115362 h 230725"/>
                  <a:gd name="connsiteX1" fmla="*/ 2447152 w 4894303"/>
                  <a:gd name="connsiteY1" fmla="*/ 230725 h 230725"/>
                  <a:gd name="connsiteX2" fmla="*/ 0 w 4894303"/>
                  <a:gd name="connsiteY2" fmla="*/ 115362 h 230725"/>
                  <a:gd name="connsiteX3" fmla="*/ 2447152 w 4894303"/>
                  <a:gd name="connsiteY3" fmla="*/ 0 h 230725"/>
                  <a:gd name="connsiteX4" fmla="*/ 4894304 w 4894303"/>
                  <a:gd name="connsiteY4" fmla="*/ 115362 h 230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94303" h="230725">
                    <a:moveTo>
                      <a:pt x="4894304" y="115362"/>
                    </a:moveTo>
                    <a:cubicBezTo>
                      <a:pt x="4894304" y="179076"/>
                      <a:pt x="3798677" y="230725"/>
                      <a:pt x="2447152" y="230725"/>
                    </a:cubicBezTo>
                    <a:cubicBezTo>
                      <a:pt x="1095627" y="230725"/>
                      <a:pt x="0" y="179076"/>
                      <a:pt x="0" y="115362"/>
                    </a:cubicBezTo>
                    <a:cubicBezTo>
                      <a:pt x="0" y="51649"/>
                      <a:pt x="1095627" y="0"/>
                      <a:pt x="2447152" y="0"/>
                    </a:cubicBezTo>
                    <a:cubicBezTo>
                      <a:pt x="3798676" y="0"/>
                      <a:pt x="4894304" y="51649"/>
                      <a:pt x="4894304" y="115362"/>
                    </a:cubicBezTo>
                    <a:close/>
                  </a:path>
                </a:pathLst>
              </a:custGeom>
              <a:solidFill>
                <a:srgbClr val="D7E4F9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9" name="任意多边形 348">
                <a:extLst>
                  <a:ext uri="{FF2B5EF4-FFF2-40B4-BE49-F238E27FC236}">
                    <a16:creationId xmlns:a16="http://schemas.microsoft.com/office/drawing/2014/main" id="{DCB11D95-E734-0D68-4121-69752AD457AE}"/>
                  </a:ext>
                </a:extLst>
              </p:cNvPr>
              <p:cNvSpPr/>
              <p:nvPr/>
            </p:nvSpPr>
            <p:spPr>
              <a:xfrm>
                <a:off x="7457261" y="4536680"/>
                <a:ext cx="1334688" cy="1331227"/>
              </a:xfrm>
              <a:custGeom>
                <a:avLst/>
                <a:gdLst>
                  <a:gd name="connsiteX0" fmla="*/ 1203958 w 1207101"/>
                  <a:gd name="connsiteY0" fmla="*/ 601770 h 1203971"/>
                  <a:gd name="connsiteX1" fmla="*/ 598139 w 1207101"/>
                  <a:gd name="connsiteY1" fmla="*/ 1203680 h 1203971"/>
                  <a:gd name="connsiteX2" fmla="*/ 461065 w 1207101"/>
                  <a:gd name="connsiteY2" fmla="*/ 1187449 h 1203971"/>
                  <a:gd name="connsiteX3" fmla="*/ 461065 w 1207101"/>
                  <a:gd name="connsiteY3" fmla="*/ 1187449 h 1203971"/>
                  <a:gd name="connsiteX4" fmla="*/ 450593 w 1207101"/>
                  <a:gd name="connsiteY4" fmla="*/ 1184936 h 1203971"/>
                  <a:gd name="connsiteX5" fmla="*/ 412441 w 1207101"/>
                  <a:gd name="connsiteY5" fmla="*/ 1173766 h 1203971"/>
                  <a:gd name="connsiteX6" fmla="*/ 328912 w 1207101"/>
                  <a:gd name="connsiteY6" fmla="*/ 1139244 h 1203971"/>
                  <a:gd name="connsiteX7" fmla="*/ -3143 w 1207101"/>
                  <a:gd name="connsiteY7" fmla="*/ 601700 h 1203971"/>
                  <a:gd name="connsiteX8" fmla="*/ 454537 w 1207101"/>
                  <a:gd name="connsiteY8" fmla="*/ 17418 h 1203971"/>
                  <a:gd name="connsiteX9" fmla="*/ 486651 w 1207101"/>
                  <a:gd name="connsiteY9" fmla="*/ 10437 h 1203971"/>
                  <a:gd name="connsiteX10" fmla="*/ 1030408 w 1207101"/>
                  <a:gd name="connsiteY10" fmla="*/ 179275 h 1203971"/>
                  <a:gd name="connsiteX11" fmla="*/ 1030408 w 1207101"/>
                  <a:gd name="connsiteY11" fmla="*/ 179275 h 1203971"/>
                  <a:gd name="connsiteX12" fmla="*/ 1074563 w 1207101"/>
                  <a:gd name="connsiteY12" fmla="*/ 229504 h 1203971"/>
                  <a:gd name="connsiteX13" fmla="*/ 1141895 w 1207101"/>
                  <a:gd name="connsiteY13" fmla="*/ 335721 h 1203971"/>
                  <a:gd name="connsiteX14" fmla="*/ 1148004 w 1207101"/>
                  <a:gd name="connsiteY14" fmla="*/ 348322 h 1203971"/>
                  <a:gd name="connsiteX15" fmla="*/ 1159208 w 1207101"/>
                  <a:gd name="connsiteY15" fmla="*/ 374082 h 1203971"/>
                  <a:gd name="connsiteX16" fmla="*/ 1164480 w 1207101"/>
                  <a:gd name="connsiteY16" fmla="*/ 387241 h 1203971"/>
                  <a:gd name="connsiteX17" fmla="*/ 1203958 w 1207101"/>
                  <a:gd name="connsiteY17" fmla="*/ 601770 h 120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07101" h="1203971">
                    <a:moveTo>
                      <a:pt x="1203958" y="601770"/>
                    </a:moveTo>
                    <a:cubicBezTo>
                      <a:pt x="1202876" y="935257"/>
                      <a:pt x="931626" y="1204762"/>
                      <a:pt x="598139" y="1203680"/>
                    </a:cubicBezTo>
                    <a:cubicBezTo>
                      <a:pt x="551959" y="1203505"/>
                      <a:pt x="505987" y="1198060"/>
                      <a:pt x="461065" y="1187449"/>
                    </a:cubicBezTo>
                    <a:lnTo>
                      <a:pt x="461065" y="1187449"/>
                    </a:lnTo>
                    <a:cubicBezTo>
                      <a:pt x="457575" y="1186681"/>
                      <a:pt x="454084" y="1185809"/>
                      <a:pt x="450593" y="1184936"/>
                    </a:cubicBezTo>
                    <a:cubicBezTo>
                      <a:pt x="437783" y="1181655"/>
                      <a:pt x="425042" y="1177920"/>
                      <a:pt x="412441" y="1173766"/>
                    </a:cubicBezTo>
                    <a:cubicBezTo>
                      <a:pt x="383714" y="1164516"/>
                      <a:pt x="355790" y="1152997"/>
                      <a:pt x="328912" y="1139244"/>
                    </a:cubicBezTo>
                    <a:cubicBezTo>
                      <a:pt x="125380" y="1037390"/>
                      <a:pt x="-3143" y="829284"/>
                      <a:pt x="-3143" y="601700"/>
                    </a:cubicBezTo>
                    <a:cubicBezTo>
                      <a:pt x="-3143" y="319420"/>
                      <a:pt x="191664" y="82517"/>
                      <a:pt x="454537" y="17418"/>
                    </a:cubicBezTo>
                    <a:cubicBezTo>
                      <a:pt x="465183" y="14765"/>
                      <a:pt x="475794" y="12462"/>
                      <a:pt x="486651" y="10437"/>
                    </a:cubicBezTo>
                    <a:cubicBezTo>
                      <a:pt x="684704" y="-27331"/>
                      <a:pt x="888551" y="35988"/>
                      <a:pt x="1030408" y="179275"/>
                    </a:cubicBezTo>
                    <a:lnTo>
                      <a:pt x="1030408" y="179275"/>
                    </a:lnTo>
                    <a:cubicBezTo>
                      <a:pt x="1046045" y="195192"/>
                      <a:pt x="1060776" y="211981"/>
                      <a:pt x="1074563" y="229504"/>
                    </a:cubicBezTo>
                    <a:cubicBezTo>
                      <a:pt x="1100638" y="262454"/>
                      <a:pt x="1123221" y="298058"/>
                      <a:pt x="1141895" y="335721"/>
                    </a:cubicBezTo>
                    <a:cubicBezTo>
                      <a:pt x="1143954" y="339875"/>
                      <a:pt x="1146049" y="344168"/>
                      <a:pt x="1148004" y="348322"/>
                    </a:cubicBezTo>
                    <a:cubicBezTo>
                      <a:pt x="1151948" y="356769"/>
                      <a:pt x="1155684" y="365426"/>
                      <a:pt x="1159208" y="374082"/>
                    </a:cubicBezTo>
                    <a:cubicBezTo>
                      <a:pt x="1161059" y="378445"/>
                      <a:pt x="1162699" y="382843"/>
                      <a:pt x="1164480" y="387241"/>
                    </a:cubicBezTo>
                    <a:cubicBezTo>
                      <a:pt x="1190623" y="455726"/>
                      <a:pt x="1203992" y="528434"/>
                      <a:pt x="1203958" y="601770"/>
                    </a:cubicBezTo>
                    <a:close/>
                  </a:path>
                </a:pathLst>
              </a:custGeom>
              <a:solidFill>
                <a:srgbClr val="33DA82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0" name="任意多边形 349">
                <a:extLst>
                  <a:ext uri="{FF2B5EF4-FFF2-40B4-BE49-F238E27FC236}">
                    <a16:creationId xmlns:a16="http://schemas.microsoft.com/office/drawing/2014/main" id="{33D1E4A7-342D-6066-2808-9AA29C9B5D1E}"/>
                  </a:ext>
                </a:extLst>
              </p:cNvPr>
              <p:cNvSpPr/>
              <p:nvPr/>
            </p:nvSpPr>
            <p:spPr>
              <a:xfrm>
                <a:off x="7599329" y="4678527"/>
                <a:ext cx="1050396" cy="1047618"/>
              </a:xfrm>
              <a:custGeom>
                <a:avLst/>
                <a:gdLst>
                  <a:gd name="connsiteX0" fmla="*/ 949987 w 949986"/>
                  <a:gd name="connsiteY0" fmla="*/ 473737 h 947473"/>
                  <a:gd name="connsiteX1" fmla="*/ 474993 w 949986"/>
                  <a:gd name="connsiteY1" fmla="*/ 947474 h 947473"/>
                  <a:gd name="connsiteX2" fmla="*/ 0 w 949986"/>
                  <a:gd name="connsiteY2" fmla="*/ 473737 h 947473"/>
                  <a:gd name="connsiteX3" fmla="*/ 474993 w 949986"/>
                  <a:gd name="connsiteY3" fmla="*/ 0 h 947473"/>
                  <a:gd name="connsiteX4" fmla="*/ 949987 w 949986"/>
                  <a:gd name="connsiteY4" fmla="*/ 473737 h 947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9986" h="947473">
                    <a:moveTo>
                      <a:pt x="949987" y="473737"/>
                    </a:moveTo>
                    <a:cubicBezTo>
                      <a:pt x="949987" y="735374"/>
                      <a:pt x="737325" y="947474"/>
                      <a:pt x="474993" y="947474"/>
                    </a:cubicBezTo>
                    <a:cubicBezTo>
                      <a:pt x="212662" y="947474"/>
                      <a:pt x="0" y="735374"/>
                      <a:pt x="0" y="473737"/>
                    </a:cubicBezTo>
                    <a:cubicBezTo>
                      <a:pt x="0" y="212099"/>
                      <a:pt x="212662" y="0"/>
                      <a:pt x="474993" y="0"/>
                    </a:cubicBezTo>
                    <a:cubicBezTo>
                      <a:pt x="737325" y="0"/>
                      <a:pt x="949987" y="212099"/>
                      <a:pt x="949987" y="4737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1" name="任意多边形 350">
                <a:extLst>
                  <a:ext uri="{FF2B5EF4-FFF2-40B4-BE49-F238E27FC236}">
                    <a16:creationId xmlns:a16="http://schemas.microsoft.com/office/drawing/2014/main" id="{69865F35-4351-8E73-5FA6-96F5C6B5FFCA}"/>
                  </a:ext>
                </a:extLst>
              </p:cNvPr>
              <p:cNvSpPr/>
              <p:nvPr/>
            </p:nvSpPr>
            <p:spPr>
              <a:xfrm>
                <a:off x="7732211" y="4811061"/>
                <a:ext cx="784632" cy="782549"/>
              </a:xfrm>
              <a:custGeom>
                <a:avLst/>
                <a:gdLst>
                  <a:gd name="connsiteX0" fmla="*/ 709628 w 709627"/>
                  <a:gd name="connsiteY0" fmla="*/ 353871 h 707743"/>
                  <a:gd name="connsiteX1" fmla="*/ 354814 w 709627"/>
                  <a:gd name="connsiteY1" fmla="*/ 707743 h 707743"/>
                  <a:gd name="connsiteX2" fmla="*/ 0 w 709627"/>
                  <a:gd name="connsiteY2" fmla="*/ 353871 h 707743"/>
                  <a:gd name="connsiteX3" fmla="*/ 354814 w 709627"/>
                  <a:gd name="connsiteY3" fmla="*/ 0 h 707743"/>
                  <a:gd name="connsiteX4" fmla="*/ 709628 w 709627"/>
                  <a:gd name="connsiteY4" fmla="*/ 353871 h 707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9627" h="707743">
                    <a:moveTo>
                      <a:pt x="709628" y="353871"/>
                    </a:moveTo>
                    <a:cubicBezTo>
                      <a:pt x="709628" y="549309"/>
                      <a:pt x="550772" y="707743"/>
                      <a:pt x="354814" y="707743"/>
                    </a:cubicBezTo>
                    <a:cubicBezTo>
                      <a:pt x="158855" y="707743"/>
                      <a:pt x="0" y="549309"/>
                      <a:pt x="0" y="353871"/>
                    </a:cubicBezTo>
                    <a:cubicBezTo>
                      <a:pt x="0" y="158434"/>
                      <a:pt x="158855" y="0"/>
                      <a:pt x="354814" y="0"/>
                    </a:cubicBezTo>
                    <a:cubicBezTo>
                      <a:pt x="550772" y="0"/>
                      <a:pt x="709628" y="158434"/>
                      <a:pt x="709628" y="353871"/>
                    </a:cubicBezTo>
                    <a:close/>
                  </a:path>
                </a:pathLst>
              </a:custGeom>
              <a:solidFill>
                <a:srgbClr val="33DA82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2" name="任意多边形 351">
                <a:extLst>
                  <a:ext uri="{FF2B5EF4-FFF2-40B4-BE49-F238E27FC236}">
                    <a16:creationId xmlns:a16="http://schemas.microsoft.com/office/drawing/2014/main" id="{D29CEE29-404A-4B13-9A2B-528009E7CFE2}"/>
                  </a:ext>
                </a:extLst>
              </p:cNvPr>
              <p:cNvSpPr/>
              <p:nvPr/>
            </p:nvSpPr>
            <p:spPr>
              <a:xfrm>
                <a:off x="7856332" y="4934835"/>
                <a:ext cx="536391" cy="535001"/>
              </a:xfrm>
              <a:custGeom>
                <a:avLst/>
                <a:gdLst>
                  <a:gd name="connsiteX0" fmla="*/ 485116 w 485116"/>
                  <a:gd name="connsiteY0" fmla="*/ 241930 h 483859"/>
                  <a:gd name="connsiteX1" fmla="*/ 242558 w 485116"/>
                  <a:gd name="connsiteY1" fmla="*/ 483860 h 483859"/>
                  <a:gd name="connsiteX2" fmla="*/ 0 w 485116"/>
                  <a:gd name="connsiteY2" fmla="*/ 241930 h 483859"/>
                  <a:gd name="connsiteX3" fmla="*/ 242558 w 485116"/>
                  <a:gd name="connsiteY3" fmla="*/ 0 h 483859"/>
                  <a:gd name="connsiteX4" fmla="*/ 485116 w 485116"/>
                  <a:gd name="connsiteY4" fmla="*/ 241930 h 483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5116" h="483859">
                    <a:moveTo>
                      <a:pt x="485116" y="241930"/>
                    </a:moveTo>
                    <a:cubicBezTo>
                      <a:pt x="485116" y="375544"/>
                      <a:pt x="376519" y="483860"/>
                      <a:pt x="242558" y="483860"/>
                    </a:cubicBezTo>
                    <a:cubicBezTo>
                      <a:pt x="108597" y="483860"/>
                      <a:pt x="0" y="375544"/>
                      <a:pt x="0" y="241930"/>
                    </a:cubicBezTo>
                    <a:cubicBezTo>
                      <a:pt x="0" y="108316"/>
                      <a:pt x="108597" y="0"/>
                      <a:pt x="242558" y="0"/>
                    </a:cubicBezTo>
                    <a:cubicBezTo>
                      <a:pt x="376519" y="0"/>
                      <a:pt x="485116" y="108316"/>
                      <a:pt x="485116" y="2419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3" name="任意多边形 352">
                <a:extLst>
                  <a:ext uri="{FF2B5EF4-FFF2-40B4-BE49-F238E27FC236}">
                    <a16:creationId xmlns:a16="http://schemas.microsoft.com/office/drawing/2014/main" id="{1DF7D5C8-E982-88C0-1A56-9C084A3E80FA}"/>
                  </a:ext>
                </a:extLst>
              </p:cNvPr>
              <p:cNvSpPr/>
              <p:nvPr/>
            </p:nvSpPr>
            <p:spPr>
              <a:xfrm>
                <a:off x="7988636" y="5066829"/>
                <a:ext cx="271785" cy="271013"/>
              </a:xfrm>
              <a:custGeom>
                <a:avLst/>
                <a:gdLst>
                  <a:gd name="connsiteX0" fmla="*/ 245804 w 245804"/>
                  <a:gd name="connsiteY0" fmla="*/ 122553 h 245106"/>
                  <a:gd name="connsiteX1" fmla="*/ 122902 w 245804"/>
                  <a:gd name="connsiteY1" fmla="*/ 245106 h 245106"/>
                  <a:gd name="connsiteX2" fmla="*/ 0 w 245804"/>
                  <a:gd name="connsiteY2" fmla="*/ 122553 h 245106"/>
                  <a:gd name="connsiteX3" fmla="*/ 122902 w 245804"/>
                  <a:gd name="connsiteY3" fmla="*/ 0 h 245106"/>
                  <a:gd name="connsiteX4" fmla="*/ 245804 w 245804"/>
                  <a:gd name="connsiteY4" fmla="*/ 122553 h 245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5804" h="245106">
                    <a:moveTo>
                      <a:pt x="245804" y="122553"/>
                    </a:moveTo>
                    <a:cubicBezTo>
                      <a:pt x="245804" y="190237"/>
                      <a:pt x="190779" y="245106"/>
                      <a:pt x="122902" y="245106"/>
                    </a:cubicBezTo>
                    <a:cubicBezTo>
                      <a:pt x="55025" y="245106"/>
                      <a:pt x="0" y="190237"/>
                      <a:pt x="0" y="122553"/>
                    </a:cubicBezTo>
                    <a:cubicBezTo>
                      <a:pt x="0" y="54869"/>
                      <a:pt x="55025" y="0"/>
                      <a:pt x="122902" y="0"/>
                    </a:cubicBezTo>
                    <a:cubicBezTo>
                      <a:pt x="190779" y="0"/>
                      <a:pt x="245804" y="54869"/>
                      <a:pt x="245804" y="122553"/>
                    </a:cubicBezTo>
                    <a:close/>
                  </a:path>
                </a:pathLst>
              </a:custGeom>
              <a:solidFill>
                <a:srgbClr val="33DA82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4" name="任意多边形 353">
                <a:extLst>
                  <a:ext uri="{FF2B5EF4-FFF2-40B4-BE49-F238E27FC236}">
                    <a16:creationId xmlns:a16="http://schemas.microsoft.com/office/drawing/2014/main" id="{6C6878FE-8805-11B9-C5A3-AA672564A051}"/>
                  </a:ext>
                </a:extLst>
              </p:cNvPr>
              <p:cNvSpPr/>
              <p:nvPr/>
            </p:nvSpPr>
            <p:spPr>
              <a:xfrm>
                <a:off x="8132594" y="4908398"/>
                <a:ext cx="615896" cy="307639"/>
              </a:xfrm>
              <a:custGeom>
                <a:avLst/>
                <a:gdLst>
                  <a:gd name="connsiteX0" fmla="*/ -3143 w 557021"/>
                  <a:gd name="connsiteY0" fmla="*/ 277943 h 278231"/>
                  <a:gd name="connsiteX1" fmla="*/ 111695 w 557021"/>
                  <a:gd name="connsiteY1" fmla="*/ 251764 h 278231"/>
                  <a:gd name="connsiteX2" fmla="*/ 122167 w 557021"/>
                  <a:gd name="connsiteY2" fmla="*/ 249391 h 278231"/>
                  <a:gd name="connsiteX3" fmla="*/ 166811 w 557021"/>
                  <a:gd name="connsiteY3" fmla="*/ 213054 h 278231"/>
                  <a:gd name="connsiteX4" fmla="*/ 170721 w 557021"/>
                  <a:gd name="connsiteY4" fmla="*/ 221466 h 278231"/>
                  <a:gd name="connsiteX5" fmla="*/ 222486 w 557021"/>
                  <a:gd name="connsiteY5" fmla="*/ 197591 h 278231"/>
                  <a:gd name="connsiteX6" fmla="*/ 325143 w 557021"/>
                  <a:gd name="connsiteY6" fmla="*/ 150224 h 278231"/>
                  <a:gd name="connsiteX7" fmla="*/ 379281 w 557021"/>
                  <a:gd name="connsiteY7" fmla="*/ 125232 h 278231"/>
                  <a:gd name="connsiteX8" fmla="*/ 374395 w 557021"/>
                  <a:gd name="connsiteY8" fmla="*/ 114760 h 278231"/>
                  <a:gd name="connsiteX9" fmla="*/ 430453 w 557021"/>
                  <a:gd name="connsiteY9" fmla="*/ 88895 h 278231"/>
                  <a:gd name="connsiteX10" fmla="*/ 530037 w 557021"/>
                  <a:gd name="connsiteY10" fmla="*/ 42890 h 278231"/>
                  <a:gd name="connsiteX11" fmla="*/ 553878 w 557021"/>
                  <a:gd name="connsiteY11" fmla="*/ 51302 h 278231"/>
                  <a:gd name="connsiteX12" fmla="*/ 531329 w 557021"/>
                  <a:gd name="connsiteY12" fmla="*/ -288 h 278231"/>
                  <a:gd name="connsiteX13" fmla="*/ 521626 w 557021"/>
                  <a:gd name="connsiteY13" fmla="*/ 24809 h 278231"/>
                  <a:gd name="connsiteX14" fmla="*/ 422599 w 557021"/>
                  <a:gd name="connsiteY14" fmla="*/ 70535 h 278231"/>
                  <a:gd name="connsiteX15" fmla="*/ 365982 w 557021"/>
                  <a:gd name="connsiteY15" fmla="*/ 96679 h 278231"/>
                  <a:gd name="connsiteX16" fmla="*/ 361095 w 557021"/>
                  <a:gd name="connsiteY16" fmla="*/ 86208 h 278231"/>
                  <a:gd name="connsiteX17" fmla="*/ 308528 w 557021"/>
                  <a:gd name="connsiteY17" fmla="*/ 110641 h 278231"/>
                  <a:gd name="connsiteX18" fmla="*/ 206605 w 557021"/>
                  <a:gd name="connsiteY18" fmla="*/ 157659 h 278231"/>
                  <a:gd name="connsiteX19" fmla="*/ 152535 w 557021"/>
                  <a:gd name="connsiteY19" fmla="*/ 182651 h 278231"/>
                  <a:gd name="connsiteX20" fmla="*/ 156445 w 557021"/>
                  <a:gd name="connsiteY20" fmla="*/ 191064 h 278231"/>
                  <a:gd name="connsiteX21" fmla="*/ 99794 w 557021"/>
                  <a:gd name="connsiteY21" fmla="*/ 201535 h 278231"/>
                  <a:gd name="connsiteX22" fmla="*/ 95918 w 557021"/>
                  <a:gd name="connsiteY22" fmla="*/ 204398 h 278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57021" h="278231">
                    <a:moveTo>
                      <a:pt x="-3143" y="277943"/>
                    </a:moveTo>
                    <a:lnTo>
                      <a:pt x="111695" y="251764"/>
                    </a:lnTo>
                    <a:lnTo>
                      <a:pt x="122167" y="249391"/>
                    </a:lnTo>
                    <a:lnTo>
                      <a:pt x="166811" y="213054"/>
                    </a:lnTo>
                    <a:lnTo>
                      <a:pt x="170721" y="221466"/>
                    </a:lnTo>
                    <a:lnTo>
                      <a:pt x="222486" y="197591"/>
                    </a:lnTo>
                    <a:lnTo>
                      <a:pt x="325143" y="150224"/>
                    </a:lnTo>
                    <a:lnTo>
                      <a:pt x="379281" y="125232"/>
                    </a:lnTo>
                    <a:lnTo>
                      <a:pt x="374395" y="114760"/>
                    </a:lnTo>
                    <a:lnTo>
                      <a:pt x="430453" y="88895"/>
                    </a:lnTo>
                    <a:lnTo>
                      <a:pt x="530037" y="42890"/>
                    </a:lnTo>
                    <a:cubicBezTo>
                      <a:pt x="536182" y="45264"/>
                      <a:pt x="544349" y="48196"/>
                      <a:pt x="553878" y="51302"/>
                    </a:cubicBezTo>
                    <a:cubicBezTo>
                      <a:pt x="547141" y="33675"/>
                      <a:pt x="539636" y="16501"/>
                      <a:pt x="531329" y="-288"/>
                    </a:cubicBezTo>
                    <a:cubicBezTo>
                      <a:pt x="527210" y="9590"/>
                      <a:pt x="523965" y="18247"/>
                      <a:pt x="521626" y="24809"/>
                    </a:cubicBezTo>
                    <a:lnTo>
                      <a:pt x="422599" y="70535"/>
                    </a:lnTo>
                    <a:lnTo>
                      <a:pt x="365982" y="96679"/>
                    </a:lnTo>
                    <a:lnTo>
                      <a:pt x="361095" y="86208"/>
                    </a:lnTo>
                    <a:lnTo>
                      <a:pt x="308528" y="110641"/>
                    </a:lnTo>
                    <a:lnTo>
                      <a:pt x="206605" y="157659"/>
                    </a:lnTo>
                    <a:lnTo>
                      <a:pt x="152535" y="182651"/>
                    </a:lnTo>
                    <a:lnTo>
                      <a:pt x="156445" y="191064"/>
                    </a:lnTo>
                    <a:lnTo>
                      <a:pt x="99794" y="201535"/>
                    </a:lnTo>
                    <a:lnTo>
                      <a:pt x="95918" y="204398"/>
                    </a:lnTo>
                    <a:close/>
                  </a:path>
                </a:pathLst>
              </a:custGeom>
              <a:solidFill>
                <a:srgbClr val="666666">
                  <a:alpha val="3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5" name="任意多边形 354">
                <a:extLst>
                  <a:ext uri="{FF2B5EF4-FFF2-40B4-BE49-F238E27FC236}">
                    <a16:creationId xmlns:a16="http://schemas.microsoft.com/office/drawing/2014/main" id="{E16C368A-5FE2-E3BA-C184-1E4E971121AE}"/>
                  </a:ext>
                </a:extLst>
              </p:cNvPr>
              <p:cNvSpPr/>
              <p:nvPr/>
            </p:nvSpPr>
            <p:spPr>
              <a:xfrm>
                <a:off x="8130048" y="4561729"/>
                <a:ext cx="704156" cy="654539"/>
              </a:xfrm>
              <a:custGeom>
                <a:avLst/>
                <a:gdLst>
                  <a:gd name="connsiteX0" fmla="*/ -3143 w 636844"/>
                  <a:gd name="connsiteY0" fmla="*/ 591683 h 591970"/>
                  <a:gd name="connsiteX1" fmla="*/ 71518 w 636844"/>
                  <a:gd name="connsiteY1" fmla="*/ 487350 h 591970"/>
                  <a:gd name="connsiteX2" fmla="*/ 122307 w 636844"/>
                  <a:gd name="connsiteY2" fmla="*/ 460264 h 591970"/>
                  <a:gd name="connsiteX3" fmla="*/ 116023 w 636844"/>
                  <a:gd name="connsiteY3" fmla="*/ 453283 h 591970"/>
                  <a:gd name="connsiteX4" fmla="*/ 285420 w 636844"/>
                  <a:gd name="connsiteY4" fmla="*/ 298372 h 591970"/>
                  <a:gd name="connsiteX5" fmla="*/ 293273 w 636844"/>
                  <a:gd name="connsiteY5" fmla="*/ 306959 h 591970"/>
                  <a:gd name="connsiteX6" fmla="*/ 419700 w 636844"/>
                  <a:gd name="connsiteY6" fmla="*/ 191352 h 591970"/>
                  <a:gd name="connsiteX7" fmla="*/ 509931 w 636844"/>
                  <a:gd name="connsiteY7" fmla="*/ 489 h 591970"/>
                  <a:gd name="connsiteX8" fmla="*/ 519356 w 636844"/>
                  <a:gd name="connsiteY8" fmla="*/ 113757 h 591970"/>
                  <a:gd name="connsiteX9" fmla="*/ 631681 w 636844"/>
                  <a:gd name="connsiteY9" fmla="*/ 132885 h 591970"/>
                  <a:gd name="connsiteX10" fmla="*/ 433209 w 636844"/>
                  <a:gd name="connsiteY10" fmla="*/ 206187 h 591970"/>
                  <a:gd name="connsiteX11" fmla="*/ 306746 w 636844"/>
                  <a:gd name="connsiteY11" fmla="*/ 321829 h 591970"/>
                  <a:gd name="connsiteX12" fmla="*/ 314634 w 636844"/>
                  <a:gd name="connsiteY12" fmla="*/ 330380 h 591970"/>
                  <a:gd name="connsiteX13" fmla="*/ 145239 w 636844"/>
                  <a:gd name="connsiteY13" fmla="*/ 485291 h 591970"/>
                  <a:gd name="connsiteX14" fmla="*/ 138957 w 636844"/>
                  <a:gd name="connsiteY14" fmla="*/ 478310 h 591970"/>
                  <a:gd name="connsiteX15" fmla="*/ 107542 w 636844"/>
                  <a:gd name="connsiteY15" fmla="*/ 526444 h 591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36844" h="591970">
                    <a:moveTo>
                      <a:pt x="-3143" y="591683"/>
                    </a:moveTo>
                    <a:lnTo>
                      <a:pt x="71518" y="487350"/>
                    </a:lnTo>
                    <a:lnTo>
                      <a:pt x="122307" y="460264"/>
                    </a:lnTo>
                    <a:lnTo>
                      <a:pt x="116023" y="453283"/>
                    </a:lnTo>
                    <a:lnTo>
                      <a:pt x="285420" y="298372"/>
                    </a:lnTo>
                    <a:lnTo>
                      <a:pt x="293273" y="306959"/>
                    </a:lnTo>
                    <a:lnTo>
                      <a:pt x="419700" y="191352"/>
                    </a:lnTo>
                    <a:cubicBezTo>
                      <a:pt x="421062" y="147127"/>
                      <a:pt x="431707" y="10297"/>
                      <a:pt x="509931" y="489"/>
                    </a:cubicBezTo>
                    <a:cubicBezTo>
                      <a:pt x="603339" y="-11239"/>
                      <a:pt x="519356" y="113757"/>
                      <a:pt x="519356" y="113757"/>
                    </a:cubicBezTo>
                    <a:cubicBezTo>
                      <a:pt x="519356" y="113757"/>
                      <a:pt x="651472" y="41084"/>
                      <a:pt x="631681" y="132885"/>
                    </a:cubicBezTo>
                    <a:cubicBezTo>
                      <a:pt x="615101" y="209677"/>
                      <a:pt x="477504" y="208491"/>
                      <a:pt x="433209" y="206187"/>
                    </a:cubicBezTo>
                    <a:lnTo>
                      <a:pt x="306746" y="321829"/>
                    </a:lnTo>
                    <a:lnTo>
                      <a:pt x="314634" y="330380"/>
                    </a:lnTo>
                    <a:lnTo>
                      <a:pt x="145239" y="485291"/>
                    </a:lnTo>
                    <a:lnTo>
                      <a:pt x="138957" y="478310"/>
                    </a:lnTo>
                    <a:lnTo>
                      <a:pt x="107542" y="526444"/>
                    </a:lnTo>
                    <a:close/>
                  </a:path>
                </a:pathLst>
              </a:custGeom>
              <a:solidFill>
                <a:srgbClr val="1DB562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6" name="任意多边形 355">
                <a:extLst>
                  <a:ext uri="{FF2B5EF4-FFF2-40B4-BE49-F238E27FC236}">
                    <a16:creationId xmlns:a16="http://schemas.microsoft.com/office/drawing/2014/main" id="{FEC2C5F3-A48D-BA36-BEC3-AF3A42D23759}"/>
                  </a:ext>
                </a:extLst>
              </p:cNvPr>
              <p:cNvSpPr/>
              <p:nvPr/>
            </p:nvSpPr>
            <p:spPr>
              <a:xfrm>
                <a:off x="4077761" y="3004425"/>
                <a:ext cx="1297937" cy="283722"/>
              </a:xfrm>
              <a:custGeom>
                <a:avLst/>
                <a:gdLst>
                  <a:gd name="connsiteX0" fmla="*/ 9266 w 1173863"/>
                  <a:gd name="connsiteY0" fmla="*/ 256313 h 256600"/>
                  <a:gd name="connsiteX1" fmla="*/ 5601 w 1173863"/>
                  <a:gd name="connsiteY1" fmla="*/ 255720 h 256600"/>
                  <a:gd name="connsiteX2" fmla="*/ -2602 w 1173863"/>
                  <a:gd name="connsiteY2" fmla="*/ 240288 h 256600"/>
                  <a:gd name="connsiteX3" fmla="*/ -2567 w 1173863"/>
                  <a:gd name="connsiteY3" fmla="*/ 240187 h 256600"/>
                  <a:gd name="connsiteX4" fmla="*/ 401883 w 1173863"/>
                  <a:gd name="connsiteY4" fmla="*/ 7961 h 256600"/>
                  <a:gd name="connsiteX5" fmla="*/ 1161355 w 1173863"/>
                  <a:gd name="connsiteY5" fmla="*/ 100111 h 256600"/>
                  <a:gd name="connsiteX6" fmla="*/ 1170326 w 1173863"/>
                  <a:gd name="connsiteY6" fmla="*/ 115218 h 256600"/>
                  <a:gd name="connsiteX7" fmla="*/ 1155212 w 1173863"/>
                  <a:gd name="connsiteY7" fmla="*/ 124196 h 256600"/>
                  <a:gd name="connsiteX8" fmla="*/ 1153990 w 1173863"/>
                  <a:gd name="connsiteY8" fmla="*/ 123812 h 256600"/>
                  <a:gd name="connsiteX9" fmla="*/ 404710 w 1173863"/>
                  <a:gd name="connsiteY9" fmla="*/ 32639 h 256600"/>
                  <a:gd name="connsiteX10" fmla="*/ 21134 w 1173863"/>
                  <a:gd name="connsiteY10" fmla="*/ 247587 h 256600"/>
                  <a:gd name="connsiteX11" fmla="*/ 9266 w 1173863"/>
                  <a:gd name="connsiteY11" fmla="*/ 256313 h 256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3863" h="256600">
                    <a:moveTo>
                      <a:pt x="9266" y="256313"/>
                    </a:moveTo>
                    <a:cubicBezTo>
                      <a:pt x="8009" y="256303"/>
                      <a:pt x="6788" y="256104"/>
                      <a:pt x="5601" y="255720"/>
                    </a:cubicBezTo>
                    <a:cubicBezTo>
                      <a:pt x="-927" y="253723"/>
                      <a:pt x="-4591" y="246812"/>
                      <a:pt x="-2602" y="240288"/>
                    </a:cubicBezTo>
                    <a:cubicBezTo>
                      <a:pt x="-2602" y="240253"/>
                      <a:pt x="-2567" y="240222"/>
                      <a:pt x="-2567" y="240187"/>
                    </a:cubicBezTo>
                    <a:cubicBezTo>
                      <a:pt x="36143" y="115958"/>
                      <a:pt x="179779" y="33477"/>
                      <a:pt x="401883" y="7961"/>
                    </a:cubicBezTo>
                    <a:cubicBezTo>
                      <a:pt x="620460" y="-17171"/>
                      <a:pt x="890175" y="15570"/>
                      <a:pt x="1161355" y="100111"/>
                    </a:cubicBezTo>
                    <a:cubicBezTo>
                      <a:pt x="1168022" y="101804"/>
                      <a:pt x="1172036" y="108565"/>
                      <a:pt x="1170326" y="115218"/>
                    </a:cubicBezTo>
                    <a:cubicBezTo>
                      <a:pt x="1168651" y="121868"/>
                      <a:pt x="1161879" y="125889"/>
                      <a:pt x="1155212" y="124196"/>
                    </a:cubicBezTo>
                    <a:cubicBezTo>
                      <a:pt x="1154793" y="124091"/>
                      <a:pt x="1154409" y="123962"/>
                      <a:pt x="1153990" y="123812"/>
                    </a:cubicBezTo>
                    <a:cubicBezTo>
                      <a:pt x="886021" y="40283"/>
                      <a:pt x="619937" y="7891"/>
                      <a:pt x="404710" y="32639"/>
                    </a:cubicBezTo>
                    <a:cubicBezTo>
                      <a:pt x="192973" y="57073"/>
                      <a:pt x="56737" y="133271"/>
                      <a:pt x="21134" y="247587"/>
                    </a:cubicBezTo>
                    <a:cubicBezTo>
                      <a:pt x="19493" y="252774"/>
                      <a:pt x="14711" y="256303"/>
                      <a:pt x="9266" y="256313"/>
                    </a:cubicBezTo>
                    <a:close/>
                  </a:path>
                </a:pathLst>
              </a:custGeom>
              <a:solidFill>
                <a:srgbClr val="1F3A6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7" name="任意多边形 356">
                <a:extLst>
                  <a:ext uri="{FF2B5EF4-FFF2-40B4-BE49-F238E27FC236}">
                    <a16:creationId xmlns:a16="http://schemas.microsoft.com/office/drawing/2014/main" id="{008BDA65-B315-5C72-76D7-E6DA967B92D6}"/>
                  </a:ext>
                </a:extLst>
              </p:cNvPr>
              <p:cNvSpPr/>
              <p:nvPr/>
            </p:nvSpPr>
            <p:spPr>
              <a:xfrm>
                <a:off x="6364118" y="3399057"/>
                <a:ext cx="953931" cy="390958"/>
              </a:xfrm>
              <a:custGeom>
                <a:avLst/>
                <a:gdLst>
                  <a:gd name="connsiteX0" fmla="*/ 859600 w 862742"/>
                  <a:gd name="connsiteY0" fmla="*/ 229925 h 353585"/>
                  <a:gd name="connsiteX1" fmla="*/ 790382 w 862742"/>
                  <a:gd name="connsiteY1" fmla="*/ 281445 h 353585"/>
                  <a:gd name="connsiteX2" fmla="*/ 721653 w 862742"/>
                  <a:gd name="connsiteY2" fmla="*/ 332617 h 353585"/>
                  <a:gd name="connsiteX3" fmla="*/ 639312 w 862742"/>
                  <a:gd name="connsiteY3" fmla="*/ 351396 h 353585"/>
                  <a:gd name="connsiteX4" fmla="*/ 66408 w 862742"/>
                  <a:gd name="connsiteY4" fmla="*/ 232438 h 353585"/>
                  <a:gd name="connsiteX5" fmla="*/ 30106 w 862742"/>
                  <a:gd name="connsiteY5" fmla="*/ 123149 h 353585"/>
                  <a:gd name="connsiteX6" fmla="*/ 4416 w 862742"/>
                  <a:gd name="connsiteY6" fmla="*/ -172 h 353585"/>
                  <a:gd name="connsiteX7" fmla="*/ 106723 w 862742"/>
                  <a:gd name="connsiteY7" fmla="*/ 150655 h 353585"/>
                  <a:gd name="connsiteX8" fmla="*/ 620148 w 862742"/>
                  <a:gd name="connsiteY8" fmla="*/ 137251 h 353585"/>
                  <a:gd name="connsiteX9" fmla="*/ 698965 w 862742"/>
                  <a:gd name="connsiteY9" fmla="*/ 38119 h 353585"/>
                  <a:gd name="connsiteX10" fmla="*/ 708040 w 862742"/>
                  <a:gd name="connsiteY10" fmla="*/ 48940 h 353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2742" h="353585">
                    <a:moveTo>
                      <a:pt x="859600" y="229925"/>
                    </a:moveTo>
                    <a:lnTo>
                      <a:pt x="790382" y="281445"/>
                    </a:lnTo>
                    <a:lnTo>
                      <a:pt x="721653" y="332617"/>
                    </a:lnTo>
                    <a:cubicBezTo>
                      <a:pt x="698056" y="350157"/>
                      <a:pt x="668179" y="356974"/>
                      <a:pt x="639312" y="351396"/>
                    </a:cubicBezTo>
                    <a:cubicBezTo>
                      <a:pt x="504995" y="325391"/>
                      <a:pt x="115729" y="249332"/>
                      <a:pt x="66408" y="232438"/>
                    </a:cubicBezTo>
                    <a:cubicBezTo>
                      <a:pt x="6824" y="211983"/>
                      <a:pt x="27628" y="126500"/>
                      <a:pt x="30106" y="123149"/>
                    </a:cubicBezTo>
                    <a:cubicBezTo>
                      <a:pt x="32584" y="119798"/>
                      <a:pt x="-22846" y="4784"/>
                      <a:pt x="4416" y="-172"/>
                    </a:cubicBezTo>
                    <a:cubicBezTo>
                      <a:pt x="31676" y="-5129"/>
                      <a:pt x="106723" y="150655"/>
                      <a:pt x="106723" y="150655"/>
                    </a:cubicBezTo>
                    <a:lnTo>
                      <a:pt x="620148" y="137251"/>
                    </a:lnTo>
                    <a:lnTo>
                      <a:pt x="698965" y="38119"/>
                    </a:lnTo>
                    <a:lnTo>
                      <a:pt x="708040" y="48940"/>
                    </a:lnTo>
                    <a:close/>
                  </a:path>
                </a:pathLst>
              </a:custGeom>
              <a:solidFill>
                <a:srgbClr val="EFA37D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8" name="任意多边形 357">
                <a:extLst>
                  <a:ext uri="{FF2B5EF4-FFF2-40B4-BE49-F238E27FC236}">
                    <a16:creationId xmlns:a16="http://schemas.microsoft.com/office/drawing/2014/main" id="{BB8D3C5F-ED50-F71D-254D-4283E2410468}"/>
                  </a:ext>
                </a:extLst>
              </p:cNvPr>
              <p:cNvSpPr/>
              <p:nvPr/>
            </p:nvSpPr>
            <p:spPr>
              <a:xfrm>
                <a:off x="4023162" y="2745426"/>
                <a:ext cx="2783791" cy="3064662"/>
              </a:xfrm>
              <a:custGeom>
                <a:avLst/>
                <a:gdLst>
                  <a:gd name="connsiteX0" fmla="*/ 1868633 w 2517680"/>
                  <a:gd name="connsiteY0" fmla="*/ 2771415 h 2771702"/>
                  <a:gd name="connsiteX1" fmla="*/ 642857 w 2517680"/>
                  <a:gd name="connsiteY1" fmla="*/ 2771415 h 2771702"/>
                  <a:gd name="connsiteX2" fmla="*/ 9393 w 2517680"/>
                  <a:gd name="connsiteY2" fmla="*/ 1402702 h 2771702"/>
                  <a:gd name="connsiteX3" fmla="*/ 861575 w 2517680"/>
                  <a:gd name="connsiteY3" fmla="*/ 126978 h 2771702"/>
                  <a:gd name="connsiteX4" fmla="*/ 861575 w 2517680"/>
                  <a:gd name="connsiteY4" fmla="*/ 126978 h 2771702"/>
                  <a:gd name="connsiteX5" fmla="*/ 1078547 w 2517680"/>
                  <a:gd name="connsiteY5" fmla="*/ -288 h 2771702"/>
                  <a:gd name="connsiteX6" fmla="*/ 1432803 w 2517680"/>
                  <a:gd name="connsiteY6" fmla="*/ -288 h 2771702"/>
                  <a:gd name="connsiteX7" fmla="*/ 1649775 w 2517680"/>
                  <a:gd name="connsiteY7" fmla="*/ 126943 h 2771702"/>
                  <a:gd name="connsiteX8" fmla="*/ 1649775 w 2517680"/>
                  <a:gd name="connsiteY8" fmla="*/ 126943 h 2771702"/>
                  <a:gd name="connsiteX9" fmla="*/ 1997992 w 2517680"/>
                  <a:gd name="connsiteY9" fmla="*/ 411771 h 2771702"/>
                  <a:gd name="connsiteX10" fmla="*/ 2240654 w 2517680"/>
                  <a:gd name="connsiteY10" fmla="*/ 704977 h 2771702"/>
                  <a:gd name="connsiteX11" fmla="*/ 2501957 w 2517680"/>
                  <a:gd name="connsiteY11" fmla="*/ 1402632 h 2771702"/>
                  <a:gd name="connsiteX12" fmla="*/ 1868633 w 2517680"/>
                  <a:gd name="connsiteY12" fmla="*/ 2771415 h 2771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17680" h="2771702">
                    <a:moveTo>
                      <a:pt x="1868633" y="2771415"/>
                    </a:moveTo>
                    <a:lnTo>
                      <a:pt x="642857" y="2771415"/>
                    </a:lnTo>
                    <a:cubicBezTo>
                      <a:pt x="186608" y="2771415"/>
                      <a:pt x="-63594" y="2042240"/>
                      <a:pt x="9393" y="1402702"/>
                    </a:cubicBezTo>
                    <a:cubicBezTo>
                      <a:pt x="85103" y="740336"/>
                      <a:pt x="571580" y="321192"/>
                      <a:pt x="861575" y="126978"/>
                    </a:cubicBezTo>
                    <a:lnTo>
                      <a:pt x="861575" y="126978"/>
                    </a:lnTo>
                    <a:cubicBezTo>
                      <a:pt x="989050" y="41634"/>
                      <a:pt x="1078547" y="-288"/>
                      <a:pt x="1078547" y="-288"/>
                    </a:cubicBezTo>
                    <a:lnTo>
                      <a:pt x="1432803" y="-288"/>
                    </a:lnTo>
                    <a:cubicBezTo>
                      <a:pt x="1432803" y="-288"/>
                      <a:pt x="1522300" y="41599"/>
                      <a:pt x="1649775" y="126943"/>
                    </a:cubicBezTo>
                    <a:lnTo>
                      <a:pt x="1649775" y="126943"/>
                    </a:lnTo>
                    <a:cubicBezTo>
                      <a:pt x="1774736" y="210457"/>
                      <a:pt x="1891356" y="305844"/>
                      <a:pt x="1997992" y="411771"/>
                    </a:cubicBezTo>
                    <a:cubicBezTo>
                      <a:pt x="2088222" y="501387"/>
                      <a:pt x="2169483" y="599587"/>
                      <a:pt x="2240654" y="704977"/>
                    </a:cubicBezTo>
                    <a:cubicBezTo>
                      <a:pt x="2369316" y="896957"/>
                      <a:pt x="2470682" y="1129009"/>
                      <a:pt x="2501957" y="1402632"/>
                    </a:cubicBezTo>
                    <a:cubicBezTo>
                      <a:pt x="2575084" y="2042240"/>
                      <a:pt x="2324917" y="2771415"/>
                      <a:pt x="1868633" y="2771415"/>
                    </a:cubicBezTo>
                    <a:close/>
                  </a:path>
                </a:pathLst>
              </a:custGeom>
              <a:solidFill>
                <a:srgbClr val="3B82F4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9" name="任意多边形 358">
                <a:extLst>
                  <a:ext uri="{FF2B5EF4-FFF2-40B4-BE49-F238E27FC236}">
                    <a16:creationId xmlns:a16="http://schemas.microsoft.com/office/drawing/2014/main" id="{C0160706-9BEB-7632-5D89-A5B0B05CB84E}"/>
                  </a:ext>
                </a:extLst>
              </p:cNvPr>
              <p:cNvSpPr/>
              <p:nvPr/>
            </p:nvSpPr>
            <p:spPr>
              <a:xfrm>
                <a:off x="4791556" y="2124635"/>
                <a:ext cx="1260462" cy="541672"/>
              </a:xfrm>
              <a:custGeom>
                <a:avLst/>
                <a:gdLst>
                  <a:gd name="connsiteX0" fmla="*/ 879229 w 1139971"/>
                  <a:gd name="connsiteY0" fmla="*/ 448870 h 489892"/>
                  <a:gd name="connsiteX1" fmla="*/ 1083531 w 1139971"/>
                  <a:gd name="connsiteY1" fmla="*/ 74299 h 489892"/>
                  <a:gd name="connsiteX2" fmla="*/ 712381 w 1139971"/>
                  <a:gd name="connsiteY2" fmla="*/ 43652 h 489892"/>
                  <a:gd name="connsiteX3" fmla="*/ 443364 w 1139971"/>
                  <a:gd name="connsiteY3" fmla="*/ 40162 h 489892"/>
                  <a:gd name="connsiteX4" fmla="*/ 21008 w 1139971"/>
                  <a:gd name="connsiteY4" fmla="*/ 60581 h 489892"/>
                  <a:gd name="connsiteX5" fmla="*/ 283218 w 1139971"/>
                  <a:gd name="connsiteY5" fmla="*/ 489604 h 489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39971" h="489892">
                    <a:moveTo>
                      <a:pt x="879229" y="448870"/>
                    </a:moveTo>
                    <a:cubicBezTo>
                      <a:pt x="879229" y="448870"/>
                      <a:pt x="1277604" y="196887"/>
                      <a:pt x="1083531" y="74299"/>
                    </a:cubicBezTo>
                    <a:cubicBezTo>
                      <a:pt x="889456" y="-48289"/>
                      <a:pt x="821355" y="108367"/>
                      <a:pt x="712381" y="43652"/>
                    </a:cubicBezTo>
                    <a:cubicBezTo>
                      <a:pt x="603406" y="-21063"/>
                      <a:pt x="504658" y="-7415"/>
                      <a:pt x="443364" y="40162"/>
                    </a:cubicBezTo>
                    <a:cubicBezTo>
                      <a:pt x="382071" y="87738"/>
                      <a:pt x="143736" y="-82426"/>
                      <a:pt x="21008" y="60581"/>
                    </a:cubicBezTo>
                    <a:cubicBezTo>
                      <a:pt x="-101719" y="203589"/>
                      <a:pt x="283218" y="489604"/>
                      <a:pt x="283218" y="489604"/>
                    </a:cubicBezTo>
                    <a:close/>
                  </a:path>
                </a:pathLst>
              </a:custGeom>
              <a:solidFill>
                <a:srgbClr val="3B82F4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0" name="椭圆 359">
                <a:extLst>
                  <a:ext uri="{FF2B5EF4-FFF2-40B4-BE49-F238E27FC236}">
                    <a16:creationId xmlns:a16="http://schemas.microsoft.com/office/drawing/2014/main" id="{7BC2E327-39E5-C333-A78E-401C8BF0D15F}"/>
                  </a:ext>
                </a:extLst>
              </p:cNvPr>
              <p:cNvSpPr/>
              <p:nvPr/>
            </p:nvSpPr>
            <p:spPr>
              <a:xfrm rot="21334263">
                <a:off x="5055894" y="2608034"/>
                <a:ext cx="730736" cy="165173"/>
              </a:xfrm>
              <a:prstGeom prst="ellipse">
                <a:avLst/>
              </a:prstGeom>
              <a:solidFill>
                <a:srgbClr val="2F3BA1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361" name="任意多边形 360">
                <a:extLst>
                  <a:ext uri="{FF2B5EF4-FFF2-40B4-BE49-F238E27FC236}">
                    <a16:creationId xmlns:a16="http://schemas.microsoft.com/office/drawing/2014/main" id="{23377EF8-00C0-4B70-6233-0F981AB30BF9}"/>
                  </a:ext>
                </a:extLst>
              </p:cNvPr>
              <p:cNvSpPr/>
              <p:nvPr/>
            </p:nvSpPr>
            <p:spPr>
              <a:xfrm>
                <a:off x="4896956" y="3779761"/>
                <a:ext cx="1153947" cy="1329989"/>
              </a:xfrm>
              <a:custGeom>
                <a:avLst/>
                <a:gdLst>
                  <a:gd name="connsiteX0" fmla="*/ 826384 w 1043638"/>
                  <a:gd name="connsiteY0" fmla="*/ 545291 h 1202851"/>
                  <a:gd name="connsiteX1" fmla="*/ 582570 w 1043638"/>
                  <a:gd name="connsiteY1" fmla="*/ 442844 h 1202851"/>
                  <a:gd name="connsiteX2" fmla="*/ 457294 w 1043638"/>
                  <a:gd name="connsiteY2" fmla="*/ 376907 h 1202851"/>
                  <a:gd name="connsiteX3" fmla="*/ 442285 w 1043638"/>
                  <a:gd name="connsiteY3" fmla="*/ 303012 h 1202851"/>
                  <a:gd name="connsiteX4" fmla="*/ 581104 w 1043638"/>
                  <a:gd name="connsiteY4" fmla="*/ 214597 h 1202851"/>
                  <a:gd name="connsiteX5" fmla="*/ 625399 w 1043638"/>
                  <a:gd name="connsiteY5" fmla="*/ 217459 h 1202851"/>
                  <a:gd name="connsiteX6" fmla="*/ 789071 w 1043638"/>
                  <a:gd name="connsiteY6" fmla="*/ 353241 h 1202851"/>
                  <a:gd name="connsiteX7" fmla="*/ 793259 w 1043638"/>
                  <a:gd name="connsiteY7" fmla="*/ 377675 h 1202851"/>
                  <a:gd name="connsiteX8" fmla="*/ 1040495 w 1043638"/>
                  <a:gd name="connsiteY8" fmla="*/ 327446 h 1202851"/>
                  <a:gd name="connsiteX9" fmla="*/ 660584 w 1043638"/>
                  <a:gd name="connsiteY9" fmla="*/ 4082 h 1202851"/>
                  <a:gd name="connsiteX10" fmla="*/ 615939 w 1043638"/>
                  <a:gd name="connsiteY10" fmla="*/ 382 h 1202851"/>
                  <a:gd name="connsiteX11" fmla="*/ 333205 w 1043638"/>
                  <a:gd name="connsiteY11" fmla="*/ 74556 h 1202851"/>
                  <a:gd name="connsiteX12" fmla="*/ 165240 w 1043638"/>
                  <a:gd name="connsiteY12" fmla="*/ 321791 h 1202851"/>
                  <a:gd name="connsiteX13" fmla="*/ 209640 w 1043638"/>
                  <a:gd name="connsiteY13" fmla="*/ 564698 h 1202851"/>
                  <a:gd name="connsiteX14" fmla="*/ 498064 w 1043638"/>
                  <a:gd name="connsiteY14" fmla="*/ 726590 h 1202851"/>
                  <a:gd name="connsiteX15" fmla="*/ 646901 w 1043638"/>
                  <a:gd name="connsiteY15" fmla="*/ 797867 h 1202851"/>
                  <a:gd name="connsiteX16" fmla="*/ 671579 w 1043638"/>
                  <a:gd name="connsiteY16" fmla="*/ 881640 h 1202851"/>
                  <a:gd name="connsiteX17" fmla="*/ 607423 w 1043638"/>
                  <a:gd name="connsiteY17" fmla="*/ 962376 h 1202851"/>
                  <a:gd name="connsiteX18" fmla="*/ 460820 w 1043638"/>
                  <a:gd name="connsiteY18" fmla="*/ 982202 h 1202851"/>
                  <a:gd name="connsiteX19" fmla="*/ 431848 w 1043638"/>
                  <a:gd name="connsiteY19" fmla="*/ 977804 h 1202851"/>
                  <a:gd name="connsiteX20" fmla="*/ 431848 w 1043638"/>
                  <a:gd name="connsiteY20" fmla="*/ 977804 h 1202851"/>
                  <a:gd name="connsiteX21" fmla="*/ 260148 w 1043638"/>
                  <a:gd name="connsiteY21" fmla="*/ 792805 h 1202851"/>
                  <a:gd name="connsiteX22" fmla="*/ 228035 w 1043638"/>
                  <a:gd name="connsiteY22" fmla="*/ 796296 h 1202851"/>
                  <a:gd name="connsiteX23" fmla="*/ -3143 w 1043638"/>
                  <a:gd name="connsiteY23" fmla="*/ 820451 h 1202851"/>
                  <a:gd name="connsiteX24" fmla="*/ 110299 w 1043638"/>
                  <a:gd name="connsiteY24" fmla="*/ 1080147 h 1202851"/>
                  <a:gd name="connsiteX25" fmla="*/ 174595 w 1043638"/>
                  <a:gd name="connsiteY25" fmla="*/ 1126816 h 1202851"/>
                  <a:gd name="connsiteX26" fmla="*/ 396035 w 1043638"/>
                  <a:gd name="connsiteY26" fmla="*/ 1196627 h 1202851"/>
                  <a:gd name="connsiteX27" fmla="*/ 506581 w 1043638"/>
                  <a:gd name="connsiteY27" fmla="*/ 1202491 h 1202851"/>
                  <a:gd name="connsiteX28" fmla="*/ 726101 w 1043638"/>
                  <a:gd name="connsiteY28" fmla="*/ 1154566 h 1202851"/>
                  <a:gd name="connsiteX29" fmla="*/ 728021 w 1043638"/>
                  <a:gd name="connsiteY29" fmla="*/ 1153589 h 1202851"/>
                  <a:gd name="connsiteX30" fmla="*/ 778634 w 1043638"/>
                  <a:gd name="connsiteY30" fmla="*/ 1123884 h 1202851"/>
                  <a:gd name="connsiteX31" fmla="*/ 957490 w 1043638"/>
                  <a:gd name="connsiteY31" fmla="*/ 866630 h 1202851"/>
                  <a:gd name="connsiteX32" fmla="*/ 939827 w 1043638"/>
                  <a:gd name="connsiteY32" fmla="*/ 679049 h 1202851"/>
                  <a:gd name="connsiteX33" fmla="*/ 826384 w 1043638"/>
                  <a:gd name="connsiteY33" fmla="*/ 545291 h 120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043638" h="1202851">
                    <a:moveTo>
                      <a:pt x="826384" y="545291"/>
                    </a:moveTo>
                    <a:cubicBezTo>
                      <a:pt x="776784" y="514574"/>
                      <a:pt x="695489" y="480436"/>
                      <a:pt x="582570" y="442844"/>
                    </a:cubicBezTo>
                    <a:cubicBezTo>
                      <a:pt x="515098" y="420469"/>
                      <a:pt x="473316" y="398513"/>
                      <a:pt x="457294" y="376907"/>
                    </a:cubicBezTo>
                    <a:cubicBezTo>
                      <a:pt x="441273" y="355300"/>
                      <a:pt x="436246" y="330692"/>
                      <a:pt x="442285" y="303012"/>
                    </a:cubicBezTo>
                    <a:cubicBezTo>
                      <a:pt x="454956" y="243708"/>
                      <a:pt x="501240" y="214223"/>
                      <a:pt x="581104" y="214597"/>
                    </a:cubicBezTo>
                    <a:cubicBezTo>
                      <a:pt x="595904" y="214726"/>
                      <a:pt x="610703" y="215682"/>
                      <a:pt x="625399" y="217459"/>
                    </a:cubicBezTo>
                    <a:cubicBezTo>
                      <a:pt x="716817" y="228140"/>
                      <a:pt x="771373" y="273412"/>
                      <a:pt x="789071" y="353241"/>
                    </a:cubicBezTo>
                    <a:cubicBezTo>
                      <a:pt x="790886" y="361304"/>
                      <a:pt x="792282" y="369472"/>
                      <a:pt x="793259" y="377675"/>
                    </a:cubicBezTo>
                    <a:lnTo>
                      <a:pt x="1040495" y="327446"/>
                    </a:lnTo>
                    <a:cubicBezTo>
                      <a:pt x="1014351" y="138328"/>
                      <a:pt x="887714" y="30540"/>
                      <a:pt x="660584" y="4082"/>
                    </a:cubicBezTo>
                    <a:cubicBezTo>
                      <a:pt x="645435" y="2312"/>
                      <a:pt x="630565" y="1080"/>
                      <a:pt x="615939" y="382"/>
                    </a:cubicBezTo>
                    <a:cubicBezTo>
                      <a:pt x="506791" y="-4784"/>
                      <a:pt x="412546" y="19939"/>
                      <a:pt x="333205" y="74556"/>
                    </a:cubicBezTo>
                    <a:cubicBezTo>
                      <a:pt x="243220" y="136478"/>
                      <a:pt x="187231" y="218890"/>
                      <a:pt x="165240" y="321791"/>
                    </a:cubicBezTo>
                    <a:cubicBezTo>
                      <a:pt x="143459" y="423541"/>
                      <a:pt x="158259" y="504521"/>
                      <a:pt x="209640" y="564698"/>
                    </a:cubicBezTo>
                    <a:cubicBezTo>
                      <a:pt x="261021" y="624875"/>
                      <a:pt x="357151" y="678839"/>
                      <a:pt x="498064" y="726590"/>
                    </a:cubicBezTo>
                    <a:cubicBezTo>
                      <a:pt x="573599" y="752176"/>
                      <a:pt x="623200" y="775946"/>
                      <a:pt x="646901" y="797867"/>
                    </a:cubicBezTo>
                    <a:cubicBezTo>
                      <a:pt x="670602" y="819788"/>
                      <a:pt x="678804" y="847712"/>
                      <a:pt x="671579" y="881640"/>
                    </a:cubicBezTo>
                    <a:cubicBezTo>
                      <a:pt x="664423" y="914974"/>
                      <a:pt x="643061" y="941887"/>
                      <a:pt x="607423" y="962376"/>
                    </a:cubicBezTo>
                    <a:cubicBezTo>
                      <a:pt x="571784" y="982866"/>
                      <a:pt x="522917" y="989463"/>
                      <a:pt x="460820" y="982202"/>
                    </a:cubicBezTo>
                    <a:cubicBezTo>
                      <a:pt x="450767" y="981051"/>
                      <a:pt x="441133" y="979584"/>
                      <a:pt x="431848" y="977804"/>
                    </a:cubicBezTo>
                    <a:lnTo>
                      <a:pt x="431848" y="977804"/>
                    </a:lnTo>
                    <a:cubicBezTo>
                      <a:pt x="322105" y="957036"/>
                      <a:pt x="264861" y="895393"/>
                      <a:pt x="260148" y="792805"/>
                    </a:cubicBezTo>
                    <a:lnTo>
                      <a:pt x="228035" y="796296"/>
                    </a:lnTo>
                    <a:lnTo>
                      <a:pt x="-3143" y="820451"/>
                    </a:lnTo>
                    <a:cubicBezTo>
                      <a:pt x="697" y="929809"/>
                      <a:pt x="38499" y="1016375"/>
                      <a:pt x="110299" y="1080147"/>
                    </a:cubicBezTo>
                    <a:cubicBezTo>
                      <a:pt x="130195" y="1097740"/>
                      <a:pt x="151697" y="1113377"/>
                      <a:pt x="174595" y="1126816"/>
                    </a:cubicBezTo>
                    <a:cubicBezTo>
                      <a:pt x="236029" y="1163222"/>
                      <a:pt x="309854" y="1186469"/>
                      <a:pt x="396035" y="1196627"/>
                    </a:cubicBezTo>
                    <a:cubicBezTo>
                      <a:pt x="432721" y="1201025"/>
                      <a:pt x="469651" y="1202979"/>
                      <a:pt x="506581" y="1202491"/>
                    </a:cubicBezTo>
                    <a:cubicBezTo>
                      <a:pt x="590214" y="1201060"/>
                      <a:pt x="663376" y="1185073"/>
                      <a:pt x="726101" y="1154566"/>
                    </a:cubicBezTo>
                    <a:lnTo>
                      <a:pt x="728021" y="1153589"/>
                    </a:lnTo>
                    <a:cubicBezTo>
                      <a:pt x="745614" y="1144932"/>
                      <a:pt x="762508" y="1135019"/>
                      <a:pt x="778634" y="1123884"/>
                    </a:cubicBezTo>
                    <a:cubicBezTo>
                      <a:pt x="875497" y="1056970"/>
                      <a:pt x="935115" y="971242"/>
                      <a:pt x="957490" y="866630"/>
                    </a:cubicBezTo>
                    <a:cubicBezTo>
                      <a:pt x="971731" y="799926"/>
                      <a:pt x="965832" y="737375"/>
                      <a:pt x="939827" y="679049"/>
                    </a:cubicBezTo>
                    <a:cubicBezTo>
                      <a:pt x="913823" y="620722"/>
                      <a:pt x="875985" y="576112"/>
                      <a:pt x="826384" y="545291"/>
                    </a:cubicBezTo>
                    <a:close/>
                  </a:path>
                </a:pathLst>
              </a:custGeom>
              <a:solidFill>
                <a:srgbClr val="003889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2" name="任意多边形 361">
                <a:extLst>
                  <a:ext uri="{FF2B5EF4-FFF2-40B4-BE49-F238E27FC236}">
                    <a16:creationId xmlns:a16="http://schemas.microsoft.com/office/drawing/2014/main" id="{3955F6F0-F5D0-AE46-45F3-D39262CDFA7A}"/>
                  </a:ext>
                </a:extLst>
              </p:cNvPr>
              <p:cNvSpPr/>
              <p:nvPr/>
            </p:nvSpPr>
            <p:spPr>
              <a:xfrm>
                <a:off x="4863186" y="3764298"/>
                <a:ext cx="1100879" cy="1345310"/>
              </a:xfrm>
              <a:custGeom>
                <a:avLst/>
                <a:gdLst>
                  <a:gd name="connsiteX0" fmla="*/ 799507 w 995643"/>
                  <a:gd name="connsiteY0" fmla="*/ 551247 h 1216708"/>
                  <a:gd name="connsiteX1" fmla="*/ 545710 w 995643"/>
                  <a:gd name="connsiteY1" fmla="*/ 447962 h 1216708"/>
                  <a:gd name="connsiteX2" fmla="*/ 414047 w 995643"/>
                  <a:gd name="connsiteY2" fmla="*/ 381432 h 1216708"/>
                  <a:gd name="connsiteX3" fmla="*/ 391846 w 995643"/>
                  <a:gd name="connsiteY3" fmla="*/ 306700 h 1216708"/>
                  <a:gd name="connsiteX4" fmla="*/ 566653 w 995643"/>
                  <a:gd name="connsiteY4" fmla="*/ 219890 h 1216708"/>
                  <a:gd name="connsiteX5" fmla="*/ 611646 w 995643"/>
                  <a:gd name="connsiteY5" fmla="*/ 228581 h 1216708"/>
                  <a:gd name="connsiteX6" fmla="*/ 750082 w 995643"/>
                  <a:gd name="connsiteY6" fmla="*/ 381921 h 1216708"/>
                  <a:gd name="connsiteX7" fmla="*/ 819613 w 995643"/>
                  <a:gd name="connsiteY7" fmla="*/ 367226 h 1216708"/>
                  <a:gd name="connsiteX8" fmla="*/ 992500 w 995643"/>
                  <a:gd name="connsiteY8" fmla="*/ 330750 h 1216708"/>
                  <a:gd name="connsiteX9" fmla="*/ 646482 w 995643"/>
                  <a:gd name="connsiteY9" fmla="*/ 14506 h 1216708"/>
                  <a:gd name="connsiteX10" fmla="*/ 581069 w 995643"/>
                  <a:gd name="connsiteY10" fmla="*/ 4035 h 1216708"/>
                  <a:gd name="connsiteX11" fmla="*/ 260533 w 995643"/>
                  <a:gd name="connsiteY11" fmla="*/ 75696 h 1216708"/>
                  <a:gd name="connsiteX12" fmla="*/ 116582 w 995643"/>
                  <a:gd name="connsiteY12" fmla="*/ 326003 h 1216708"/>
                  <a:gd name="connsiteX13" fmla="*/ 184613 w 995643"/>
                  <a:gd name="connsiteY13" fmla="*/ 571667 h 1216708"/>
                  <a:gd name="connsiteX14" fmla="*/ 488814 w 995643"/>
                  <a:gd name="connsiteY14" fmla="*/ 735025 h 1216708"/>
                  <a:gd name="connsiteX15" fmla="*/ 644562 w 995643"/>
                  <a:gd name="connsiteY15" fmla="*/ 806930 h 1216708"/>
                  <a:gd name="connsiteX16" fmla="*/ 677373 w 995643"/>
                  <a:gd name="connsiteY16" fmla="*/ 891541 h 1216708"/>
                  <a:gd name="connsiteX17" fmla="*/ 621106 w 995643"/>
                  <a:gd name="connsiteY17" fmla="*/ 973324 h 1216708"/>
                  <a:gd name="connsiteX18" fmla="*/ 476457 w 995643"/>
                  <a:gd name="connsiteY18" fmla="*/ 993604 h 1216708"/>
                  <a:gd name="connsiteX19" fmla="*/ 462495 w 995643"/>
                  <a:gd name="connsiteY19" fmla="*/ 991720 h 1216708"/>
                  <a:gd name="connsiteX20" fmla="*/ 462495 w 995643"/>
                  <a:gd name="connsiteY20" fmla="*/ 991720 h 1216708"/>
                  <a:gd name="connsiteX21" fmla="*/ 258682 w 995643"/>
                  <a:gd name="connsiteY21" fmla="*/ 810211 h 1216708"/>
                  <a:gd name="connsiteX22" fmla="*/ 257460 w 995643"/>
                  <a:gd name="connsiteY22" fmla="*/ 802392 h 1216708"/>
                  <a:gd name="connsiteX23" fmla="*/ -3143 w 995643"/>
                  <a:gd name="connsiteY23" fmla="*/ 830596 h 1216708"/>
                  <a:gd name="connsiteX24" fmla="*/ 135501 w 995643"/>
                  <a:gd name="connsiteY24" fmla="*/ 1093085 h 1216708"/>
                  <a:gd name="connsiteX25" fmla="*/ 205312 w 995643"/>
                  <a:gd name="connsiteY25" fmla="*/ 1140731 h 1216708"/>
                  <a:gd name="connsiteX26" fmla="*/ 432652 w 995643"/>
                  <a:gd name="connsiteY26" fmla="*/ 1210542 h 1216708"/>
                  <a:gd name="connsiteX27" fmla="*/ 537368 w 995643"/>
                  <a:gd name="connsiteY27" fmla="*/ 1216406 h 1216708"/>
                  <a:gd name="connsiteX28" fmla="*/ 756888 w 995643"/>
                  <a:gd name="connsiteY28" fmla="*/ 1168480 h 1216708"/>
                  <a:gd name="connsiteX29" fmla="*/ 758808 w 995643"/>
                  <a:gd name="connsiteY29" fmla="*/ 1167503 h 1216708"/>
                  <a:gd name="connsiteX30" fmla="*/ 808234 w 995643"/>
                  <a:gd name="connsiteY30" fmla="*/ 1136472 h 1216708"/>
                  <a:gd name="connsiteX31" fmla="*/ 962062 w 995643"/>
                  <a:gd name="connsiteY31" fmla="*/ 876043 h 1216708"/>
                  <a:gd name="connsiteX32" fmla="*/ 926214 w 995643"/>
                  <a:gd name="connsiteY32" fmla="*/ 686297 h 1216708"/>
                  <a:gd name="connsiteX33" fmla="*/ 799507 w 995643"/>
                  <a:gd name="connsiteY33" fmla="*/ 551247 h 1216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995643" h="1216708">
                    <a:moveTo>
                      <a:pt x="799507" y="551247"/>
                    </a:moveTo>
                    <a:cubicBezTo>
                      <a:pt x="746940" y="520251"/>
                      <a:pt x="662329" y="485835"/>
                      <a:pt x="545710" y="447962"/>
                    </a:cubicBezTo>
                    <a:cubicBezTo>
                      <a:pt x="475899" y="425379"/>
                      <a:pt x="432023" y="403213"/>
                      <a:pt x="414047" y="381432"/>
                    </a:cubicBezTo>
                    <a:cubicBezTo>
                      <a:pt x="396349" y="360803"/>
                      <a:pt x="388286" y="333647"/>
                      <a:pt x="391846" y="306700"/>
                    </a:cubicBezTo>
                    <a:cubicBezTo>
                      <a:pt x="399945" y="236330"/>
                      <a:pt x="458202" y="207394"/>
                      <a:pt x="566653" y="219890"/>
                    </a:cubicBezTo>
                    <a:cubicBezTo>
                      <a:pt x="581872" y="221586"/>
                      <a:pt x="596916" y="224494"/>
                      <a:pt x="611646" y="228581"/>
                    </a:cubicBezTo>
                    <a:cubicBezTo>
                      <a:pt x="686484" y="249664"/>
                      <a:pt x="732629" y="300766"/>
                      <a:pt x="750082" y="381921"/>
                    </a:cubicBezTo>
                    <a:lnTo>
                      <a:pt x="819613" y="367226"/>
                    </a:lnTo>
                    <a:lnTo>
                      <a:pt x="992500" y="330750"/>
                    </a:lnTo>
                    <a:cubicBezTo>
                      <a:pt x="952324" y="158551"/>
                      <a:pt x="836961" y="53136"/>
                      <a:pt x="646482" y="14506"/>
                    </a:cubicBezTo>
                    <a:cubicBezTo>
                      <a:pt x="625538" y="10248"/>
                      <a:pt x="603722" y="6757"/>
                      <a:pt x="581069" y="4035"/>
                    </a:cubicBezTo>
                    <a:cubicBezTo>
                      <a:pt x="451325" y="-10929"/>
                      <a:pt x="344480" y="12960"/>
                      <a:pt x="260533" y="75696"/>
                    </a:cubicBezTo>
                    <a:cubicBezTo>
                      <a:pt x="176585" y="138431"/>
                      <a:pt x="128625" y="221869"/>
                      <a:pt x="116582" y="326003"/>
                    </a:cubicBezTo>
                    <a:cubicBezTo>
                      <a:pt x="104714" y="428973"/>
                      <a:pt x="127403" y="510862"/>
                      <a:pt x="184613" y="571667"/>
                    </a:cubicBezTo>
                    <a:cubicBezTo>
                      <a:pt x="241823" y="632472"/>
                      <a:pt x="343223" y="686925"/>
                      <a:pt x="488814" y="735025"/>
                    </a:cubicBezTo>
                    <a:cubicBezTo>
                      <a:pt x="566828" y="760855"/>
                      <a:pt x="618732" y="784835"/>
                      <a:pt x="644562" y="806930"/>
                    </a:cubicBezTo>
                    <a:cubicBezTo>
                      <a:pt x="670392" y="829025"/>
                      <a:pt x="681318" y="857229"/>
                      <a:pt x="677373" y="891541"/>
                    </a:cubicBezTo>
                    <a:cubicBezTo>
                      <a:pt x="673464" y="925329"/>
                      <a:pt x="654720" y="952590"/>
                      <a:pt x="621106" y="973324"/>
                    </a:cubicBezTo>
                    <a:cubicBezTo>
                      <a:pt x="587492" y="994058"/>
                      <a:pt x="539287" y="1000830"/>
                      <a:pt x="476457" y="993604"/>
                    </a:cubicBezTo>
                    <a:cubicBezTo>
                      <a:pt x="471676" y="993081"/>
                      <a:pt x="466963" y="992452"/>
                      <a:pt x="462495" y="991720"/>
                    </a:cubicBezTo>
                    <a:lnTo>
                      <a:pt x="462495" y="991720"/>
                    </a:lnTo>
                    <a:cubicBezTo>
                      <a:pt x="344096" y="974232"/>
                      <a:pt x="276170" y="913740"/>
                      <a:pt x="258682" y="810211"/>
                    </a:cubicBezTo>
                    <a:cubicBezTo>
                      <a:pt x="258228" y="807628"/>
                      <a:pt x="257845" y="805010"/>
                      <a:pt x="257460" y="802392"/>
                    </a:cubicBezTo>
                    <a:lnTo>
                      <a:pt x="-3143" y="830596"/>
                    </a:lnTo>
                    <a:cubicBezTo>
                      <a:pt x="11272" y="941211"/>
                      <a:pt x="57487" y="1028684"/>
                      <a:pt x="135501" y="1093085"/>
                    </a:cubicBezTo>
                    <a:cubicBezTo>
                      <a:pt x="157317" y="1111026"/>
                      <a:pt x="180668" y="1126978"/>
                      <a:pt x="205312" y="1140731"/>
                    </a:cubicBezTo>
                    <a:cubicBezTo>
                      <a:pt x="270097" y="1177137"/>
                      <a:pt x="345876" y="1200384"/>
                      <a:pt x="432652" y="1210542"/>
                    </a:cubicBezTo>
                    <a:cubicBezTo>
                      <a:pt x="467417" y="1214626"/>
                      <a:pt x="502393" y="1216615"/>
                      <a:pt x="537368" y="1216406"/>
                    </a:cubicBezTo>
                    <a:cubicBezTo>
                      <a:pt x="622781" y="1215638"/>
                      <a:pt x="695943" y="1199651"/>
                      <a:pt x="756888" y="1168480"/>
                    </a:cubicBezTo>
                    <a:lnTo>
                      <a:pt x="758808" y="1167503"/>
                    </a:lnTo>
                    <a:cubicBezTo>
                      <a:pt x="776121" y="1158532"/>
                      <a:pt x="792631" y="1148166"/>
                      <a:pt x="808234" y="1136472"/>
                    </a:cubicBezTo>
                    <a:cubicBezTo>
                      <a:pt x="898604" y="1068651"/>
                      <a:pt x="949880" y="981841"/>
                      <a:pt x="962062" y="876043"/>
                    </a:cubicBezTo>
                    <a:cubicBezTo>
                      <a:pt x="970265" y="810595"/>
                      <a:pt x="957734" y="744240"/>
                      <a:pt x="926214" y="686297"/>
                    </a:cubicBezTo>
                    <a:cubicBezTo>
                      <a:pt x="894310" y="627237"/>
                      <a:pt x="852075" y="582209"/>
                      <a:pt x="799507" y="5512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3" name="任意多边形 362">
                <a:extLst>
                  <a:ext uri="{FF2B5EF4-FFF2-40B4-BE49-F238E27FC236}">
                    <a16:creationId xmlns:a16="http://schemas.microsoft.com/office/drawing/2014/main" id="{E61454D4-498C-4F93-1848-3FF2B10D1A36}"/>
                  </a:ext>
                </a:extLst>
              </p:cNvPr>
              <p:cNvSpPr/>
              <p:nvPr/>
            </p:nvSpPr>
            <p:spPr>
              <a:xfrm>
                <a:off x="4502632" y="4471774"/>
                <a:ext cx="522767" cy="1130365"/>
              </a:xfrm>
              <a:custGeom>
                <a:avLst/>
                <a:gdLst>
                  <a:gd name="connsiteX0" fmla="*/ 335581 w 472794"/>
                  <a:gd name="connsiteY0" fmla="*/ 0 h 1022310"/>
                  <a:gd name="connsiteX1" fmla="*/ 472794 w 472794"/>
                  <a:gd name="connsiteY1" fmla="*/ 1022311 h 1022310"/>
                  <a:gd name="connsiteX2" fmla="*/ 0 w 472794"/>
                  <a:gd name="connsiteY2" fmla="*/ 1022311 h 1022310"/>
                  <a:gd name="connsiteX3" fmla="*/ 0 w 472794"/>
                  <a:gd name="connsiteY3" fmla="*/ 75849 h 1022310"/>
                  <a:gd name="connsiteX4" fmla="*/ 335581 w 472794"/>
                  <a:gd name="connsiteY4" fmla="*/ 0 h 1022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2794" h="1022310">
                    <a:moveTo>
                      <a:pt x="335581" y="0"/>
                    </a:moveTo>
                    <a:lnTo>
                      <a:pt x="472794" y="1022311"/>
                    </a:lnTo>
                    <a:lnTo>
                      <a:pt x="0" y="1022311"/>
                    </a:lnTo>
                    <a:lnTo>
                      <a:pt x="0" y="75849"/>
                    </a:lnTo>
                    <a:lnTo>
                      <a:pt x="335581" y="0"/>
                    </a:lnTo>
                    <a:close/>
                  </a:path>
                </a:pathLst>
              </a:custGeom>
              <a:solidFill>
                <a:srgbClr val="003889">
                  <a:alpha val="22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4" name="任意多边形 363">
                <a:extLst>
                  <a:ext uri="{FF2B5EF4-FFF2-40B4-BE49-F238E27FC236}">
                    <a16:creationId xmlns:a16="http://schemas.microsoft.com/office/drawing/2014/main" id="{2635A881-F580-4D4F-EB97-348F4FD40B6B}"/>
                  </a:ext>
                </a:extLst>
              </p:cNvPr>
              <p:cNvSpPr/>
              <p:nvPr/>
            </p:nvSpPr>
            <p:spPr>
              <a:xfrm>
                <a:off x="4054778" y="5478289"/>
                <a:ext cx="792545" cy="167772"/>
              </a:xfrm>
              <a:custGeom>
                <a:avLst/>
                <a:gdLst>
                  <a:gd name="connsiteX0" fmla="*/ 0 w 716783"/>
                  <a:gd name="connsiteY0" fmla="*/ 0 h 151734"/>
                  <a:gd name="connsiteX1" fmla="*/ 716784 w 716783"/>
                  <a:gd name="connsiteY1" fmla="*/ 0 h 151734"/>
                  <a:gd name="connsiteX2" fmla="*/ 716784 w 716783"/>
                  <a:gd name="connsiteY2" fmla="*/ 151734 h 151734"/>
                  <a:gd name="connsiteX3" fmla="*/ 0 w 716783"/>
                  <a:gd name="connsiteY3" fmla="*/ 151734 h 151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151734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151734"/>
                    </a:lnTo>
                    <a:lnTo>
                      <a:pt x="0" y="151734"/>
                    </a:lnTo>
                    <a:close/>
                  </a:path>
                </a:pathLst>
              </a:custGeom>
              <a:solidFill>
                <a:srgbClr val="FFCB48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5" name="任意多边形 364">
                <a:extLst>
                  <a:ext uri="{FF2B5EF4-FFF2-40B4-BE49-F238E27FC236}">
                    <a16:creationId xmlns:a16="http://schemas.microsoft.com/office/drawing/2014/main" id="{7DACF23E-6D9B-D7F8-BF69-9AD22871D08F}"/>
                  </a:ext>
                </a:extLst>
              </p:cNvPr>
              <p:cNvSpPr/>
              <p:nvPr/>
            </p:nvSpPr>
            <p:spPr>
              <a:xfrm>
                <a:off x="4653499" y="5478289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6" name="任意多边形 365">
                <a:extLst>
                  <a:ext uri="{FF2B5EF4-FFF2-40B4-BE49-F238E27FC236}">
                    <a16:creationId xmlns:a16="http://schemas.microsoft.com/office/drawing/2014/main" id="{62948225-4FF3-BFA9-FD01-8747400978F3}"/>
                  </a:ext>
                </a:extLst>
              </p:cNvPr>
              <p:cNvSpPr/>
              <p:nvPr/>
            </p:nvSpPr>
            <p:spPr>
              <a:xfrm>
                <a:off x="4477391" y="5478289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CE8E32">
                  <a:alpha val="3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7" name="任意多边形 366">
                <a:extLst>
                  <a:ext uri="{FF2B5EF4-FFF2-40B4-BE49-F238E27FC236}">
                    <a16:creationId xmlns:a16="http://schemas.microsoft.com/office/drawing/2014/main" id="{CB1D0024-C9C1-8A80-F2E1-15F62D3735DD}"/>
                  </a:ext>
                </a:extLst>
              </p:cNvPr>
              <p:cNvSpPr/>
              <p:nvPr/>
            </p:nvSpPr>
            <p:spPr>
              <a:xfrm>
                <a:off x="4054778" y="5621707"/>
                <a:ext cx="792545" cy="24353"/>
              </a:xfrm>
              <a:custGeom>
                <a:avLst/>
                <a:gdLst>
                  <a:gd name="connsiteX0" fmla="*/ 0 w 716783"/>
                  <a:gd name="connsiteY0" fmla="*/ 0 h 22025"/>
                  <a:gd name="connsiteX1" fmla="*/ 716784 w 716783"/>
                  <a:gd name="connsiteY1" fmla="*/ 0 h 22025"/>
                  <a:gd name="connsiteX2" fmla="*/ 716784 w 716783"/>
                  <a:gd name="connsiteY2" fmla="*/ 22026 h 22025"/>
                  <a:gd name="connsiteX3" fmla="*/ 0 w 716783"/>
                  <a:gd name="connsiteY3" fmla="*/ 22026 h 22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22025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22026"/>
                    </a:lnTo>
                    <a:lnTo>
                      <a:pt x="0" y="22026"/>
                    </a:lnTo>
                    <a:close/>
                  </a:path>
                </a:pathLst>
              </a:custGeom>
              <a:solidFill>
                <a:srgbClr val="C46200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8" name="任意多边形 367">
                <a:extLst>
                  <a:ext uri="{FF2B5EF4-FFF2-40B4-BE49-F238E27FC236}">
                    <a16:creationId xmlns:a16="http://schemas.microsoft.com/office/drawing/2014/main" id="{6BDF324D-A3A6-1F22-E317-159EBC0B20BB}"/>
                  </a:ext>
                </a:extLst>
              </p:cNvPr>
              <p:cNvSpPr/>
              <p:nvPr/>
            </p:nvSpPr>
            <p:spPr>
              <a:xfrm>
                <a:off x="4048873" y="5142745"/>
                <a:ext cx="792545" cy="167772"/>
              </a:xfrm>
              <a:custGeom>
                <a:avLst/>
                <a:gdLst>
                  <a:gd name="connsiteX0" fmla="*/ 0 w 716783"/>
                  <a:gd name="connsiteY0" fmla="*/ 0 h 151734"/>
                  <a:gd name="connsiteX1" fmla="*/ 716784 w 716783"/>
                  <a:gd name="connsiteY1" fmla="*/ 0 h 151734"/>
                  <a:gd name="connsiteX2" fmla="*/ 716784 w 716783"/>
                  <a:gd name="connsiteY2" fmla="*/ 151734 h 151734"/>
                  <a:gd name="connsiteX3" fmla="*/ 0 w 716783"/>
                  <a:gd name="connsiteY3" fmla="*/ 151734 h 151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151734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151734"/>
                    </a:lnTo>
                    <a:lnTo>
                      <a:pt x="0" y="151734"/>
                    </a:lnTo>
                    <a:close/>
                  </a:path>
                </a:pathLst>
              </a:custGeom>
              <a:solidFill>
                <a:srgbClr val="FFCB48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9" name="任意多边形 368">
                <a:extLst>
                  <a:ext uri="{FF2B5EF4-FFF2-40B4-BE49-F238E27FC236}">
                    <a16:creationId xmlns:a16="http://schemas.microsoft.com/office/drawing/2014/main" id="{27396083-C81B-A09B-659C-ED1DD67CF4FB}"/>
                  </a:ext>
                </a:extLst>
              </p:cNvPr>
              <p:cNvSpPr/>
              <p:nvPr/>
            </p:nvSpPr>
            <p:spPr>
              <a:xfrm>
                <a:off x="4647633" y="5142745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0" name="任意多边形 369">
                <a:extLst>
                  <a:ext uri="{FF2B5EF4-FFF2-40B4-BE49-F238E27FC236}">
                    <a16:creationId xmlns:a16="http://schemas.microsoft.com/office/drawing/2014/main" id="{1D375688-14EB-FF32-4566-C30385BB927D}"/>
                  </a:ext>
                </a:extLst>
              </p:cNvPr>
              <p:cNvSpPr/>
              <p:nvPr/>
            </p:nvSpPr>
            <p:spPr>
              <a:xfrm>
                <a:off x="4471525" y="5142745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CE8E32">
                  <a:alpha val="3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1" name="任意多边形 370">
                <a:extLst>
                  <a:ext uri="{FF2B5EF4-FFF2-40B4-BE49-F238E27FC236}">
                    <a16:creationId xmlns:a16="http://schemas.microsoft.com/office/drawing/2014/main" id="{327D89BA-9F14-09C9-2210-2025937D5731}"/>
                  </a:ext>
                </a:extLst>
              </p:cNvPr>
              <p:cNvSpPr/>
              <p:nvPr/>
            </p:nvSpPr>
            <p:spPr>
              <a:xfrm>
                <a:off x="4048873" y="5286164"/>
                <a:ext cx="792545" cy="24314"/>
              </a:xfrm>
              <a:custGeom>
                <a:avLst/>
                <a:gdLst>
                  <a:gd name="connsiteX0" fmla="*/ 0 w 716783"/>
                  <a:gd name="connsiteY0" fmla="*/ 0 h 21990"/>
                  <a:gd name="connsiteX1" fmla="*/ 716784 w 716783"/>
                  <a:gd name="connsiteY1" fmla="*/ 0 h 21990"/>
                  <a:gd name="connsiteX2" fmla="*/ 716784 w 716783"/>
                  <a:gd name="connsiteY2" fmla="*/ 21990 h 21990"/>
                  <a:gd name="connsiteX3" fmla="*/ 0 w 716783"/>
                  <a:gd name="connsiteY3" fmla="*/ 21990 h 21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21990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21990"/>
                    </a:lnTo>
                    <a:lnTo>
                      <a:pt x="0" y="21990"/>
                    </a:lnTo>
                    <a:close/>
                  </a:path>
                </a:pathLst>
              </a:custGeom>
              <a:solidFill>
                <a:srgbClr val="C46200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2" name="任意多边形 371">
                <a:extLst>
                  <a:ext uri="{FF2B5EF4-FFF2-40B4-BE49-F238E27FC236}">
                    <a16:creationId xmlns:a16="http://schemas.microsoft.com/office/drawing/2014/main" id="{1D20A61E-0CB6-0072-7639-D87013E3F207}"/>
                  </a:ext>
                </a:extLst>
              </p:cNvPr>
              <p:cNvSpPr/>
              <p:nvPr/>
            </p:nvSpPr>
            <p:spPr>
              <a:xfrm>
                <a:off x="4023168" y="4807279"/>
                <a:ext cx="792545" cy="167772"/>
              </a:xfrm>
              <a:custGeom>
                <a:avLst/>
                <a:gdLst>
                  <a:gd name="connsiteX0" fmla="*/ 0 w 716783"/>
                  <a:gd name="connsiteY0" fmla="*/ 0 h 151734"/>
                  <a:gd name="connsiteX1" fmla="*/ 716784 w 716783"/>
                  <a:gd name="connsiteY1" fmla="*/ 0 h 151734"/>
                  <a:gd name="connsiteX2" fmla="*/ 716784 w 716783"/>
                  <a:gd name="connsiteY2" fmla="*/ 151734 h 151734"/>
                  <a:gd name="connsiteX3" fmla="*/ 0 w 716783"/>
                  <a:gd name="connsiteY3" fmla="*/ 151734 h 151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151734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151734"/>
                    </a:lnTo>
                    <a:lnTo>
                      <a:pt x="0" y="151734"/>
                    </a:lnTo>
                    <a:close/>
                  </a:path>
                </a:pathLst>
              </a:custGeom>
              <a:solidFill>
                <a:srgbClr val="FFCB48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3" name="任意多边形 372">
                <a:extLst>
                  <a:ext uri="{FF2B5EF4-FFF2-40B4-BE49-F238E27FC236}">
                    <a16:creationId xmlns:a16="http://schemas.microsoft.com/office/drawing/2014/main" id="{25D6D073-7ADB-B2C9-F41F-5A01590DDC8A}"/>
                  </a:ext>
                </a:extLst>
              </p:cNvPr>
              <p:cNvSpPr/>
              <p:nvPr/>
            </p:nvSpPr>
            <p:spPr>
              <a:xfrm>
                <a:off x="4621929" y="4807279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4" name="任意多边形 373">
                <a:extLst>
                  <a:ext uri="{FF2B5EF4-FFF2-40B4-BE49-F238E27FC236}">
                    <a16:creationId xmlns:a16="http://schemas.microsoft.com/office/drawing/2014/main" id="{B3AA1799-8743-02F1-009B-140B739A0E35}"/>
                  </a:ext>
                </a:extLst>
              </p:cNvPr>
              <p:cNvSpPr/>
              <p:nvPr/>
            </p:nvSpPr>
            <p:spPr>
              <a:xfrm>
                <a:off x="4445820" y="4807279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CE8E32">
                  <a:alpha val="3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5" name="任意多边形 374">
                <a:extLst>
                  <a:ext uri="{FF2B5EF4-FFF2-40B4-BE49-F238E27FC236}">
                    <a16:creationId xmlns:a16="http://schemas.microsoft.com/office/drawing/2014/main" id="{B1881813-4DA1-B850-D6B4-0D23858FE30A}"/>
                  </a:ext>
                </a:extLst>
              </p:cNvPr>
              <p:cNvSpPr/>
              <p:nvPr/>
            </p:nvSpPr>
            <p:spPr>
              <a:xfrm>
                <a:off x="4023168" y="4950698"/>
                <a:ext cx="792545" cy="24314"/>
              </a:xfrm>
              <a:custGeom>
                <a:avLst/>
                <a:gdLst>
                  <a:gd name="connsiteX0" fmla="*/ 0 w 716783"/>
                  <a:gd name="connsiteY0" fmla="*/ 0 h 21990"/>
                  <a:gd name="connsiteX1" fmla="*/ 716784 w 716783"/>
                  <a:gd name="connsiteY1" fmla="*/ 0 h 21990"/>
                  <a:gd name="connsiteX2" fmla="*/ 716784 w 716783"/>
                  <a:gd name="connsiteY2" fmla="*/ 21990 h 21990"/>
                  <a:gd name="connsiteX3" fmla="*/ 0 w 716783"/>
                  <a:gd name="connsiteY3" fmla="*/ 21990 h 21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21990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21990"/>
                    </a:lnTo>
                    <a:lnTo>
                      <a:pt x="0" y="21990"/>
                    </a:lnTo>
                    <a:close/>
                  </a:path>
                </a:pathLst>
              </a:custGeom>
              <a:solidFill>
                <a:srgbClr val="C46200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6" name="任意多边形 375">
                <a:extLst>
                  <a:ext uri="{FF2B5EF4-FFF2-40B4-BE49-F238E27FC236}">
                    <a16:creationId xmlns:a16="http://schemas.microsoft.com/office/drawing/2014/main" id="{AF5C82B6-996D-280C-0366-D87A64BFF242}"/>
                  </a:ext>
                </a:extLst>
              </p:cNvPr>
              <p:cNvSpPr/>
              <p:nvPr/>
            </p:nvSpPr>
            <p:spPr>
              <a:xfrm>
                <a:off x="4081137" y="4471774"/>
                <a:ext cx="792545" cy="167772"/>
              </a:xfrm>
              <a:custGeom>
                <a:avLst/>
                <a:gdLst>
                  <a:gd name="connsiteX0" fmla="*/ 0 w 716783"/>
                  <a:gd name="connsiteY0" fmla="*/ 0 h 151734"/>
                  <a:gd name="connsiteX1" fmla="*/ 716784 w 716783"/>
                  <a:gd name="connsiteY1" fmla="*/ 0 h 151734"/>
                  <a:gd name="connsiteX2" fmla="*/ 716784 w 716783"/>
                  <a:gd name="connsiteY2" fmla="*/ 151734 h 151734"/>
                  <a:gd name="connsiteX3" fmla="*/ 0 w 716783"/>
                  <a:gd name="connsiteY3" fmla="*/ 151734 h 151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151734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151734"/>
                    </a:lnTo>
                    <a:lnTo>
                      <a:pt x="0" y="151734"/>
                    </a:lnTo>
                    <a:close/>
                  </a:path>
                </a:pathLst>
              </a:custGeom>
              <a:solidFill>
                <a:srgbClr val="FFCB48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7" name="任意多边形 376">
                <a:extLst>
                  <a:ext uri="{FF2B5EF4-FFF2-40B4-BE49-F238E27FC236}">
                    <a16:creationId xmlns:a16="http://schemas.microsoft.com/office/drawing/2014/main" id="{B0392D3E-A093-B9A7-567C-72C11394D180}"/>
                  </a:ext>
                </a:extLst>
              </p:cNvPr>
              <p:cNvSpPr/>
              <p:nvPr/>
            </p:nvSpPr>
            <p:spPr>
              <a:xfrm>
                <a:off x="4679899" y="4471774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8" name="任意多边形 377">
                <a:extLst>
                  <a:ext uri="{FF2B5EF4-FFF2-40B4-BE49-F238E27FC236}">
                    <a16:creationId xmlns:a16="http://schemas.microsoft.com/office/drawing/2014/main" id="{294E4EF1-9C03-17AF-6B90-7E0221F9D099}"/>
                  </a:ext>
                </a:extLst>
              </p:cNvPr>
              <p:cNvSpPr/>
              <p:nvPr/>
            </p:nvSpPr>
            <p:spPr>
              <a:xfrm>
                <a:off x="4503790" y="4471774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CE8E32">
                  <a:alpha val="3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9" name="任意多边形 378">
                <a:extLst>
                  <a:ext uri="{FF2B5EF4-FFF2-40B4-BE49-F238E27FC236}">
                    <a16:creationId xmlns:a16="http://schemas.microsoft.com/office/drawing/2014/main" id="{C88449DA-D0BE-31C2-994C-409BD5B307DB}"/>
                  </a:ext>
                </a:extLst>
              </p:cNvPr>
              <p:cNvSpPr/>
              <p:nvPr/>
            </p:nvSpPr>
            <p:spPr>
              <a:xfrm>
                <a:off x="4081137" y="4615193"/>
                <a:ext cx="792545" cy="24314"/>
              </a:xfrm>
              <a:custGeom>
                <a:avLst/>
                <a:gdLst>
                  <a:gd name="connsiteX0" fmla="*/ 0 w 716783"/>
                  <a:gd name="connsiteY0" fmla="*/ 0 h 21990"/>
                  <a:gd name="connsiteX1" fmla="*/ 716784 w 716783"/>
                  <a:gd name="connsiteY1" fmla="*/ 0 h 21990"/>
                  <a:gd name="connsiteX2" fmla="*/ 716784 w 716783"/>
                  <a:gd name="connsiteY2" fmla="*/ 21990 h 21990"/>
                  <a:gd name="connsiteX3" fmla="*/ 0 w 716783"/>
                  <a:gd name="connsiteY3" fmla="*/ 21990 h 21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21990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21990"/>
                    </a:lnTo>
                    <a:lnTo>
                      <a:pt x="0" y="21990"/>
                    </a:lnTo>
                    <a:close/>
                  </a:path>
                </a:pathLst>
              </a:custGeom>
              <a:solidFill>
                <a:srgbClr val="C46200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0" name="任意多边形 379">
                <a:extLst>
                  <a:ext uri="{FF2B5EF4-FFF2-40B4-BE49-F238E27FC236}">
                    <a16:creationId xmlns:a16="http://schemas.microsoft.com/office/drawing/2014/main" id="{B2D2662D-4D2E-F6D1-826B-3852CFABB493}"/>
                  </a:ext>
                </a:extLst>
              </p:cNvPr>
              <p:cNvSpPr/>
              <p:nvPr/>
            </p:nvSpPr>
            <p:spPr>
              <a:xfrm>
                <a:off x="3978745" y="5310517"/>
                <a:ext cx="792545" cy="167772"/>
              </a:xfrm>
              <a:custGeom>
                <a:avLst/>
                <a:gdLst>
                  <a:gd name="connsiteX0" fmla="*/ 0 w 716783"/>
                  <a:gd name="connsiteY0" fmla="*/ 0 h 151734"/>
                  <a:gd name="connsiteX1" fmla="*/ 716784 w 716783"/>
                  <a:gd name="connsiteY1" fmla="*/ 0 h 151734"/>
                  <a:gd name="connsiteX2" fmla="*/ 716784 w 716783"/>
                  <a:gd name="connsiteY2" fmla="*/ 151734 h 151734"/>
                  <a:gd name="connsiteX3" fmla="*/ 0 w 716783"/>
                  <a:gd name="connsiteY3" fmla="*/ 151734 h 151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151734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151734"/>
                    </a:lnTo>
                    <a:lnTo>
                      <a:pt x="0" y="151734"/>
                    </a:lnTo>
                    <a:close/>
                  </a:path>
                </a:pathLst>
              </a:custGeom>
              <a:solidFill>
                <a:srgbClr val="F4B545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1" name="任意多边形 380">
                <a:extLst>
                  <a:ext uri="{FF2B5EF4-FFF2-40B4-BE49-F238E27FC236}">
                    <a16:creationId xmlns:a16="http://schemas.microsoft.com/office/drawing/2014/main" id="{E1D874CD-CDA7-C708-BB71-469077821E8B}"/>
                  </a:ext>
                </a:extLst>
              </p:cNvPr>
              <p:cNvSpPr/>
              <p:nvPr/>
            </p:nvSpPr>
            <p:spPr>
              <a:xfrm>
                <a:off x="4577507" y="5310517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2" name="任意多边形 381">
                <a:extLst>
                  <a:ext uri="{FF2B5EF4-FFF2-40B4-BE49-F238E27FC236}">
                    <a16:creationId xmlns:a16="http://schemas.microsoft.com/office/drawing/2014/main" id="{6A29112C-ED73-3B5E-525D-C4280FCAB368}"/>
                  </a:ext>
                </a:extLst>
              </p:cNvPr>
              <p:cNvSpPr/>
              <p:nvPr/>
            </p:nvSpPr>
            <p:spPr>
              <a:xfrm>
                <a:off x="4401398" y="5310517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CE8E32">
                  <a:alpha val="3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3" name="任意多边形 382">
                <a:extLst>
                  <a:ext uri="{FF2B5EF4-FFF2-40B4-BE49-F238E27FC236}">
                    <a16:creationId xmlns:a16="http://schemas.microsoft.com/office/drawing/2014/main" id="{C7CF1F0C-66FC-0633-885E-BB480FF3C327}"/>
                  </a:ext>
                </a:extLst>
              </p:cNvPr>
              <p:cNvSpPr/>
              <p:nvPr/>
            </p:nvSpPr>
            <p:spPr>
              <a:xfrm>
                <a:off x="3978745" y="5453974"/>
                <a:ext cx="792545" cy="24314"/>
              </a:xfrm>
              <a:custGeom>
                <a:avLst/>
                <a:gdLst>
                  <a:gd name="connsiteX0" fmla="*/ 0 w 716783"/>
                  <a:gd name="connsiteY0" fmla="*/ 0 h 21990"/>
                  <a:gd name="connsiteX1" fmla="*/ 716784 w 716783"/>
                  <a:gd name="connsiteY1" fmla="*/ 0 h 21990"/>
                  <a:gd name="connsiteX2" fmla="*/ 716784 w 716783"/>
                  <a:gd name="connsiteY2" fmla="*/ 21991 h 21990"/>
                  <a:gd name="connsiteX3" fmla="*/ 0 w 716783"/>
                  <a:gd name="connsiteY3" fmla="*/ 21991 h 21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21990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21991"/>
                    </a:lnTo>
                    <a:lnTo>
                      <a:pt x="0" y="21991"/>
                    </a:lnTo>
                    <a:close/>
                  </a:path>
                </a:pathLst>
              </a:custGeom>
              <a:solidFill>
                <a:srgbClr val="C46200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4" name="任意多边形 383">
                <a:extLst>
                  <a:ext uri="{FF2B5EF4-FFF2-40B4-BE49-F238E27FC236}">
                    <a16:creationId xmlns:a16="http://schemas.microsoft.com/office/drawing/2014/main" id="{7A827DC8-865D-D3A9-B43C-F5ACF49533C9}"/>
                  </a:ext>
                </a:extLst>
              </p:cNvPr>
              <p:cNvSpPr/>
              <p:nvPr/>
            </p:nvSpPr>
            <p:spPr>
              <a:xfrm>
                <a:off x="3992525" y="4975051"/>
                <a:ext cx="792545" cy="167772"/>
              </a:xfrm>
              <a:custGeom>
                <a:avLst/>
                <a:gdLst>
                  <a:gd name="connsiteX0" fmla="*/ 0 w 716783"/>
                  <a:gd name="connsiteY0" fmla="*/ 0 h 151734"/>
                  <a:gd name="connsiteX1" fmla="*/ 716784 w 716783"/>
                  <a:gd name="connsiteY1" fmla="*/ 0 h 151734"/>
                  <a:gd name="connsiteX2" fmla="*/ 716784 w 716783"/>
                  <a:gd name="connsiteY2" fmla="*/ 151734 h 151734"/>
                  <a:gd name="connsiteX3" fmla="*/ 0 w 716783"/>
                  <a:gd name="connsiteY3" fmla="*/ 151734 h 151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151734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151734"/>
                    </a:lnTo>
                    <a:lnTo>
                      <a:pt x="0" y="151734"/>
                    </a:lnTo>
                    <a:close/>
                  </a:path>
                </a:pathLst>
              </a:custGeom>
              <a:solidFill>
                <a:srgbClr val="F4B545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5" name="任意多边形 384">
                <a:extLst>
                  <a:ext uri="{FF2B5EF4-FFF2-40B4-BE49-F238E27FC236}">
                    <a16:creationId xmlns:a16="http://schemas.microsoft.com/office/drawing/2014/main" id="{DD4EAFC6-032B-B748-AC54-0DA7E9F8DB86}"/>
                  </a:ext>
                </a:extLst>
              </p:cNvPr>
              <p:cNvSpPr/>
              <p:nvPr/>
            </p:nvSpPr>
            <p:spPr>
              <a:xfrm>
                <a:off x="4591246" y="4975051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6" name="任意多边形 385">
                <a:extLst>
                  <a:ext uri="{FF2B5EF4-FFF2-40B4-BE49-F238E27FC236}">
                    <a16:creationId xmlns:a16="http://schemas.microsoft.com/office/drawing/2014/main" id="{C8B7BCF5-323E-3350-FE61-68EE97D21B6C}"/>
                  </a:ext>
                </a:extLst>
              </p:cNvPr>
              <p:cNvSpPr/>
              <p:nvPr/>
            </p:nvSpPr>
            <p:spPr>
              <a:xfrm>
                <a:off x="4415137" y="4975051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CE8E32">
                  <a:alpha val="3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7" name="任意多边形 386">
                <a:extLst>
                  <a:ext uri="{FF2B5EF4-FFF2-40B4-BE49-F238E27FC236}">
                    <a16:creationId xmlns:a16="http://schemas.microsoft.com/office/drawing/2014/main" id="{643493FF-A720-1550-0584-70C6C88012DB}"/>
                  </a:ext>
                </a:extLst>
              </p:cNvPr>
              <p:cNvSpPr/>
              <p:nvPr/>
            </p:nvSpPr>
            <p:spPr>
              <a:xfrm>
                <a:off x="3992525" y="5118469"/>
                <a:ext cx="792545" cy="24314"/>
              </a:xfrm>
              <a:custGeom>
                <a:avLst/>
                <a:gdLst>
                  <a:gd name="connsiteX0" fmla="*/ 0 w 716783"/>
                  <a:gd name="connsiteY0" fmla="*/ 0 h 21990"/>
                  <a:gd name="connsiteX1" fmla="*/ 716784 w 716783"/>
                  <a:gd name="connsiteY1" fmla="*/ 0 h 21990"/>
                  <a:gd name="connsiteX2" fmla="*/ 716784 w 716783"/>
                  <a:gd name="connsiteY2" fmla="*/ 21990 h 21990"/>
                  <a:gd name="connsiteX3" fmla="*/ 0 w 716783"/>
                  <a:gd name="connsiteY3" fmla="*/ 21990 h 21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21990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21990"/>
                    </a:lnTo>
                    <a:lnTo>
                      <a:pt x="0" y="21990"/>
                    </a:lnTo>
                    <a:close/>
                  </a:path>
                </a:pathLst>
              </a:custGeom>
              <a:solidFill>
                <a:srgbClr val="C46200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8" name="任意多边形 387">
                <a:extLst>
                  <a:ext uri="{FF2B5EF4-FFF2-40B4-BE49-F238E27FC236}">
                    <a16:creationId xmlns:a16="http://schemas.microsoft.com/office/drawing/2014/main" id="{61460BF2-B1CC-388B-A875-4605111843CC}"/>
                  </a:ext>
                </a:extLst>
              </p:cNvPr>
              <p:cNvSpPr/>
              <p:nvPr/>
            </p:nvSpPr>
            <p:spPr>
              <a:xfrm>
                <a:off x="3966125" y="4639507"/>
                <a:ext cx="792545" cy="167772"/>
              </a:xfrm>
              <a:custGeom>
                <a:avLst/>
                <a:gdLst>
                  <a:gd name="connsiteX0" fmla="*/ 0 w 716783"/>
                  <a:gd name="connsiteY0" fmla="*/ 0 h 151734"/>
                  <a:gd name="connsiteX1" fmla="*/ 716784 w 716783"/>
                  <a:gd name="connsiteY1" fmla="*/ 0 h 151734"/>
                  <a:gd name="connsiteX2" fmla="*/ 716784 w 716783"/>
                  <a:gd name="connsiteY2" fmla="*/ 151734 h 151734"/>
                  <a:gd name="connsiteX3" fmla="*/ 0 w 716783"/>
                  <a:gd name="connsiteY3" fmla="*/ 151734 h 151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151734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151734"/>
                    </a:lnTo>
                    <a:lnTo>
                      <a:pt x="0" y="151734"/>
                    </a:lnTo>
                    <a:close/>
                  </a:path>
                </a:pathLst>
              </a:custGeom>
              <a:solidFill>
                <a:srgbClr val="F4B545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9" name="任意多边形 388">
                <a:extLst>
                  <a:ext uri="{FF2B5EF4-FFF2-40B4-BE49-F238E27FC236}">
                    <a16:creationId xmlns:a16="http://schemas.microsoft.com/office/drawing/2014/main" id="{EA1978BA-AABA-DEA7-928A-4BEFFEBC67C5}"/>
                  </a:ext>
                </a:extLst>
              </p:cNvPr>
              <p:cNvSpPr/>
              <p:nvPr/>
            </p:nvSpPr>
            <p:spPr>
              <a:xfrm>
                <a:off x="4564885" y="4639546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0" name="任意多边形 389">
                <a:extLst>
                  <a:ext uri="{FF2B5EF4-FFF2-40B4-BE49-F238E27FC236}">
                    <a16:creationId xmlns:a16="http://schemas.microsoft.com/office/drawing/2014/main" id="{23DE52CA-19F8-2761-B341-972AEE11ED55}"/>
                  </a:ext>
                </a:extLst>
              </p:cNvPr>
              <p:cNvSpPr/>
              <p:nvPr/>
            </p:nvSpPr>
            <p:spPr>
              <a:xfrm>
                <a:off x="4388778" y="4639546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CE8E32">
                  <a:alpha val="3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1" name="任意多边形 390">
                <a:extLst>
                  <a:ext uri="{FF2B5EF4-FFF2-40B4-BE49-F238E27FC236}">
                    <a16:creationId xmlns:a16="http://schemas.microsoft.com/office/drawing/2014/main" id="{CC0962DB-D59E-12C9-F9FB-FB894E3D3621}"/>
                  </a:ext>
                </a:extLst>
              </p:cNvPr>
              <p:cNvSpPr/>
              <p:nvPr/>
            </p:nvSpPr>
            <p:spPr>
              <a:xfrm>
                <a:off x="3966125" y="4782964"/>
                <a:ext cx="792545" cy="24314"/>
              </a:xfrm>
              <a:custGeom>
                <a:avLst/>
                <a:gdLst>
                  <a:gd name="connsiteX0" fmla="*/ 0 w 716783"/>
                  <a:gd name="connsiteY0" fmla="*/ 0 h 21990"/>
                  <a:gd name="connsiteX1" fmla="*/ 716784 w 716783"/>
                  <a:gd name="connsiteY1" fmla="*/ 0 h 21990"/>
                  <a:gd name="connsiteX2" fmla="*/ 716784 w 716783"/>
                  <a:gd name="connsiteY2" fmla="*/ 21990 h 21990"/>
                  <a:gd name="connsiteX3" fmla="*/ 0 w 716783"/>
                  <a:gd name="connsiteY3" fmla="*/ 21990 h 21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21990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21990"/>
                    </a:lnTo>
                    <a:lnTo>
                      <a:pt x="0" y="21990"/>
                    </a:lnTo>
                    <a:close/>
                  </a:path>
                </a:pathLst>
              </a:custGeom>
              <a:solidFill>
                <a:srgbClr val="C46200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2" name="任意多边形 391">
                <a:extLst>
                  <a:ext uri="{FF2B5EF4-FFF2-40B4-BE49-F238E27FC236}">
                    <a16:creationId xmlns:a16="http://schemas.microsoft.com/office/drawing/2014/main" id="{56DAE0E0-5E84-F52D-4BEC-F0CA58DB7534}"/>
                  </a:ext>
                </a:extLst>
              </p:cNvPr>
              <p:cNvSpPr/>
              <p:nvPr/>
            </p:nvSpPr>
            <p:spPr>
              <a:xfrm>
                <a:off x="3966125" y="5646022"/>
                <a:ext cx="792545" cy="167733"/>
              </a:xfrm>
              <a:custGeom>
                <a:avLst/>
                <a:gdLst>
                  <a:gd name="connsiteX0" fmla="*/ 0 w 716783"/>
                  <a:gd name="connsiteY0" fmla="*/ 0 h 151699"/>
                  <a:gd name="connsiteX1" fmla="*/ 716784 w 716783"/>
                  <a:gd name="connsiteY1" fmla="*/ 0 h 151699"/>
                  <a:gd name="connsiteX2" fmla="*/ 716784 w 716783"/>
                  <a:gd name="connsiteY2" fmla="*/ 151699 h 151699"/>
                  <a:gd name="connsiteX3" fmla="*/ 0 w 716783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151699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F4B545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3" name="任意多边形 392">
                <a:extLst>
                  <a:ext uri="{FF2B5EF4-FFF2-40B4-BE49-F238E27FC236}">
                    <a16:creationId xmlns:a16="http://schemas.microsoft.com/office/drawing/2014/main" id="{7D2D9E5C-B382-BE02-31CF-A58F62536CEC}"/>
                  </a:ext>
                </a:extLst>
              </p:cNvPr>
              <p:cNvSpPr/>
              <p:nvPr/>
            </p:nvSpPr>
            <p:spPr>
              <a:xfrm>
                <a:off x="4564885" y="5646022"/>
                <a:ext cx="87494" cy="161248"/>
              </a:xfrm>
              <a:custGeom>
                <a:avLst/>
                <a:gdLst>
                  <a:gd name="connsiteX0" fmla="*/ 0 w 79130"/>
                  <a:gd name="connsiteY0" fmla="*/ 0 h 145834"/>
                  <a:gd name="connsiteX1" fmla="*/ 79131 w 79130"/>
                  <a:gd name="connsiteY1" fmla="*/ 0 h 145834"/>
                  <a:gd name="connsiteX2" fmla="*/ 79131 w 79130"/>
                  <a:gd name="connsiteY2" fmla="*/ 145835 h 145834"/>
                  <a:gd name="connsiteX3" fmla="*/ 0 w 79130"/>
                  <a:gd name="connsiteY3" fmla="*/ 145835 h 145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45834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45835"/>
                    </a:lnTo>
                    <a:lnTo>
                      <a:pt x="0" y="145835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4" name="任意多边形 393">
                <a:extLst>
                  <a:ext uri="{FF2B5EF4-FFF2-40B4-BE49-F238E27FC236}">
                    <a16:creationId xmlns:a16="http://schemas.microsoft.com/office/drawing/2014/main" id="{CA791A19-8808-46F4-5D92-C1C6DB18F692}"/>
                  </a:ext>
                </a:extLst>
              </p:cNvPr>
              <p:cNvSpPr/>
              <p:nvPr/>
            </p:nvSpPr>
            <p:spPr>
              <a:xfrm>
                <a:off x="4388778" y="5646022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CE8E32">
                  <a:alpha val="3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5" name="任意多边形 394">
                <a:extLst>
                  <a:ext uri="{FF2B5EF4-FFF2-40B4-BE49-F238E27FC236}">
                    <a16:creationId xmlns:a16="http://schemas.microsoft.com/office/drawing/2014/main" id="{293C24C4-7138-F0BD-89FC-FDDA25C60725}"/>
                  </a:ext>
                </a:extLst>
              </p:cNvPr>
              <p:cNvSpPr/>
              <p:nvPr/>
            </p:nvSpPr>
            <p:spPr>
              <a:xfrm>
                <a:off x="3966125" y="5789441"/>
                <a:ext cx="792545" cy="24314"/>
              </a:xfrm>
              <a:custGeom>
                <a:avLst/>
                <a:gdLst>
                  <a:gd name="connsiteX0" fmla="*/ 0 w 716783"/>
                  <a:gd name="connsiteY0" fmla="*/ 0 h 21990"/>
                  <a:gd name="connsiteX1" fmla="*/ 716784 w 716783"/>
                  <a:gd name="connsiteY1" fmla="*/ 0 h 21990"/>
                  <a:gd name="connsiteX2" fmla="*/ 716784 w 716783"/>
                  <a:gd name="connsiteY2" fmla="*/ 21991 h 21990"/>
                  <a:gd name="connsiteX3" fmla="*/ 0 w 716783"/>
                  <a:gd name="connsiteY3" fmla="*/ 21991 h 21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21990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21991"/>
                    </a:lnTo>
                    <a:lnTo>
                      <a:pt x="0" y="21991"/>
                    </a:lnTo>
                    <a:close/>
                  </a:path>
                </a:pathLst>
              </a:custGeom>
              <a:solidFill>
                <a:srgbClr val="C46200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6" name="任意多边形 395">
                <a:extLst>
                  <a:ext uri="{FF2B5EF4-FFF2-40B4-BE49-F238E27FC236}">
                    <a16:creationId xmlns:a16="http://schemas.microsoft.com/office/drawing/2014/main" id="{DAC6B970-201B-C28E-1767-59FAC05C47E7}"/>
                  </a:ext>
                </a:extLst>
              </p:cNvPr>
              <p:cNvSpPr/>
              <p:nvPr/>
            </p:nvSpPr>
            <p:spPr>
              <a:xfrm>
                <a:off x="5440333" y="3525312"/>
                <a:ext cx="1366781" cy="2284777"/>
              </a:xfrm>
              <a:custGeom>
                <a:avLst/>
                <a:gdLst>
                  <a:gd name="connsiteX0" fmla="*/ 586934 w 1236126"/>
                  <a:gd name="connsiteY0" fmla="*/ 2066080 h 2066368"/>
                  <a:gd name="connsiteX1" fmla="*/ -3143 w 1236126"/>
                  <a:gd name="connsiteY1" fmla="*/ 2066080 h 2066368"/>
                  <a:gd name="connsiteX2" fmla="*/ 765893 w 1236126"/>
                  <a:gd name="connsiteY2" fmla="*/ 1390136 h 2066368"/>
                  <a:gd name="connsiteX3" fmla="*/ 1025870 w 1236126"/>
                  <a:gd name="connsiteY3" fmla="*/ 385732 h 2066368"/>
                  <a:gd name="connsiteX4" fmla="*/ 959165 w 1236126"/>
                  <a:gd name="connsiteY4" fmla="*/ -288 h 2066368"/>
                  <a:gd name="connsiteX5" fmla="*/ 1220468 w 1236126"/>
                  <a:gd name="connsiteY5" fmla="*/ 697368 h 2066368"/>
                  <a:gd name="connsiteX6" fmla="*/ 586934 w 1236126"/>
                  <a:gd name="connsiteY6" fmla="*/ 2066080 h 2066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6126" h="2066368">
                    <a:moveTo>
                      <a:pt x="586934" y="2066080"/>
                    </a:moveTo>
                    <a:lnTo>
                      <a:pt x="-3143" y="2066080"/>
                    </a:lnTo>
                    <a:cubicBezTo>
                      <a:pt x="308666" y="1912252"/>
                      <a:pt x="581174" y="1683551"/>
                      <a:pt x="765893" y="1390136"/>
                    </a:cubicBezTo>
                    <a:cubicBezTo>
                      <a:pt x="953754" y="1090019"/>
                      <a:pt x="1044544" y="739289"/>
                      <a:pt x="1025870" y="385732"/>
                    </a:cubicBezTo>
                    <a:cubicBezTo>
                      <a:pt x="1018574" y="254920"/>
                      <a:pt x="996200" y="125389"/>
                      <a:pt x="959165" y="-288"/>
                    </a:cubicBezTo>
                    <a:cubicBezTo>
                      <a:pt x="1087827" y="191692"/>
                      <a:pt x="1189192" y="423709"/>
                      <a:pt x="1220468" y="697368"/>
                    </a:cubicBezTo>
                    <a:cubicBezTo>
                      <a:pt x="1293385" y="1336905"/>
                      <a:pt x="1043218" y="2066080"/>
                      <a:pt x="586934" y="2066080"/>
                    </a:cubicBezTo>
                    <a:close/>
                  </a:path>
                </a:pathLst>
              </a:custGeom>
              <a:solidFill>
                <a:srgbClr val="003889">
                  <a:alpha val="22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7" name="任意多边形 396">
                <a:extLst>
                  <a:ext uri="{FF2B5EF4-FFF2-40B4-BE49-F238E27FC236}">
                    <a16:creationId xmlns:a16="http://schemas.microsoft.com/office/drawing/2014/main" id="{FC04D2C2-FF4C-1ADD-65F5-2BB468EBA9B7}"/>
                  </a:ext>
                </a:extLst>
              </p:cNvPr>
              <p:cNvSpPr/>
              <p:nvPr/>
            </p:nvSpPr>
            <p:spPr>
              <a:xfrm>
                <a:off x="3598008" y="4407823"/>
                <a:ext cx="183210" cy="183171"/>
              </a:xfrm>
              <a:custGeom>
                <a:avLst/>
                <a:gdLst>
                  <a:gd name="connsiteX0" fmla="*/ 165696 w 165696"/>
                  <a:gd name="connsiteY0" fmla="*/ 82831 h 165661"/>
                  <a:gd name="connsiteX1" fmla="*/ 97282 w 165696"/>
                  <a:gd name="connsiteY1" fmla="*/ 97247 h 165661"/>
                  <a:gd name="connsiteX2" fmla="*/ 82866 w 165696"/>
                  <a:gd name="connsiteY2" fmla="*/ 165661 h 165661"/>
                  <a:gd name="connsiteX3" fmla="*/ 66006 w 165696"/>
                  <a:gd name="connsiteY3" fmla="*/ 99690 h 165661"/>
                  <a:gd name="connsiteX4" fmla="*/ 0 w 165696"/>
                  <a:gd name="connsiteY4" fmla="*/ 82831 h 165661"/>
                  <a:gd name="connsiteX5" fmla="*/ 62655 w 165696"/>
                  <a:gd name="connsiteY5" fmla="*/ 62620 h 165661"/>
                  <a:gd name="connsiteX6" fmla="*/ 82866 w 165696"/>
                  <a:gd name="connsiteY6" fmla="*/ 0 h 165661"/>
                  <a:gd name="connsiteX7" fmla="*/ 99481 w 165696"/>
                  <a:gd name="connsiteY7" fmla="*/ 66216 h 165661"/>
                  <a:gd name="connsiteX8" fmla="*/ 165696 w 165696"/>
                  <a:gd name="connsiteY8" fmla="*/ 82831 h 165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5696" h="165661">
                    <a:moveTo>
                      <a:pt x="165696" y="82831"/>
                    </a:moveTo>
                    <a:lnTo>
                      <a:pt x="97282" y="97247"/>
                    </a:lnTo>
                    <a:lnTo>
                      <a:pt x="82866" y="165661"/>
                    </a:lnTo>
                    <a:lnTo>
                      <a:pt x="66006" y="99690"/>
                    </a:lnTo>
                    <a:lnTo>
                      <a:pt x="0" y="82831"/>
                    </a:lnTo>
                    <a:lnTo>
                      <a:pt x="62655" y="62620"/>
                    </a:lnTo>
                    <a:lnTo>
                      <a:pt x="82866" y="0"/>
                    </a:lnTo>
                    <a:lnTo>
                      <a:pt x="99481" y="66216"/>
                    </a:lnTo>
                    <a:lnTo>
                      <a:pt x="165696" y="82831"/>
                    </a:lnTo>
                    <a:close/>
                  </a:path>
                </a:pathLst>
              </a:custGeom>
              <a:solidFill>
                <a:srgbClr val="FFCB48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8" name="任意多边形 397">
                <a:extLst>
                  <a:ext uri="{FF2B5EF4-FFF2-40B4-BE49-F238E27FC236}">
                    <a16:creationId xmlns:a16="http://schemas.microsoft.com/office/drawing/2014/main" id="{AD4668AA-ABA2-C94E-635B-E3C80201B647}"/>
                  </a:ext>
                </a:extLst>
              </p:cNvPr>
              <p:cNvSpPr/>
              <p:nvPr/>
            </p:nvSpPr>
            <p:spPr>
              <a:xfrm>
                <a:off x="3723595" y="5028907"/>
                <a:ext cx="650516" cy="806882"/>
              </a:xfrm>
              <a:custGeom>
                <a:avLst/>
                <a:gdLst>
                  <a:gd name="connsiteX0" fmla="*/ 290865 w 588331"/>
                  <a:gd name="connsiteY0" fmla="*/ 1792 h 729750"/>
                  <a:gd name="connsiteX1" fmla="*/ -3143 w 588331"/>
                  <a:gd name="connsiteY1" fmla="*/ 403204 h 729750"/>
                  <a:gd name="connsiteX2" fmla="*/ 291215 w 588331"/>
                  <a:gd name="connsiteY2" fmla="*/ 727371 h 729750"/>
                  <a:gd name="connsiteX3" fmla="*/ 585188 w 588331"/>
                  <a:gd name="connsiteY3" fmla="*/ 325959 h 729750"/>
                  <a:gd name="connsiteX4" fmla="*/ 290865 w 588331"/>
                  <a:gd name="connsiteY4" fmla="*/ 1792 h 72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8331" h="729750">
                    <a:moveTo>
                      <a:pt x="290865" y="1792"/>
                    </a:moveTo>
                    <a:cubicBezTo>
                      <a:pt x="128380" y="23119"/>
                      <a:pt x="-3248" y="202847"/>
                      <a:pt x="-3143" y="403204"/>
                    </a:cubicBezTo>
                    <a:cubicBezTo>
                      <a:pt x="-3039" y="603562"/>
                      <a:pt x="128764" y="748768"/>
                      <a:pt x="291215" y="727371"/>
                    </a:cubicBezTo>
                    <a:cubicBezTo>
                      <a:pt x="453665" y="705974"/>
                      <a:pt x="585293" y="526316"/>
                      <a:pt x="585188" y="325959"/>
                    </a:cubicBezTo>
                    <a:cubicBezTo>
                      <a:pt x="585083" y="125601"/>
                      <a:pt x="453315" y="-19535"/>
                      <a:pt x="290865" y="1792"/>
                    </a:cubicBezTo>
                    <a:close/>
                  </a:path>
                </a:pathLst>
              </a:custGeom>
              <a:solidFill>
                <a:srgbClr val="003889">
                  <a:alpha val="22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9" name="任意多边形 398">
                <a:extLst>
                  <a:ext uri="{FF2B5EF4-FFF2-40B4-BE49-F238E27FC236}">
                    <a16:creationId xmlns:a16="http://schemas.microsoft.com/office/drawing/2014/main" id="{B4ABE8F0-8133-88CA-57DC-CE4F5672093C}"/>
                  </a:ext>
                </a:extLst>
              </p:cNvPr>
              <p:cNvSpPr/>
              <p:nvPr/>
            </p:nvSpPr>
            <p:spPr>
              <a:xfrm>
                <a:off x="3641586" y="4994310"/>
                <a:ext cx="667060" cy="830738"/>
              </a:xfrm>
              <a:custGeom>
                <a:avLst/>
                <a:gdLst>
                  <a:gd name="connsiteX0" fmla="*/ 398439 w 603294"/>
                  <a:gd name="connsiteY0" fmla="*/ 26799 h 751325"/>
                  <a:gd name="connsiteX1" fmla="*/ 398439 w 603294"/>
                  <a:gd name="connsiteY1" fmla="*/ 26799 h 751325"/>
                  <a:gd name="connsiteX2" fmla="*/ 295258 w 603294"/>
                  <a:gd name="connsiteY2" fmla="*/ -288 h 751325"/>
                  <a:gd name="connsiteX3" fmla="*/ 286672 w 603294"/>
                  <a:gd name="connsiteY3" fmla="*/ 28893 h 751325"/>
                  <a:gd name="connsiteX4" fmla="*/ 1878 w 603294"/>
                  <a:gd name="connsiteY4" fmla="*/ 379937 h 751325"/>
                  <a:gd name="connsiteX5" fmla="*/ 92109 w 603294"/>
                  <a:gd name="connsiteY5" fmla="*/ 689549 h 751325"/>
                  <a:gd name="connsiteX6" fmla="*/ 84360 w 603294"/>
                  <a:gd name="connsiteY6" fmla="*/ 715902 h 751325"/>
                  <a:gd name="connsiteX7" fmla="*/ 187401 w 603294"/>
                  <a:gd name="connsiteY7" fmla="*/ 742849 h 751325"/>
                  <a:gd name="connsiteX8" fmla="*/ 187401 w 603294"/>
                  <a:gd name="connsiteY8" fmla="*/ 742849 h 751325"/>
                  <a:gd name="connsiteX9" fmla="*/ 244017 w 603294"/>
                  <a:gd name="connsiteY9" fmla="*/ 750982 h 751325"/>
                  <a:gd name="connsiteX10" fmla="*/ 595131 w 603294"/>
                  <a:gd name="connsiteY10" fmla="*/ 392503 h 751325"/>
                  <a:gd name="connsiteX11" fmla="*/ 398439 w 603294"/>
                  <a:gd name="connsiteY11" fmla="*/ 26799 h 751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3294" h="751325">
                    <a:moveTo>
                      <a:pt x="398439" y="26799"/>
                    </a:moveTo>
                    <a:lnTo>
                      <a:pt x="398439" y="26799"/>
                    </a:lnTo>
                    <a:lnTo>
                      <a:pt x="295258" y="-288"/>
                    </a:lnTo>
                    <a:lnTo>
                      <a:pt x="286672" y="28893"/>
                    </a:lnTo>
                    <a:cubicBezTo>
                      <a:pt x="148690" y="62542"/>
                      <a:pt x="27882" y="205968"/>
                      <a:pt x="1878" y="379937"/>
                    </a:cubicBezTo>
                    <a:cubicBezTo>
                      <a:pt x="-17355" y="508633"/>
                      <a:pt x="19924" y="622914"/>
                      <a:pt x="92109" y="689549"/>
                    </a:cubicBezTo>
                    <a:lnTo>
                      <a:pt x="84360" y="715902"/>
                    </a:lnTo>
                    <a:lnTo>
                      <a:pt x="187401" y="742849"/>
                    </a:lnTo>
                    <a:lnTo>
                      <a:pt x="187401" y="742849"/>
                    </a:lnTo>
                    <a:cubicBezTo>
                      <a:pt x="205865" y="747876"/>
                      <a:pt x="224889" y="750598"/>
                      <a:pt x="244017" y="750982"/>
                    </a:cubicBezTo>
                    <a:cubicBezTo>
                      <a:pt x="407828" y="754473"/>
                      <a:pt x="565148" y="593908"/>
                      <a:pt x="595131" y="392503"/>
                    </a:cubicBezTo>
                    <a:cubicBezTo>
                      <a:pt x="622357" y="210262"/>
                      <a:pt x="536316" y="56992"/>
                      <a:pt x="398439" y="26799"/>
                    </a:cubicBezTo>
                    <a:close/>
                  </a:path>
                </a:pathLst>
              </a:custGeom>
              <a:solidFill>
                <a:srgbClr val="E29423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0" name="任意多边形 399">
                <a:extLst>
                  <a:ext uri="{FF2B5EF4-FFF2-40B4-BE49-F238E27FC236}">
                    <a16:creationId xmlns:a16="http://schemas.microsoft.com/office/drawing/2014/main" id="{99F3F0B4-B7C7-5C19-2456-971FF7B54616}"/>
                  </a:ext>
                </a:extLst>
              </p:cNvPr>
              <p:cNvSpPr/>
              <p:nvPr/>
            </p:nvSpPr>
            <p:spPr>
              <a:xfrm>
                <a:off x="3518719" y="4986259"/>
                <a:ext cx="667056" cy="806715"/>
              </a:xfrm>
              <a:custGeom>
                <a:avLst/>
                <a:gdLst>
                  <a:gd name="connsiteX0" fmla="*/ 353045 w 603290"/>
                  <a:gd name="connsiteY0" fmla="*/ -232 h 729599"/>
                  <a:gd name="connsiteX1" fmla="*/ 1862 w 603290"/>
                  <a:gd name="connsiteY1" fmla="*/ 358282 h 729599"/>
                  <a:gd name="connsiteX2" fmla="*/ 244000 w 603290"/>
                  <a:gd name="connsiteY2" fmla="*/ 729257 h 729599"/>
                  <a:gd name="connsiteX3" fmla="*/ 595150 w 603290"/>
                  <a:gd name="connsiteY3" fmla="*/ 370778 h 729599"/>
                  <a:gd name="connsiteX4" fmla="*/ 353045 w 603290"/>
                  <a:gd name="connsiteY4" fmla="*/ -232 h 729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3290" h="729599">
                    <a:moveTo>
                      <a:pt x="353045" y="-232"/>
                    </a:moveTo>
                    <a:cubicBezTo>
                      <a:pt x="189199" y="-3723"/>
                      <a:pt x="31915" y="156843"/>
                      <a:pt x="1862" y="358282"/>
                    </a:cubicBezTo>
                    <a:cubicBezTo>
                      <a:pt x="-28192" y="559722"/>
                      <a:pt x="80189" y="725802"/>
                      <a:pt x="244000" y="729257"/>
                    </a:cubicBezTo>
                    <a:cubicBezTo>
                      <a:pt x="407812" y="732713"/>
                      <a:pt x="565131" y="572183"/>
                      <a:pt x="595150" y="370778"/>
                    </a:cubicBezTo>
                    <a:cubicBezTo>
                      <a:pt x="625168" y="169374"/>
                      <a:pt x="516856" y="3224"/>
                      <a:pt x="353045" y="-232"/>
                    </a:cubicBezTo>
                    <a:close/>
                  </a:path>
                </a:pathLst>
              </a:custGeom>
              <a:solidFill>
                <a:srgbClr val="FFCB48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1" name="任意多边形 400">
                <a:extLst>
                  <a:ext uri="{FF2B5EF4-FFF2-40B4-BE49-F238E27FC236}">
                    <a16:creationId xmlns:a16="http://schemas.microsoft.com/office/drawing/2014/main" id="{CD8A433F-FC95-0662-4F6D-D7709D0F8502}"/>
                  </a:ext>
                </a:extLst>
              </p:cNvPr>
              <p:cNvSpPr/>
              <p:nvPr/>
            </p:nvSpPr>
            <p:spPr>
              <a:xfrm>
                <a:off x="3689631" y="5177095"/>
                <a:ext cx="296987" cy="425210"/>
              </a:xfrm>
              <a:custGeom>
                <a:avLst/>
                <a:gdLst>
                  <a:gd name="connsiteX0" fmla="*/ 163810 w 268597"/>
                  <a:gd name="connsiteY0" fmla="*/ -253 h 384563"/>
                  <a:gd name="connsiteX1" fmla="*/ 78919 w 268597"/>
                  <a:gd name="connsiteY1" fmla="*/ 32209 h 384563"/>
                  <a:gd name="connsiteX2" fmla="*/ 37033 w 268597"/>
                  <a:gd name="connsiteY2" fmla="*/ 115458 h 384563"/>
                  <a:gd name="connsiteX3" fmla="*/ 50507 w 268597"/>
                  <a:gd name="connsiteY3" fmla="*/ 190680 h 384563"/>
                  <a:gd name="connsiteX4" fmla="*/ 127019 w 268597"/>
                  <a:gd name="connsiteY4" fmla="*/ 232741 h 384563"/>
                  <a:gd name="connsiteX5" fmla="*/ 166428 w 268597"/>
                  <a:gd name="connsiteY5" fmla="*/ 250543 h 384563"/>
                  <a:gd name="connsiteX6" fmla="*/ 173409 w 268597"/>
                  <a:gd name="connsiteY6" fmla="*/ 276198 h 384563"/>
                  <a:gd name="connsiteX7" fmla="*/ 157282 w 268597"/>
                  <a:gd name="connsiteY7" fmla="*/ 303669 h 384563"/>
                  <a:gd name="connsiteX8" fmla="*/ 119200 w 268597"/>
                  <a:gd name="connsiteY8" fmla="*/ 314524 h 384563"/>
                  <a:gd name="connsiteX9" fmla="*/ 65376 w 268597"/>
                  <a:gd name="connsiteY9" fmla="*/ 261014 h 384563"/>
                  <a:gd name="connsiteX10" fmla="*/ -3143 w 268597"/>
                  <a:gd name="connsiteY10" fmla="*/ 277943 h 384563"/>
                  <a:gd name="connsiteX11" fmla="*/ 28446 w 268597"/>
                  <a:gd name="connsiteY11" fmla="*/ 356306 h 384563"/>
                  <a:gd name="connsiteX12" fmla="*/ 103912 w 268597"/>
                  <a:gd name="connsiteY12" fmla="*/ 384230 h 384563"/>
                  <a:gd name="connsiteX13" fmla="*/ 203218 w 268597"/>
                  <a:gd name="connsiteY13" fmla="*/ 349325 h 384563"/>
                  <a:gd name="connsiteX14" fmla="*/ 247897 w 268597"/>
                  <a:gd name="connsiteY14" fmla="*/ 262585 h 384563"/>
                  <a:gd name="connsiteX15" fmla="*/ 241858 w 268597"/>
                  <a:gd name="connsiteY15" fmla="*/ 203944 h 384563"/>
                  <a:gd name="connsiteX16" fmla="*/ 211246 w 268597"/>
                  <a:gd name="connsiteY16" fmla="*/ 165373 h 384563"/>
                  <a:gd name="connsiteX17" fmla="*/ 146810 w 268597"/>
                  <a:gd name="connsiteY17" fmla="*/ 140695 h 384563"/>
                  <a:gd name="connsiteX18" fmla="*/ 113615 w 268597"/>
                  <a:gd name="connsiteY18" fmla="*/ 123801 h 384563"/>
                  <a:gd name="connsiteX19" fmla="*/ 109148 w 268597"/>
                  <a:gd name="connsiteY19" fmla="*/ 100938 h 384563"/>
                  <a:gd name="connsiteX20" fmla="*/ 156270 w 268597"/>
                  <a:gd name="connsiteY20" fmla="*/ 68232 h 384563"/>
                  <a:gd name="connsiteX21" fmla="*/ 201298 w 268597"/>
                  <a:gd name="connsiteY21" fmla="*/ 113609 h 384563"/>
                  <a:gd name="connsiteX22" fmla="*/ 265454 w 268597"/>
                  <a:gd name="connsiteY22" fmla="*/ 90047 h 384563"/>
                  <a:gd name="connsiteX23" fmla="*/ 163810 w 268597"/>
                  <a:gd name="connsiteY23" fmla="*/ -79 h 384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8597" h="384563">
                    <a:moveTo>
                      <a:pt x="163810" y="-253"/>
                    </a:moveTo>
                    <a:cubicBezTo>
                      <a:pt x="130230" y="-986"/>
                      <a:pt x="101922" y="9835"/>
                      <a:pt x="78919" y="32209"/>
                    </a:cubicBezTo>
                    <a:cubicBezTo>
                      <a:pt x="55986" y="54444"/>
                      <a:pt x="41221" y="83764"/>
                      <a:pt x="37033" y="115458"/>
                    </a:cubicBezTo>
                    <a:cubicBezTo>
                      <a:pt x="32146" y="148200"/>
                      <a:pt x="36649" y="173262"/>
                      <a:pt x="50507" y="190680"/>
                    </a:cubicBezTo>
                    <a:cubicBezTo>
                      <a:pt x="64364" y="208098"/>
                      <a:pt x="89880" y="222095"/>
                      <a:pt x="127019" y="232741"/>
                    </a:cubicBezTo>
                    <a:cubicBezTo>
                      <a:pt x="146915" y="238431"/>
                      <a:pt x="160040" y="244399"/>
                      <a:pt x="166428" y="250543"/>
                    </a:cubicBezTo>
                    <a:cubicBezTo>
                      <a:pt x="172816" y="256686"/>
                      <a:pt x="175119" y="265273"/>
                      <a:pt x="173409" y="276198"/>
                    </a:cubicBezTo>
                    <a:cubicBezTo>
                      <a:pt x="171733" y="287089"/>
                      <a:pt x="165973" y="296897"/>
                      <a:pt x="157282" y="303669"/>
                    </a:cubicBezTo>
                    <a:cubicBezTo>
                      <a:pt x="148137" y="311243"/>
                      <a:pt x="135431" y="314873"/>
                      <a:pt x="119200" y="314524"/>
                    </a:cubicBezTo>
                    <a:cubicBezTo>
                      <a:pt x="85482" y="313791"/>
                      <a:pt x="67540" y="295955"/>
                      <a:pt x="65376" y="261014"/>
                    </a:cubicBezTo>
                    <a:lnTo>
                      <a:pt x="-3143" y="277943"/>
                    </a:lnTo>
                    <a:cubicBezTo>
                      <a:pt x="-1328" y="312360"/>
                      <a:pt x="9213" y="338469"/>
                      <a:pt x="28446" y="356306"/>
                    </a:cubicBezTo>
                    <a:cubicBezTo>
                      <a:pt x="47679" y="374143"/>
                      <a:pt x="72846" y="383428"/>
                      <a:pt x="103912" y="384230"/>
                    </a:cubicBezTo>
                    <a:cubicBezTo>
                      <a:pt x="145345" y="385103"/>
                      <a:pt x="178435" y="373480"/>
                      <a:pt x="203218" y="349325"/>
                    </a:cubicBezTo>
                    <a:cubicBezTo>
                      <a:pt x="227407" y="326252"/>
                      <a:pt x="243150" y="295675"/>
                      <a:pt x="247897" y="262585"/>
                    </a:cubicBezTo>
                    <a:cubicBezTo>
                      <a:pt x="251283" y="242863"/>
                      <a:pt x="249188" y="222583"/>
                      <a:pt x="241858" y="203944"/>
                    </a:cubicBezTo>
                    <a:cubicBezTo>
                      <a:pt x="234633" y="186352"/>
                      <a:pt x="224440" y="173506"/>
                      <a:pt x="211246" y="165373"/>
                    </a:cubicBezTo>
                    <a:cubicBezTo>
                      <a:pt x="198052" y="157240"/>
                      <a:pt x="176585" y="149037"/>
                      <a:pt x="146810" y="140695"/>
                    </a:cubicBezTo>
                    <a:cubicBezTo>
                      <a:pt x="129009" y="135704"/>
                      <a:pt x="117943" y="130049"/>
                      <a:pt x="113615" y="123801"/>
                    </a:cubicBezTo>
                    <a:cubicBezTo>
                      <a:pt x="109217" y="117064"/>
                      <a:pt x="107612" y="108862"/>
                      <a:pt x="109148" y="100938"/>
                    </a:cubicBezTo>
                    <a:cubicBezTo>
                      <a:pt x="112499" y="78563"/>
                      <a:pt x="128206" y="67673"/>
                      <a:pt x="156270" y="68232"/>
                    </a:cubicBezTo>
                    <a:cubicBezTo>
                      <a:pt x="182588" y="68790"/>
                      <a:pt x="197598" y="83904"/>
                      <a:pt x="201298" y="113609"/>
                    </a:cubicBezTo>
                    <a:lnTo>
                      <a:pt x="265454" y="90047"/>
                    </a:lnTo>
                    <a:cubicBezTo>
                      <a:pt x="257182" y="31231"/>
                      <a:pt x="223324" y="1213"/>
                      <a:pt x="163810" y="-79"/>
                    </a:cubicBezTo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2" name="任意多边形 401">
                <a:extLst>
                  <a:ext uri="{FF2B5EF4-FFF2-40B4-BE49-F238E27FC236}">
                    <a16:creationId xmlns:a16="http://schemas.microsoft.com/office/drawing/2014/main" id="{186C8F46-0D09-BC7C-8A79-86940760E014}"/>
                  </a:ext>
                </a:extLst>
              </p:cNvPr>
              <p:cNvSpPr/>
              <p:nvPr/>
            </p:nvSpPr>
            <p:spPr>
              <a:xfrm>
                <a:off x="3577266" y="5060257"/>
                <a:ext cx="492293" cy="580400"/>
              </a:xfrm>
              <a:custGeom>
                <a:avLst/>
                <a:gdLst>
                  <a:gd name="connsiteX0" fmla="*/ 287738 w 445233"/>
                  <a:gd name="connsiteY0" fmla="*/ -243 h 524918"/>
                  <a:gd name="connsiteX1" fmla="*/ 990 w 445233"/>
                  <a:gd name="connsiteY1" fmla="*/ 292474 h 524918"/>
                  <a:gd name="connsiteX2" fmla="*/ 55199 w 445233"/>
                  <a:gd name="connsiteY2" fmla="*/ 524630 h 524918"/>
                  <a:gd name="connsiteX3" fmla="*/ 55199 w 445233"/>
                  <a:gd name="connsiteY3" fmla="*/ 524630 h 524918"/>
                  <a:gd name="connsiteX4" fmla="*/ 11741 w 445233"/>
                  <a:gd name="connsiteY4" fmla="*/ 306646 h 524918"/>
                  <a:gd name="connsiteX5" fmla="*/ 298454 w 445233"/>
                  <a:gd name="connsiteY5" fmla="*/ 13928 h 524918"/>
                  <a:gd name="connsiteX6" fmla="*/ 442090 w 445233"/>
                  <a:gd name="connsiteY6" fmla="*/ 84857 h 524918"/>
                  <a:gd name="connsiteX7" fmla="*/ 287738 w 445233"/>
                  <a:gd name="connsiteY7" fmla="*/ -243 h 52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5233" h="524918">
                    <a:moveTo>
                      <a:pt x="287738" y="-243"/>
                    </a:moveTo>
                    <a:cubicBezTo>
                      <a:pt x="153946" y="-3070"/>
                      <a:pt x="25599" y="128000"/>
                      <a:pt x="990" y="292474"/>
                    </a:cubicBezTo>
                    <a:cubicBezTo>
                      <a:pt x="-12972" y="385288"/>
                      <a:pt x="9262" y="468886"/>
                      <a:pt x="55199" y="524630"/>
                    </a:cubicBezTo>
                    <a:lnTo>
                      <a:pt x="55199" y="524630"/>
                    </a:lnTo>
                    <a:cubicBezTo>
                      <a:pt x="16628" y="469375"/>
                      <a:pt x="-1000" y="391990"/>
                      <a:pt x="11741" y="306646"/>
                    </a:cubicBezTo>
                    <a:cubicBezTo>
                      <a:pt x="36175" y="142171"/>
                      <a:pt x="164697" y="11136"/>
                      <a:pt x="298454" y="13928"/>
                    </a:cubicBezTo>
                    <a:cubicBezTo>
                      <a:pt x="356816" y="15185"/>
                      <a:pt x="406661" y="41853"/>
                      <a:pt x="442090" y="84857"/>
                    </a:cubicBezTo>
                    <a:cubicBezTo>
                      <a:pt x="406243" y="33371"/>
                      <a:pt x="352243" y="1083"/>
                      <a:pt x="287738" y="-243"/>
                    </a:cubicBezTo>
                  </a:path>
                </a:pathLst>
              </a:custGeom>
              <a:solidFill>
                <a:srgbClr val="E29423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3" name="任意多边形 402">
                <a:extLst>
                  <a:ext uri="{FF2B5EF4-FFF2-40B4-BE49-F238E27FC236}">
                    <a16:creationId xmlns:a16="http://schemas.microsoft.com/office/drawing/2014/main" id="{55456C60-45DF-3CCC-18B7-E32F07B2987F}"/>
                  </a:ext>
                </a:extLst>
              </p:cNvPr>
              <p:cNvSpPr/>
              <p:nvPr/>
            </p:nvSpPr>
            <p:spPr>
              <a:xfrm>
                <a:off x="5245236" y="5202297"/>
                <a:ext cx="279079" cy="607792"/>
              </a:xfrm>
              <a:custGeom>
                <a:avLst/>
                <a:gdLst>
                  <a:gd name="connsiteX0" fmla="*/ 252401 w 252401"/>
                  <a:gd name="connsiteY0" fmla="*/ 549691 h 549691"/>
                  <a:gd name="connsiteX1" fmla="*/ 0 w 252401"/>
                  <a:gd name="connsiteY1" fmla="*/ 549691 h 549691"/>
                  <a:gd name="connsiteX2" fmla="*/ 0 w 252401"/>
                  <a:gd name="connsiteY2" fmla="*/ 75849 h 549691"/>
                  <a:gd name="connsiteX3" fmla="*/ 153060 w 252401"/>
                  <a:gd name="connsiteY3" fmla="*/ 0 h 549691"/>
                  <a:gd name="connsiteX4" fmla="*/ 252401 w 252401"/>
                  <a:gd name="connsiteY4" fmla="*/ 549691 h 549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401" h="549691">
                    <a:moveTo>
                      <a:pt x="252401" y="549691"/>
                    </a:moveTo>
                    <a:lnTo>
                      <a:pt x="0" y="549691"/>
                    </a:lnTo>
                    <a:lnTo>
                      <a:pt x="0" y="75849"/>
                    </a:lnTo>
                    <a:lnTo>
                      <a:pt x="153060" y="0"/>
                    </a:lnTo>
                    <a:lnTo>
                      <a:pt x="252401" y="549691"/>
                    </a:lnTo>
                    <a:close/>
                  </a:path>
                </a:pathLst>
              </a:custGeom>
              <a:solidFill>
                <a:srgbClr val="003889">
                  <a:alpha val="22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4" name="任意多边形 403">
                <a:extLst>
                  <a:ext uri="{FF2B5EF4-FFF2-40B4-BE49-F238E27FC236}">
                    <a16:creationId xmlns:a16="http://schemas.microsoft.com/office/drawing/2014/main" id="{F914096E-CAB7-4554-D4AB-C76FBE3B3C83}"/>
                  </a:ext>
                </a:extLst>
              </p:cNvPr>
              <p:cNvSpPr/>
              <p:nvPr/>
            </p:nvSpPr>
            <p:spPr>
              <a:xfrm>
                <a:off x="3997696" y="5549844"/>
                <a:ext cx="143726" cy="143726"/>
              </a:xfrm>
              <a:custGeom>
                <a:avLst/>
                <a:gdLst>
                  <a:gd name="connsiteX0" fmla="*/ 129988 w 129987"/>
                  <a:gd name="connsiteY0" fmla="*/ 64994 h 129987"/>
                  <a:gd name="connsiteX1" fmla="*/ 76303 w 129987"/>
                  <a:gd name="connsiteY1" fmla="*/ 76303 h 129987"/>
                  <a:gd name="connsiteX2" fmla="*/ 64994 w 129987"/>
                  <a:gd name="connsiteY2" fmla="*/ 129988 h 129987"/>
                  <a:gd name="connsiteX3" fmla="*/ 51800 w 129987"/>
                  <a:gd name="connsiteY3" fmla="*/ 78223 h 129987"/>
                  <a:gd name="connsiteX4" fmla="*/ 0 w 129987"/>
                  <a:gd name="connsiteY4" fmla="*/ 64994 h 129987"/>
                  <a:gd name="connsiteX5" fmla="*/ 49147 w 129987"/>
                  <a:gd name="connsiteY5" fmla="*/ 49147 h 129987"/>
                  <a:gd name="connsiteX6" fmla="*/ 64994 w 129987"/>
                  <a:gd name="connsiteY6" fmla="*/ 0 h 129987"/>
                  <a:gd name="connsiteX7" fmla="*/ 78049 w 129987"/>
                  <a:gd name="connsiteY7" fmla="*/ 51939 h 129987"/>
                  <a:gd name="connsiteX8" fmla="*/ 129988 w 129987"/>
                  <a:gd name="connsiteY8" fmla="*/ 64994 h 129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987" h="129987">
                    <a:moveTo>
                      <a:pt x="129988" y="64994"/>
                    </a:moveTo>
                    <a:lnTo>
                      <a:pt x="76303" y="76303"/>
                    </a:lnTo>
                    <a:lnTo>
                      <a:pt x="64994" y="129988"/>
                    </a:lnTo>
                    <a:lnTo>
                      <a:pt x="51800" y="78223"/>
                    </a:lnTo>
                    <a:lnTo>
                      <a:pt x="0" y="64994"/>
                    </a:lnTo>
                    <a:lnTo>
                      <a:pt x="49147" y="49147"/>
                    </a:lnTo>
                    <a:lnTo>
                      <a:pt x="64994" y="0"/>
                    </a:lnTo>
                    <a:lnTo>
                      <a:pt x="78049" y="51939"/>
                    </a:lnTo>
                    <a:lnTo>
                      <a:pt x="129988" y="64994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5" name="任意多边形 404">
                <a:extLst>
                  <a:ext uri="{FF2B5EF4-FFF2-40B4-BE49-F238E27FC236}">
                    <a16:creationId xmlns:a16="http://schemas.microsoft.com/office/drawing/2014/main" id="{70CBB19E-0E0F-434E-0CE0-BF1DA243F092}"/>
                  </a:ext>
                </a:extLst>
              </p:cNvPr>
              <p:cNvSpPr/>
              <p:nvPr/>
            </p:nvSpPr>
            <p:spPr>
              <a:xfrm>
                <a:off x="4521158" y="5705575"/>
                <a:ext cx="792545" cy="167733"/>
              </a:xfrm>
              <a:custGeom>
                <a:avLst/>
                <a:gdLst>
                  <a:gd name="connsiteX0" fmla="*/ 0 w 716783"/>
                  <a:gd name="connsiteY0" fmla="*/ 0 h 151699"/>
                  <a:gd name="connsiteX1" fmla="*/ 716784 w 716783"/>
                  <a:gd name="connsiteY1" fmla="*/ 0 h 151699"/>
                  <a:gd name="connsiteX2" fmla="*/ 716784 w 716783"/>
                  <a:gd name="connsiteY2" fmla="*/ 151699 h 151699"/>
                  <a:gd name="connsiteX3" fmla="*/ 0 w 716783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151699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B0CBEA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6" name="任意多边形 405">
                <a:extLst>
                  <a:ext uri="{FF2B5EF4-FFF2-40B4-BE49-F238E27FC236}">
                    <a16:creationId xmlns:a16="http://schemas.microsoft.com/office/drawing/2014/main" id="{895E9013-8881-FEE4-0FAD-27D9F703A915}"/>
                  </a:ext>
                </a:extLst>
              </p:cNvPr>
              <p:cNvSpPr/>
              <p:nvPr/>
            </p:nvSpPr>
            <p:spPr>
              <a:xfrm>
                <a:off x="5119919" y="5705575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7" name="任意多边形 406">
                <a:extLst>
                  <a:ext uri="{FF2B5EF4-FFF2-40B4-BE49-F238E27FC236}">
                    <a16:creationId xmlns:a16="http://schemas.microsoft.com/office/drawing/2014/main" id="{C4795E60-BD89-D544-9491-DE5B1BD08C34}"/>
                  </a:ext>
                </a:extLst>
              </p:cNvPr>
              <p:cNvSpPr/>
              <p:nvPr/>
            </p:nvSpPr>
            <p:spPr>
              <a:xfrm>
                <a:off x="4943810" y="5705575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003889">
                  <a:alpha val="2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8" name="任意多边形 407">
                <a:extLst>
                  <a:ext uri="{FF2B5EF4-FFF2-40B4-BE49-F238E27FC236}">
                    <a16:creationId xmlns:a16="http://schemas.microsoft.com/office/drawing/2014/main" id="{B3B3EC58-DA9F-80E2-76AC-543B48B81E15}"/>
                  </a:ext>
                </a:extLst>
              </p:cNvPr>
              <p:cNvSpPr/>
              <p:nvPr/>
            </p:nvSpPr>
            <p:spPr>
              <a:xfrm>
                <a:off x="4521158" y="5848992"/>
                <a:ext cx="792545" cy="24314"/>
              </a:xfrm>
              <a:custGeom>
                <a:avLst/>
                <a:gdLst>
                  <a:gd name="connsiteX0" fmla="*/ 0 w 716783"/>
                  <a:gd name="connsiteY0" fmla="*/ 0 h 21990"/>
                  <a:gd name="connsiteX1" fmla="*/ 716784 w 716783"/>
                  <a:gd name="connsiteY1" fmla="*/ 0 h 21990"/>
                  <a:gd name="connsiteX2" fmla="*/ 716784 w 716783"/>
                  <a:gd name="connsiteY2" fmla="*/ 21991 h 21990"/>
                  <a:gd name="connsiteX3" fmla="*/ 0 w 716783"/>
                  <a:gd name="connsiteY3" fmla="*/ 21991 h 21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21990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21991"/>
                    </a:lnTo>
                    <a:lnTo>
                      <a:pt x="0" y="21991"/>
                    </a:lnTo>
                    <a:close/>
                  </a:path>
                </a:pathLst>
              </a:custGeom>
              <a:solidFill>
                <a:srgbClr val="003889">
                  <a:alpha val="2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9" name="任意多边形 408">
                <a:extLst>
                  <a:ext uri="{FF2B5EF4-FFF2-40B4-BE49-F238E27FC236}">
                    <a16:creationId xmlns:a16="http://schemas.microsoft.com/office/drawing/2014/main" id="{82FCA6B9-A0D9-2098-B62D-F7F049105077}"/>
                  </a:ext>
                </a:extLst>
              </p:cNvPr>
              <p:cNvSpPr/>
              <p:nvPr/>
            </p:nvSpPr>
            <p:spPr>
              <a:xfrm>
                <a:off x="4591246" y="5537840"/>
                <a:ext cx="792545" cy="167733"/>
              </a:xfrm>
              <a:custGeom>
                <a:avLst/>
                <a:gdLst>
                  <a:gd name="connsiteX0" fmla="*/ 0 w 716783"/>
                  <a:gd name="connsiteY0" fmla="*/ 0 h 151699"/>
                  <a:gd name="connsiteX1" fmla="*/ 716784 w 716783"/>
                  <a:gd name="connsiteY1" fmla="*/ 0 h 151699"/>
                  <a:gd name="connsiteX2" fmla="*/ 716784 w 716783"/>
                  <a:gd name="connsiteY2" fmla="*/ 151699 h 151699"/>
                  <a:gd name="connsiteX3" fmla="*/ 0 w 716783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151699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B0CBEA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0" name="任意多边形 409">
                <a:extLst>
                  <a:ext uri="{FF2B5EF4-FFF2-40B4-BE49-F238E27FC236}">
                    <a16:creationId xmlns:a16="http://schemas.microsoft.com/office/drawing/2014/main" id="{0ECD2523-2962-00A5-73D1-6C1CCCF3B7CA}"/>
                  </a:ext>
                </a:extLst>
              </p:cNvPr>
              <p:cNvSpPr/>
              <p:nvPr/>
            </p:nvSpPr>
            <p:spPr>
              <a:xfrm>
                <a:off x="5190006" y="5537840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1" name="任意多边形 410">
                <a:extLst>
                  <a:ext uri="{FF2B5EF4-FFF2-40B4-BE49-F238E27FC236}">
                    <a16:creationId xmlns:a16="http://schemas.microsoft.com/office/drawing/2014/main" id="{C5E3DED2-0C80-2890-AF0F-647F1E3030FD}"/>
                  </a:ext>
                </a:extLst>
              </p:cNvPr>
              <p:cNvSpPr/>
              <p:nvPr/>
            </p:nvSpPr>
            <p:spPr>
              <a:xfrm>
                <a:off x="5013936" y="5537840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003889">
                  <a:alpha val="2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2" name="任意多边形 411">
                <a:extLst>
                  <a:ext uri="{FF2B5EF4-FFF2-40B4-BE49-F238E27FC236}">
                    <a16:creationId xmlns:a16="http://schemas.microsoft.com/office/drawing/2014/main" id="{122144AE-E65F-62FA-F96F-756448808C3F}"/>
                  </a:ext>
                </a:extLst>
              </p:cNvPr>
              <p:cNvSpPr/>
              <p:nvPr/>
            </p:nvSpPr>
            <p:spPr>
              <a:xfrm>
                <a:off x="4591246" y="5681259"/>
                <a:ext cx="792545" cy="24314"/>
              </a:xfrm>
              <a:custGeom>
                <a:avLst/>
                <a:gdLst>
                  <a:gd name="connsiteX0" fmla="*/ 0 w 716783"/>
                  <a:gd name="connsiteY0" fmla="*/ 0 h 21990"/>
                  <a:gd name="connsiteX1" fmla="*/ 716784 w 716783"/>
                  <a:gd name="connsiteY1" fmla="*/ 0 h 21990"/>
                  <a:gd name="connsiteX2" fmla="*/ 716784 w 716783"/>
                  <a:gd name="connsiteY2" fmla="*/ 21990 h 21990"/>
                  <a:gd name="connsiteX3" fmla="*/ 0 w 716783"/>
                  <a:gd name="connsiteY3" fmla="*/ 21990 h 21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21990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21990"/>
                    </a:lnTo>
                    <a:lnTo>
                      <a:pt x="0" y="21990"/>
                    </a:lnTo>
                    <a:close/>
                  </a:path>
                </a:pathLst>
              </a:custGeom>
              <a:solidFill>
                <a:srgbClr val="003889">
                  <a:alpha val="2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3" name="任意多边形 412">
                <a:extLst>
                  <a:ext uri="{FF2B5EF4-FFF2-40B4-BE49-F238E27FC236}">
                    <a16:creationId xmlns:a16="http://schemas.microsoft.com/office/drawing/2014/main" id="{E375FDD9-8F47-5EFE-FE18-325E7E6BE5D6}"/>
                  </a:ext>
                </a:extLst>
              </p:cNvPr>
              <p:cNvSpPr/>
              <p:nvPr/>
            </p:nvSpPr>
            <p:spPr>
              <a:xfrm>
                <a:off x="4558981" y="5370107"/>
                <a:ext cx="792545" cy="167733"/>
              </a:xfrm>
              <a:custGeom>
                <a:avLst/>
                <a:gdLst>
                  <a:gd name="connsiteX0" fmla="*/ 0 w 716783"/>
                  <a:gd name="connsiteY0" fmla="*/ 0 h 151699"/>
                  <a:gd name="connsiteX1" fmla="*/ 716784 w 716783"/>
                  <a:gd name="connsiteY1" fmla="*/ 0 h 151699"/>
                  <a:gd name="connsiteX2" fmla="*/ 716784 w 716783"/>
                  <a:gd name="connsiteY2" fmla="*/ 151699 h 151699"/>
                  <a:gd name="connsiteX3" fmla="*/ 0 w 716783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151699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B0CBEA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4" name="任意多边形 413">
                <a:extLst>
                  <a:ext uri="{FF2B5EF4-FFF2-40B4-BE49-F238E27FC236}">
                    <a16:creationId xmlns:a16="http://schemas.microsoft.com/office/drawing/2014/main" id="{467656D2-964B-0F20-3F06-DB28FCC7AFE8}"/>
                  </a:ext>
                </a:extLst>
              </p:cNvPr>
              <p:cNvSpPr/>
              <p:nvPr/>
            </p:nvSpPr>
            <p:spPr>
              <a:xfrm>
                <a:off x="5157741" y="5370107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5" name="任意多边形 414">
                <a:extLst>
                  <a:ext uri="{FF2B5EF4-FFF2-40B4-BE49-F238E27FC236}">
                    <a16:creationId xmlns:a16="http://schemas.microsoft.com/office/drawing/2014/main" id="{59BE37D9-5BB5-6727-B0DD-B5E8946D0DBF}"/>
                  </a:ext>
                </a:extLst>
              </p:cNvPr>
              <p:cNvSpPr/>
              <p:nvPr/>
            </p:nvSpPr>
            <p:spPr>
              <a:xfrm>
                <a:off x="4981633" y="5370107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003889">
                  <a:alpha val="2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6" name="任意多边形 415">
                <a:extLst>
                  <a:ext uri="{FF2B5EF4-FFF2-40B4-BE49-F238E27FC236}">
                    <a16:creationId xmlns:a16="http://schemas.microsoft.com/office/drawing/2014/main" id="{BA4CEBF6-0326-944F-EBDD-F6D77C9BA4FC}"/>
                  </a:ext>
                </a:extLst>
              </p:cNvPr>
              <p:cNvSpPr/>
              <p:nvPr/>
            </p:nvSpPr>
            <p:spPr>
              <a:xfrm>
                <a:off x="4558981" y="5513526"/>
                <a:ext cx="792545" cy="24314"/>
              </a:xfrm>
              <a:custGeom>
                <a:avLst/>
                <a:gdLst>
                  <a:gd name="connsiteX0" fmla="*/ 0 w 716783"/>
                  <a:gd name="connsiteY0" fmla="*/ 0 h 21990"/>
                  <a:gd name="connsiteX1" fmla="*/ 716784 w 716783"/>
                  <a:gd name="connsiteY1" fmla="*/ 0 h 21990"/>
                  <a:gd name="connsiteX2" fmla="*/ 716784 w 716783"/>
                  <a:gd name="connsiteY2" fmla="*/ 21991 h 21990"/>
                  <a:gd name="connsiteX3" fmla="*/ 0 w 716783"/>
                  <a:gd name="connsiteY3" fmla="*/ 21991 h 21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21990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21991"/>
                    </a:lnTo>
                    <a:lnTo>
                      <a:pt x="0" y="21991"/>
                    </a:lnTo>
                    <a:close/>
                  </a:path>
                </a:pathLst>
              </a:custGeom>
              <a:solidFill>
                <a:srgbClr val="003889">
                  <a:alpha val="2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7" name="任意多边形 416">
                <a:extLst>
                  <a:ext uri="{FF2B5EF4-FFF2-40B4-BE49-F238E27FC236}">
                    <a16:creationId xmlns:a16="http://schemas.microsoft.com/office/drawing/2014/main" id="{7BD73762-E3A4-9D89-7C3A-6220D23F57E8}"/>
                  </a:ext>
                </a:extLst>
              </p:cNvPr>
              <p:cNvSpPr/>
              <p:nvPr/>
            </p:nvSpPr>
            <p:spPr>
              <a:xfrm>
                <a:off x="4621929" y="5202297"/>
                <a:ext cx="792545" cy="167733"/>
              </a:xfrm>
              <a:custGeom>
                <a:avLst/>
                <a:gdLst>
                  <a:gd name="connsiteX0" fmla="*/ 0 w 716783"/>
                  <a:gd name="connsiteY0" fmla="*/ 0 h 151699"/>
                  <a:gd name="connsiteX1" fmla="*/ 716784 w 716783"/>
                  <a:gd name="connsiteY1" fmla="*/ 0 h 151699"/>
                  <a:gd name="connsiteX2" fmla="*/ 716784 w 716783"/>
                  <a:gd name="connsiteY2" fmla="*/ 151699 h 151699"/>
                  <a:gd name="connsiteX3" fmla="*/ 0 w 716783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151699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B0CBEA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8" name="任意多边形 417">
                <a:extLst>
                  <a:ext uri="{FF2B5EF4-FFF2-40B4-BE49-F238E27FC236}">
                    <a16:creationId xmlns:a16="http://schemas.microsoft.com/office/drawing/2014/main" id="{621FD358-1693-8F1E-E0D1-2A8999340390}"/>
                  </a:ext>
                </a:extLst>
              </p:cNvPr>
              <p:cNvSpPr/>
              <p:nvPr/>
            </p:nvSpPr>
            <p:spPr>
              <a:xfrm>
                <a:off x="5220690" y="5202297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FFFFF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9" name="任意多边形 418">
                <a:extLst>
                  <a:ext uri="{FF2B5EF4-FFF2-40B4-BE49-F238E27FC236}">
                    <a16:creationId xmlns:a16="http://schemas.microsoft.com/office/drawing/2014/main" id="{34439CDC-CD6A-00D9-D690-BAA5A552D4B5}"/>
                  </a:ext>
                </a:extLst>
              </p:cNvPr>
              <p:cNvSpPr/>
              <p:nvPr/>
            </p:nvSpPr>
            <p:spPr>
              <a:xfrm>
                <a:off x="5044581" y="5202297"/>
                <a:ext cx="87494" cy="167733"/>
              </a:xfrm>
              <a:custGeom>
                <a:avLst/>
                <a:gdLst>
                  <a:gd name="connsiteX0" fmla="*/ 0 w 79130"/>
                  <a:gd name="connsiteY0" fmla="*/ 0 h 151699"/>
                  <a:gd name="connsiteX1" fmla="*/ 79131 w 79130"/>
                  <a:gd name="connsiteY1" fmla="*/ 0 h 151699"/>
                  <a:gd name="connsiteX2" fmla="*/ 79131 w 79130"/>
                  <a:gd name="connsiteY2" fmla="*/ 151699 h 151699"/>
                  <a:gd name="connsiteX3" fmla="*/ 0 w 79130"/>
                  <a:gd name="connsiteY3" fmla="*/ 151699 h 1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130" h="151699">
                    <a:moveTo>
                      <a:pt x="0" y="0"/>
                    </a:moveTo>
                    <a:lnTo>
                      <a:pt x="79131" y="0"/>
                    </a:lnTo>
                    <a:lnTo>
                      <a:pt x="79131" y="151699"/>
                    </a:lnTo>
                    <a:lnTo>
                      <a:pt x="0" y="151699"/>
                    </a:lnTo>
                    <a:close/>
                  </a:path>
                </a:pathLst>
              </a:custGeom>
              <a:solidFill>
                <a:srgbClr val="003889">
                  <a:alpha val="2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0" name="任意多边形 419">
                <a:extLst>
                  <a:ext uri="{FF2B5EF4-FFF2-40B4-BE49-F238E27FC236}">
                    <a16:creationId xmlns:a16="http://schemas.microsoft.com/office/drawing/2014/main" id="{0FA5E7B5-F5FF-BADE-7C5B-D3A4B2879805}"/>
                  </a:ext>
                </a:extLst>
              </p:cNvPr>
              <p:cNvSpPr/>
              <p:nvPr/>
            </p:nvSpPr>
            <p:spPr>
              <a:xfrm>
                <a:off x="4621929" y="5345716"/>
                <a:ext cx="792545" cy="24314"/>
              </a:xfrm>
              <a:custGeom>
                <a:avLst/>
                <a:gdLst>
                  <a:gd name="connsiteX0" fmla="*/ 0 w 716783"/>
                  <a:gd name="connsiteY0" fmla="*/ 0 h 21990"/>
                  <a:gd name="connsiteX1" fmla="*/ 716784 w 716783"/>
                  <a:gd name="connsiteY1" fmla="*/ 0 h 21990"/>
                  <a:gd name="connsiteX2" fmla="*/ 716784 w 716783"/>
                  <a:gd name="connsiteY2" fmla="*/ 21991 h 21990"/>
                  <a:gd name="connsiteX3" fmla="*/ 0 w 716783"/>
                  <a:gd name="connsiteY3" fmla="*/ 21991 h 21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6783" h="21990">
                    <a:moveTo>
                      <a:pt x="0" y="0"/>
                    </a:moveTo>
                    <a:lnTo>
                      <a:pt x="716784" y="0"/>
                    </a:lnTo>
                    <a:lnTo>
                      <a:pt x="716784" y="21991"/>
                    </a:lnTo>
                    <a:lnTo>
                      <a:pt x="0" y="21991"/>
                    </a:lnTo>
                    <a:close/>
                  </a:path>
                </a:pathLst>
              </a:custGeom>
              <a:solidFill>
                <a:srgbClr val="003889">
                  <a:alpha val="20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1" name="任意多边形 420">
                <a:extLst>
                  <a:ext uri="{FF2B5EF4-FFF2-40B4-BE49-F238E27FC236}">
                    <a16:creationId xmlns:a16="http://schemas.microsoft.com/office/drawing/2014/main" id="{33AEC602-1041-FE46-6245-21860CE918FC}"/>
                  </a:ext>
                </a:extLst>
              </p:cNvPr>
              <p:cNvSpPr/>
              <p:nvPr/>
            </p:nvSpPr>
            <p:spPr>
              <a:xfrm>
                <a:off x="6747618" y="2693055"/>
                <a:ext cx="1625924" cy="3174733"/>
              </a:xfrm>
              <a:custGeom>
                <a:avLst/>
                <a:gdLst>
                  <a:gd name="connsiteX0" fmla="*/ 1464840 w 1470497"/>
                  <a:gd name="connsiteY0" fmla="*/ 2727433 h 2871251"/>
                  <a:gd name="connsiteX1" fmla="*/ 1437648 w 1470497"/>
                  <a:gd name="connsiteY1" fmla="*/ 2729492 h 2871251"/>
                  <a:gd name="connsiteX2" fmla="*/ 1413774 w 1470497"/>
                  <a:gd name="connsiteY2" fmla="*/ 2667919 h 2871251"/>
                  <a:gd name="connsiteX3" fmla="*/ 1432902 w 1470497"/>
                  <a:gd name="connsiteY3" fmla="*/ 2667919 h 2871251"/>
                  <a:gd name="connsiteX4" fmla="*/ 1157778 w 1470497"/>
                  <a:gd name="connsiteY4" fmla="*/ 1931413 h 2871251"/>
                  <a:gd name="connsiteX5" fmla="*/ 1042589 w 1470497"/>
                  <a:gd name="connsiteY5" fmla="*/ 1214316 h 2871251"/>
                  <a:gd name="connsiteX6" fmla="*/ 1065766 w 1470497"/>
                  <a:gd name="connsiteY6" fmla="*/ 1211803 h 2871251"/>
                  <a:gd name="connsiteX7" fmla="*/ 864991 w 1470497"/>
                  <a:gd name="connsiteY7" fmla="*/ 493553 h 2871251"/>
                  <a:gd name="connsiteX8" fmla="*/ 810712 w 1470497"/>
                  <a:gd name="connsiteY8" fmla="*/ 391280 h 2871251"/>
                  <a:gd name="connsiteX9" fmla="*/ 728195 w 1470497"/>
                  <a:gd name="connsiteY9" fmla="*/ 363356 h 2871251"/>
                  <a:gd name="connsiteX10" fmla="*/ 731442 w 1470497"/>
                  <a:gd name="connsiteY10" fmla="*/ 306774 h 2871251"/>
                  <a:gd name="connsiteX11" fmla="*/ 679816 w 1470497"/>
                  <a:gd name="connsiteY11" fmla="*/ 336863 h 2871251"/>
                  <a:gd name="connsiteX12" fmla="*/ 631508 w 1470497"/>
                  <a:gd name="connsiteY12" fmla="*/ 260071 h 2871251"/>
                  <a:gd name="connsiteX13" fmla="*/ 633217 w 1470497"/>
                  <a:gd name="connsiteY13" fmla="*/ 236056 h 2871251"/>
                  <a:gd name="connsiteX14" fmla="*/ 664948 w 1470497"/>
                  <a:gd name="connsiteY14" fmla="*/ 189806 h 2871251"/>
                  <a:gd name="connsiteX15" fmla="*/ 616953 w 1470497"/>
                  <a:gd name="connsiteY15" fmla="*/ 26518 h 2871251"/>
                  <a:gd name="connsiteX16" fmla="*/ 338859 w 1470497"/>
                  <a:gd name="connsiteY16" fmla="*/ 95177 h 2871251"/>
                  <a:gd name="connsiteX17" fmla="*/ 393033 w 1470497"/>
                  <a:gd name="connsiteY17" fmla="*/ 166873 h 2871251"/>
                  <a:gd name="connsiteX18" fmla="*/ 393033 w 1470497"/>
                  <a:gd name="connsiteY18" fmla="*/ 166873 h 2871251"/>
                  <a:gd name="connsiteX19" fmla="*/ 539636 w 1470497"/>
                  <a:gd name="connsiteY19" fmla="*/ 364124 h 2871251"/>
                  <a:gd name="connsiteX20" fmla="*/ 548607 w 1470497"/>
                  <a:gd name="connsiteY20" fmla="*/ 393409 h 2871251"/>
                  <a:gd name="connsiteX21" fmla="*/ 553773 w 1470497"/>
                  <a:gd name="connsiteY21" fmla="*/ 410269 h 2871251"/>
                  <a:gd name="connsiteX22" fmla="*/ 545989 w 1470497"/>
                  <a:gd name="connsiteY22" fmla="*/ 414806 h 2871251"/>
                  <a:gd name="connsiteX23" fmla="*/ 554856 w 1470497"/>
                  <a:gd name="connsiteY23" fmla="*/ 437530 h 2871251"/>
                  <a:gd name="connsiteX24" fmla="*/ 418724 w 1470497"/>
                  <a:gd name="connsiteY24" fmla="*/ 582492 h 2871251"/>
                  <a:gd name="connsiteX25" fmla="*/ 436177 w 1470497"/>
                  <a:gd name="connsiteY25" fmla="*/ 616420 h 2871251"/>
                  <a:gd name="connsiteX26" fmla="*/ 466789 w 1470497"/>
                  <a:gd name="connsiteY26" fmla="*/ 840025 h 2871251"/>
                  <a:gd name="connsiteX27" fmla="*/ 491746 w 1470497"/>
                  <a:gd name="connsiteY27" fmla="*/ 827075 h 2871251"/>
                  <a:gd name="connsiteX28" fmla="*/ 499670 w 1470497"/>
                  <a:gd name="connsiteY28" fmla="*/ 883971 h 2871251"/>
                  <a:gd name="connsiteX29" fmla="*/ 553144 w 1470497"/>
                  <a:gd name="connsiteY29" fmla="*/ 1267442 h 2871251"/>
                  <a:gd name="connsiteX30" fmla="*/ 577229 w 1470497"/>
                  <a:gd name="connsiteY30" fmla="*/ 1264824 h 2871251"/>
                  <a:gd name="connsiteX31" fmla="*/ 308179 w 1470497"/>
                  <a:gd name="connsiteY31" fmla="*/ 1897067 h 2871251"/>
                  <a:gd name="connsiteX32" fmla="*/ 141889 w 1470497"/>
                  <a:gd name="connsiteY32" fmla="*/ 2681602 h 2871251"/>
                  <a:gd name="connsiteX33" fmla="*/ 159342 w 1470497"/>
                  <a:gd name="connsiteY33" fmla="*/ 2681602 h 2871251"/>
                  <a:gd name="connsiteX34" fmla="*/ 141714 w 1470497"/>
                  <a:gd name="connsiteY34" fmla="*/ 2750086 h 2871251"/>
                  <a:gd name="connsiteX35" fmla="*/ 118293 w 1470497"/>
                  <a:gd name="connsiteY35" fmla="*/ 2750086 h 2871251"/>
                  <a:gd name="connsiteX36" fmla="*/ -875 w 1470497"/>
                  <a:gd name="connsiteY36" fmla="*/ 2831032 h 2871251"/>
                  <a:gd name="connsiteX37" fmla="*/ -3143 w 1470497"/>
                  <a:gd name="connsiteY37" fmla="*/ 2870964 h 2871251"/>
                  <a:gd name="connsiteX38" fmla="*/ 285245 w 1470497"/>
                  <a:gd name="connsiteY38" fmla="*/ 2870964 h 2871251"/>
                  <a:gd name="connsiteX39" fmla="*/ 292226 w 1470497"/>
                  <a:gd name="connsiteY39" fmla="*/ 2750086 h 2871251"/>
                  <a:gd name="connsiteX40" fmla="*/ 263813 w 1470497"/>
                  <a:gd name="connsiteY40" fmla="*/ 2750086 h 2871251"/>
                  <a:gd name="connsiteX41" fmla="*/ 281545 w 1470497"/>
                  <a:gd name="connsiteY41" fmla="*/ 2681602 h 2871251"/>
                  <a:gd name="connsiteX42" fmla="*/ 299243 w 1470497"/>
                  <a:gd name="connsiteY42" fmla="*/ 2681602 h 2871251"/>
                  <a:gd name="connsiteX43" fmla="*/ 563476 w 1470497"/>
                  <a:gd name="connsiteY43" fmla="*/ 1917172 h 2871251"/>
                  <a:gd name="connsiteX44" fmla="*/ 657897 w 1470497"/>
                  <a:gd name="connsiteY44" fmla="*/ 1785090 h 2871251"/>
                  <a:gd name="connsiteX45" fmla="*/ 657897 w 1470497"/>
                  <a:gd name="connsiteY45" fmla="*/ 1785090 h 2871251"/>
                  <a:gd name="connsiteX46" fmla="*/ 695524 w 1470497"/>
                  <a:gd name="connsiteY46" fmla="*/ 1732452 h 2871251"/>
                  <a:gd name="connsiteX47" fmla="*/ 695873 w 1470497"/>
                  <a:gd name="connsiteY47" fmla="*/ 1731999 h 2871251"/>
                  <a:gd name="connsiteX48" fmla="*/ 784777 w 1470497"/>
                  <a:gd name="connsiteY48" fmla="*/ 1607665 h 2871251"/>
                  <a:gd name="connsiteX49" fmla="*/ 888620 w 1470497"/>
                  <a:gd name="connsiteY49" fmla="*/ 1951554 h 2871251"/>
                  <a:gd name="connsiteX50" fmla="*/ 1262109 w 1470497"/>
                  <a:gd name="connsiteY50" fmla="*/ 2667744 h 2871251"/>
                  <a:gd name="connsiteX51" fmla="*/ 1278166 w 1470497"/>
                  <a:gd name="connsiteY51" fmla="*/ 2667744 h 2871251"/>
                  <a:gd name="connsiteX52" fmla="*/ 1310593 w 1470497"/>
                  <a:gd name="connsiteY52" fmla="*/ 2738882 h 2871251"/>
                  <a:gd name="connsiteX53" fmla="*/ 1291011 w 1470497"/>
                  <a:gd name="connsiteY53" fmla="*/ 2740382 h 2871251"/>
                  <a:gd name="connsiteX54" fmla="*/ 1177812 w 1470497"/>
                  <a:gd name="connsiteY54" fmla="*/ 2829741 h 2871251"/>
                  <a:gd name="connsiteX55" fmla="*/ 1178545 w 1470497"/>
                  <a:gd name="connsiteY55" fmla="*/ 2869533 h 2871251"/>
                  <a:gd name="connsiteX56" fmla="*/ 1467354 w 1470497"/>
                  <a:gd name="connsiteY56" fmla="*/ 2847786 h 2871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1470497" h="2871251">
                    <a:moveTo>
                      <a:pt x="1464840" y="2727433"/>
                    </a:moveTo>
                    <a:lnTo>
                      <a:pt x="1437648" y="2729492"/>
                    </a:lnTo>
                    <a:lnTo>
                      <a:pt x="1413774" y="2667919"/>
                    </a:lnTo>
                    <a:lnTo>
                      <a:pt x="1432902" y="2667919"/>
                    </a:lnTo>
                    <a:lnTo>
                      <a:pt x="1157778" y="1931413"/>
                    </a:lnTo>
                    <a:lnTo>
                      <a:pt x="1042589" y="1214316"/>
                    </a:lnTo>
                    <a:lnTo>
                      <a:pt x="1065766" y="1211803"/>
                    </a:lnTo>
                    <a:cubicBezTo>
                      <a:pt x="1065766" y="1211803"/>
                      <a:pt x="963074" y="663787"/>
                      <a:pt x="864991" y="493553"/>
                    </a:cubicBezTo>
                    <a:cubicBezTo>
                      <a:pt x="867120" y="455541"/>
                      <a:pt x="851482" y="420252"/>
                      <a:pt x="810712" y="391280"/>
                    </a:cubicBezTo>
                    <a:cubicBezTo>
                      <a:pt x="786662" y="373859"/>
                      <a:pt x="757900" y="364124"/>
                      <a:pt x="728195" y="363356"/>
                    </a:cubicBezTo>
                    <a:lnTo>
                      <a:pt x="731442" y="306774"/>
                    </a:lnTo>
                    <a:lnTo>
                      <a:pt x="679816" y="336863"/>
                    </a:lnTo>
                    <a:lnTo>
                      <a:pt x="631508" y="260071"/>
                    </a:lnTo>
                    <a:cubicBezTo>
                      <a:pt x="633113" y="252175"/>
                      <a:pt x="633706" y="244101"/>
                      <a:pt x="633217" y="236056"/>
                    </a:cubicBezTo>
                    <a:cubicBezTo>
                      <a:pt x="650287" y="233228"/>
                      <a:pt x="655942" y="213925"/>
                      <a:pt x="664948" y="189806"/>
                    </a:cubicBezTo>
                    <a:cubicBezTo>
                      <a:pt x="676675" y="158391"/>
                      <a:pt x="677059" y="78527"/>
                      <a:pt x="616953" y="26518"/>
                    </a:cubicBezTo>
                    <a:cubicBezTo>
                      <a:pt x="556845" y="-25491"/>
                      <a:pt x="338895" y="-1406"/>
                      <a:pt x="338859" y="95177"/>
                    </a:cubicBezTo>
                    <a:cubicBezTo>
                      <a:pt x="338859" y="168479"/>
                      <a:pt x="375372" y="170224"/>
                      <a:pt x="393033" y="166873"/>
                    </a:cubicBezTo>
                    <a:lnTo>
                      <a:pt x="393033" y="166873"/>
                    </a:lnTo>
                    <a:cubicBezTo>
                      <a:pt x="393033" y="166873"/>
                      <a:pt x="440191" y="406429"/>
                      <a:pt x="539636" y="364124"/>
                    </a:cubicBezTo>
                    <a:lnTo>
                      <a:pt x="548607" y="393409"/>
                    </a:lnTo>
                    <a:lnTo>
                      <a:pt x="553773" y="410269"/>
                    </a:lnTo>
                    <a:lnTo>
                      <a:pt x="545989" y="414806"/>
                    </a:lnTo>
                    <a:lnTo>
                      <a:pt x="554856" y="437530"/>
                    </a:lnTo>
                    <a:cubicBezTo>
                      <a:pt x="476003" y="501163"/>
                      <a:pt x="418724" y="582492"/>
                      <a:pt x="418724" y="582492"/>
                    </a:cubicBezTo>
                    <a:lnTo>
                      <a:pt x="436177" y="616420"/>
                    </a:lnTo>
                    <a:lnTo>
                      <a:pt x="466789" y="840025"/>
                    </a:lnTo>
                    <a:lnTo>
                      <a:pt x="491746" y="827075"/>
                    </a:lnTo>
                    <a:lnTo>
                      <a:pt x="499670" y="883971"/>
                    </a:lnTo>
                    <a:lnTo>
                      <a:pt x="553144" y="1267442"/>
                    </a:lnTo>
                    <a:lnTo>
                      <a:pt x="577229" y="1264824"/>
                    </a:lnTo>
                    <a:lnTo>
                      <a:pt x="308179" y="1897067"/>
                    </a:lnTo>
                    <a:lnTo>
                      <a:pt x="141889" y="2681602"/>
                    </a:lnTo>
                    <a:lnTo>
                      <a:pt x="159342" y="2681602"/>
                    </a:lnTo>
                    <a:lnTo>
                      <a:pt x="141714" y="2750086"/>
                    </a:lnTo>
                    <a:lnTo>
                      <a:pt x="118293" y="2750086"/>
                    </a:lnTo>
                    <a:lnTo>
                      <a:pt x="-875" y="2831032"/>
                    </a:lnTo>
                    <a:lnTo>
                      <a:pt x="-3143" y="2870964"/>
                    </a:lnTo>
                    <a:lnTo>
                      <a:pt x="285245" y="2870964"/>
                    </a:lnTo>
                    <a:lnTo>
                      <a:pt x="292226" y="2750086"/>
                    </a:lnTo>
                    <a:lnTo>
                      <a:pt x="263813" y="2750086"/>
                    </a:lnTo>
                    <a:lnTo>
                      <a:pt x="281545" y="2681602"/>
                    </a:lnTo>
                    <a:lnTo>
                      <a:pt x="299243" y="2681602"/>
                    </a:lnTo>
                    <a:lnTo>
                      <a:pt x="563476" y="1917172"/>
                    </a:lnTo>
                    <a:lnTo>
                      <a:pt x="657897" y="1785090"/>
                    </a:lnTo>
                    <a:lnTo>
                      <a:pt x="657897" y="1785090"/>
                    </a:lnTo>
                    <a:lnTo>
                      <a:pt x="695524" y="1732452"/>
                    </a:lnTo>
                    <a:lnTo>
                      <a:pt x="695873" y="1731999"/>
                    </a:lnTo>
                    <a:lnTo>
                      <a:pt x="784777" y="1607665"/>
                    </a:lnTo>
                    <a:lnTo>
                      <a:pt x="888620" y="1951554"/>
                    </a:lnTo>
                    <a:lnTo>
                      <a:pt x="1262109" y="2667744"/>
                    </a:lnTo>
                    <a:lnTo>
                      <a:pt x="1278166" y="2667744"/>
                    </a:lnTo>
                    <a:lnTo>
                      <a:pt x="1310593" y="2738882"/>
                    </a:lnTo>
                    <a:lnTo>
                      <a:pt x="1291011" y="2740382"/>
                    </a:lnTo>
                    <a:lnTo>
                      <a:pt x="1177812" y="2829741"/>
                    </a:lnTo>
                    <a:lnTo>
                      <a:pt x="1178545" y="2869533"/>
                    </a:lnTo>
                    <a:lnTo>
                      <a:pt x="1467354" y="2847786"/>
                    </a:lnTo>
                    <a:close/>
                  </a:path>
                </a:pathLst>
              </a:custGeom>
              <a:solidFill>
                <a:srgbClr val="003889">
                  <a:alpha val="22000"/>
                </a:srgbClr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2" name="任意多边形 421">
                <a:extLst>
                  <a:ext uri="{FF2B5EF4-FFF2-40B4-BE49-F238E27FC236}">
                    <a16:creationId xmlns:a16="http://schemas.microsoft.com/office/drawing/2014/main" id="{DA72F8C9-7B54-FA6A-649D-7B8C78826223}"/>
                  </a:ext>
                </a:extLst>
              </p:cNvPr>
              <p:cNvSpPr/>
              <p:nvPr/>
            </p:nvSpPr>
            <p:spPr>
              <a:xfrm>
                <a:off x="8145639" y="5606849"/>
                <a:ext cx="199728" cy="132727"/>
              </a:xfrm>
              <a:custGeom>
                <a:avLst/>
                <a:gdLst>
                  <a:gd name="connsiteX0" fmla="*/ 0 w 180635"/>
                  <a:gd name="connsiteY0" fmla="*/ 18151 h 120039"/>
                  <a:gd name="connsiteX1" fmla="*/ 52254 w 180635"/>
                  <a:gd name="connsiteY1" fmla="*/ 120040 h 120039"/>
                  <a:gd name="connsiteX2" fmla="*/ 180636 w 180635"/>
                  <a:gd name="connsiteY2" fmla="*/ 116654 h 120039"/>
                  <a:gd name="connsiteX3" fmla="*/ 128766 w 180635"/>
                  <a:gd name="connsiteY3" fmla="*/ 0 h 120039"/>
                  <a:gd name="connsiteX4" fmla="*/ 0 w 180635"/>
                  <a:gd name="connsiteY4" fmla="*/ 18151 h 120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635" h="120039">
                    <a:moveTo>
                      <a:pt x="0" y="18151"/>
                    </a:moveTo>
                    <a:lnTo>
                      <a:pt x="52254" y="120040"/>
                    </a:lnTo>
                    <a:lnTo>
                      <a:pt x="180636" y="116654"/>
                    </a:lnTo>
                    <a:lnTo>
                      <a:pt x="128766" y="0"/>
                    </a:lnTo>
                    <a:lnTo>
                      <a:pt x="0" y="18151"/>
                    </a:lnTo>
                    <a:close/>
                  </a:path>
                </a:pathLst>
              </a:custGeom>
              <a:solidFill>
                <a:srgbClr val="FDC8AA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3" name="任意多边形 422">
                <a:extLst>
                  <a:ext uri="{FF2B5EF4-FFF2-40B4-BE49-F238E27FC236}">
                    <a16:creationId xmlns:a16="http://schemas.microsoft.com/office/drawing/2014/main" id="{E0F3B2AF-EAEF-3345-6C9E-8BACEEE43212}"/>
                  </a:ext>
                </a:extLst>
              </p:cNvPr>
              <p:cNvSpPr/>
              <p:nvPr/>
            </p:nvSpPr>
            <p:spPr>
              <a:xfrm>
                <a:off x="6898408" y="5629118"/>
                <a:ext cx="160361" cy="126167"/>
              </a:xfrm>
              <a:custGeom>
                <a:avLst/>
                <a:gdLst>
                  <a:gd name="connsiteX0" fmla="*/ 21711 w 145032"/>
                  <a:gd name="connsiteY0" fmla="*/ 5794 h 114106"/>
                  <a:gd name="connsiteX1" fmla="*/ 0 w 145032"/>
                  <a:gd name="connsiteY1" fmla="*/ 114106 h 114106"/>
                  <a:gd name="connsiteX2" fmla="*/ 121995 w 145032"/>
                  <a:gd name="connsiteY2" fmla="*/ 114106 h 114106"/>
                  <a:gd name="connsiteX3" fmla="*/ 145032 w 145032"/>
                  <a:gd name="connsiteY3" fmla="*/ 0 h 114106"/>
                  <a:gd name="connsiteX4" fmla="*/ 21711 w 145032"/>
                  <a:gd name="connsiteY4" fmla="*/ 5794 h 114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032" h="114106">
                    <a:moveTo>
                      <a:pt x="21711" y="5794"/>
                    </a:moveTo>
                    <a:lnTo>
                      <a:pt x="0" y="114106"/>
                    </a:lnTo>
                    <a:lnTo>
                      <a:pt x="121995" y="114106"/>
                    </a:lnTo>
                    <a:lnTo>
                      <a:pt x="145032" y="0"/>
                    </a:lnTo>
                    <a:lnTo>
                      <a:pt x="21711" y="5794"/>
                    </a:lnTo>
                    <a:close/>
                  </a:path>
                </a:pathLst>
              </a:custGeom>
              <a:solidFill>
                <a:srgbClr val="FDC8AA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4" name="任意多边形 423">
                <a:extLst>
                  <a:ext uri="{FF2B5EF4-FFF2-40B4-BE49-F238E27FC236}">
                    <a16:creationId xmlns:a16="http://schemas.microsoft.com/office/drawing/2014/main" id="{49FD78F3-161C-68BE-EF90-57877B35D5AA}"/>
                  </a:ext>
                </a:extLst>
              </p:cNvPr>
              <p:cNvSpPr/>
              <p:nvPr/>
            </p:nvSpPr>
            <p:spPr>
              <a:xfrm>
                <a:off x="6898408" y="3975251"/>
                <a:ext cx="806516" cy="1683198"/>
              </a:xfrm>
              <a:custGeom>
                <a:avLst/>
                <a:gdLst>
                  <a:gd name="connsiteX0" fmla="*/ 729419 w 729419"/>
                  <a:gd name="connsiteY0" fmla="*/ 223849 h 1522296"/>
                  <a:gd name="connsiteX1" fmla="*/ 686346 w 729419"/>
                  <a:gd name="connsiteY1" fmla="*/ 289331 h 1522296"/>
                  <a:gd name="connsiteX2" fmla="*/ 499846 w 729419"/>
                  <a:gd name="connsiteY2" fmla="*/ 572729 h 1522296"/>
                  <a:gd name="connsiteX3" fmla="*/ 377991 w 729419"/>
                  <a:gd name="connsiteY3" fmla="*/ 757902 h 1522296"/>
                  <a:gd name="connsiteX4" fmla="*/ 157354 w 729419"/>
                  <a:gd name="connsiteY4" fmla="*/ 1522297 h 1522296"/>
                  <a:gd name="connsiteX5" fmla="*/ 0 w 729419"/>
                  <a:gd name="connsiteY5" fmla="*/ 1522297 h 1522296"/>
                  <a:gd name="connsiteX6" fmla="*/ 121576 w 729419"/>
                  <a:gd name="connsiteY6" fmla="*/ 737762 h 1522296"/>
                  <a:gd name="connsiteX7" fmla="*/ 364727 w 729419"/>
                  <a:gd name="connsiteY7" fmla="*/ 77944 h 1522296"/>
                  <a:gd name="connsiteX8" fmla="*/ 669068 w 729419"/>
                  <a:gd name="connsiteY8" fmla="*/ 0 h 1522296"/>
                  <a:gd name="connsiteX9" fmla="*/ 729419 w 729419"/>
                  <a:gd name="connsiteY9" fmla="*/ 223849 h 1522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9419" h="1522296">
                    <a:moveTo>
                      <a:pt x="729419" y="223849"/>
                    </a:moveTo>
                    <a:lnTo>
                      <a:pt x="686346" y="289331"/>
                    </a:lnTo>
                    <a:lnTo>
                      <a:pt x="499846" y="572729"/>
                    </a:lnTo>
                    <a:lnTo>
                      <a:pt x="377991" y="757902"/>
                    </a:lnTo>
                    <a:lnTo>
                      <a:pt x="157354" y="1522297"/>
                    </a:lnTo>
                    <a:lnTo>
                      <a:pt x="0" y="1522297"/>
                    </a:lnTo>
                    <a:lnTo>
                      <a:pt x="121576" y="737762"/>
                    </a:lnTo>
                    <a:lnTo>
                      <a:pt x="364727" y="77944"/>
                    </a:lnTo>
                    <a:lnTo>
                      <a:pt x="669068" y="0"/>
                    </a:lnTo>
                    <a:lnTo>
                      <a:pt x="729419" y="223849"/>
                    </a:lnTo>
                    <a:close/>
                  </a:path>
                </a:pathLst>
              </a:custGeom>
              <a:solidFill>
                <a:srgbClr val="1F3A6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5" name="任意多边形 424">
                <a:extLst>
                  <a:ext uri="{FF2B5EF4-FFF2-40B4-BE49-F238E27FC236}">
                    <a16:creationId xmlns:a16="http://schemas.microsoft.com/office/drawing/2014/main" id="{B14D1F98-5391-6CB7-AC1E-0D025AF7CDED}"/>
                  </a:ext>
                </a:extLst>
              </p:cNvPr>
              <p:cNvSpPr/>
              <p:nvPr/>
            </p:nvSpPr>
            <p:spPr>
              <a:xfrm>
                <a:off x="7412453" y="4014734"/>
                <a:ext cx="244846" cy="652484"/>
              </a:xfrm>
              <a:custGeom>
                <a:avLst/>
                <a:gdLst>
                  <a:gd name="connsiteX0" fmla="*/ 221440 w 221440"/>
                  <a:gd name="connsiteY0" fmla="*/ 253623 h 590111"/>
                  <a:gd name="connsiteX1" fmla="*/ 0 w 221440"/>
                  <a:gd name="connsiteY1" fmla="*/ 590112 h 590111"/>
                  <a:gd name="connsiteX2" fmla="*/ 31031 w 221440"/>
                  <a:gd name="connsiteY2" fmla="*/ 26354 h 590111"/>
                  <a:gd name="connsiteX3" fmla="*/ 177390 w 221440"/>
                  <a:gd name="connsiteY3" fmla="*/ 0 h 590111"/>
                  <a:gd name="connsiteX4" fmla="*/ 221440 w 221440"/>
                  <a:gd name="connsiteY4" fmla="*/ 253623 h 590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1440" h="590111">
                    <a:moveTo>
                      <a:pt x="221440" y="253623"/>
                    </a:moveTo>
                    <a:lnTo>
                      <a:pt x="0" y="590112"/>
                    </a:lnTo>
                    <a:lnTo>
                      <a:pt x="31031" y="26354"/>
                    </a:lnTo>
                    <a:lnTo>
                      <a:pt x="177390" y="0"/>
                    </a:lnTo>
                    <a:lnTo>
                      <a:pt x="221440" y="253623"/>
                    </a:lnTo>
                    <a:close/>
                  </a:path>
                </a:pathLst>
              </a:custGeom>
              <a:solidFill>
                <a:srgbClr val="072542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6" name="任意多边形 425">
                <a:extLst>
                  <a:ext uri="{FF2B5EF4-FFF2-40B4-BE49-F238E27FC236}">
                    <a16:creationId xmlns:a16="http://schemas.microsoft.com/office/drawing/2014/main" id="{434E59CA-0329-43B0-E733-425C6874717F}"/>
                  </a:ext>
                </a:extLst>
              </p:cNvPr>
              <p:cNvSpPr/>
              <p:nvPr/>
            </p:nvSpPr>
            <p:spPr>
              <a:xfrm>
                <a:off x="7370269" y="3993777"/>
                <a:ext cx="955029" cy="1649389"/>
              </a:xfrm>
              <a:custGeom>
                <a:avLst/>
                <a:gdLst>
                  <a:gd name="connsiteX0" fmla="*/ 387346 w 863735"/>
                  <a:gd name="connsiteY0" fmla="*/ 23492 h 1491719"/>
                  <a:gd name="connsiteX1" fmla="*/ 546619 w 863735"/>
                  <a:gd name="connsiteY1" fmla="*/ 755389 h 1491719"/>
                  <a:gd name="connsiteX2" fmla="*/ 863735 w 863735"/>
                  <a:gd name="connsiteY2" fmla="*/ 1491720 h 1491719"/>
                  <a:gd name="connsiteX3" fmla="*/ 692699 w 863735"/>
                  <a:gd name="connsiteY3" fmla="*/ 1491720 h 1491719"/>
                  <a:gd name="connsiteX4" fmla="*/ 278336 w 863735"/>
                  <a:gd name="connsiteY4" fmla="*/ 775530 h 1491719"/>
                  <a:gd name="connsiteX5" fmla="*/ 0 w 863735"/>
                  <a:gd name="connsiteY5" fmla="*/ 0 h 1491719"/>
                  <a:gd name="connsiteX6" fmla="*/ 387346 w 863735"/>
                  <a:gd name="connsiteY6" fmla="*/ 23492 h 14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3735" h="1491719">
                    <a:moveTo>
                      <a:pt x="387346" y="23492"/>
                    </a:moveTo>
                    <a:lnTo>
                      <a:pt x="546619" y="755389"/>
                    </a:lnTo>
                    <a:lnTo>
                      <a:pt x="863735" y="1491720"/>
                    </a:lnTo>
                    <a:lnTo>
                      <a:pt x="692699" y="1491720"/>
                    </a:lnTo>
                    <a:lnTo>
                      <a:pt x="278336" y="775530"/>
                    </a:lnTo>
                    <a:lnTo>
                      <a:pt x="0" y="0"/>
                    </a:lnTo>
                    <a:lnTo>
                      <a:pt x="387346" y="23492"/>
                    </a:lnTo>
                    <a:close/>
                  </a:path>
                </a:pathLst>
              </a:custGeom>
              <a:solidFill>
                <a:srgbClr val="15315E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7" name="任意多边形 426">
                <a:extLst>
                  <a:ext uri="{FF2B5EF4-FFF2-40B4-BE49-F238E27FC236}">
                    <a16:creationId xmlns:a16="http://schemas.microsoft.com/office/drawing/2014/main" id="{6AE152BC-AD4A-7B01-639E-53011E5A80CC}"/>
                  </a:ext>
                </a:extLst>
              </p:cNvPr>
              <p:cNvSpPr/>
              <p:nvPr/>
            </p:nvSpPr>
            <p:spPr>
              <a:xfrm>
                <a:off x="7130247" y="3185407"/>
                <a:ext cx="697332" cy="909410"/>
              </a:xfrm>
              <a:custGeom>
                <a:avLst/>
                <a:gdLst>
                  <a:gd name="connsiteX0" fmla="*/ 627529 w 630672"/>
                  <a:gd name="connsiteY0" fmla="*/ 766585 h 822477"/>
                  <a:gd name="connsiteX1" fmla="*/ 117909 w 630672"/>
                  <a:gd name="connsiteY1" fmla="*/ 822189 h 822477"/>
                  <a:gd name="connsiteX2" fmla="*/ 42583 w 630672"/>
                  <a:gd name="connsiteY2" fmla="*/ 438718 h 822477"/>
                  <a:gd name="connsiteX3" fmla="*/ 15496 w 630672"/>
                  <a:gd name="connsiteY3" fmla="*/ 300807 h 822477"/>
                  <a:gd name="connsiteX4" fmla="*/ -3143 w 630672"/>
                  <a:gd name="connsiteY4" fmla="*/ 205969 h 822477"/>
                  <a:gd name="connsiteX5" fmla="*/ 338127 w 630672"/>
                  <a:gd name="connsiteY5" fmla="*/ -288 h 822477"/>
                  <a:gd name="connsiteX6" fmla="*/ 627529 w 630672"/>
                  <a:gd name="connsiteY6" fmla="*/ 766585 h 822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0672" h="822477">
                    <a:moveTo>
                      <a:pt x="627529" y="766585"/>
                    </a:moveTo>
                    <a:lnTo>
                      <a:pt x="117909" y="822189"/>
                    </a:lnTo>
                    <a:lnTo>
                      <a:pt x="42583" y="438718"/>
                    </a:lnTo>
                    <a:lnTo>
                      <a:pt x="15496" y="300807"/>
                    </a:lnTo>
                    <a:lnTo>
                      <a:pt x="-3143" y="205969"/>
                    </a:lnTo>
                    <a:lnTo>
                      <a:pt x="338127" y="-288"/>
                    </a:lnTo>
                    <a:cubicBezTo>
                      <a:pt x="448673" y="34932"/>
                      <a:pt x="627529" y="766585"/>
                      <a:pt x="627529" y="766585"/>
                    </a:cubicBezTo>
                    <a:close/>
                  </a:path>
                </a:pathLst>
              </a:custGeom>
              <a:solidFill>
                <a:srgbClr val="F4B545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8" name="任意多边形 427">
                <a:extLst>
                  <a:ext uri="{FF2B5EF4-FFF2-40B4-BE49-F238E27FC236}">
                    <a16:creationId xmlns:a16="http://schemas.microsoft.com/office/drawing/2014/main" id="{625B7D4B-3BF0-C974-4DCC-5142EB4570E7}"/>
                  </a:ext>
                </a:extLst>
              </p:cNvPr>
              <p:cNvSpPr/>
              <p:nvPr/>
            </p:nvSpPr>
            <p:spPr>
              <a:xfrm>
                <a:off x="7150741" y="3315742"/>
                <a:ext cx="390927" cy="355072"/>
              </a:xfrm>
              <a:custGeom>
                <a:avLst/>
                <a:gdLst>
                  <a:gd name="connsiteX0" fmla="*/ 350414 w 353557"/>
                  <a:gd name="connsiteY0" fmla="*/ -288 h 321130"/>
                  <a:gd name="connsiteX1" fmla="*/ 23944 w 353557"/>
                  <a:gd name="connsiteY1" fmla="*/ 320842 h 321130"/>
                  <a:gd name="connsiteX2" fmla="*/ -3143 w 353557"/>
                  <a:gd name="connsiteY2" fmla="*/ 182931 h 321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3557" h="321130">
                    <a:moveTo>
                      <a:pt x="350414" y="-288"/>
                    </a:moveTo>
                    <a:cubicBezTo>
                      <a:pt x="350414" y="-288"/>
                      <a:pt x="262138" y="244888"/>
                      <a:pt x="23944" y="320842"/>
                    </a:cubicBezTo>
                    <a:lnTo>
                      <a:pt x="-3143" y="182931"/>
                    </a:lnTo>
                    <a:close/>
                  </a:path>
                </a:pathLst>
              </a:custGeom>
              <a:solidFill>
                <a:srgbClr val="E59D29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9" name="任意多边形 428">
                <a:extLst>
                  <a:ext uri="{FF2B5EF4-FFF2-40B4-BE49-F238E27FC236}">
                    <a16:creationId xmlns:a16="http://schemas.microsoft.com/office/drawing/2014/main" id="{31A5A9FF-134D-1838-28FE-7543D284F027}"/>
                  </a:ext>
                </a:extLst>
              </p:cNvPr>
              <p:cNvSpPr/>
              <p:nvPr/>
            </p:nvSpPr>
            <p:spPr>
              <a:xfrm>
                <a:off x="6953332" y="2693103"/>
                <a:ext cx="371188" cy="261692"/>
              </a:xfrm>
              <a:custGeom>
                <a:avLst/>
                <a:gdLst>
                  <a:gd name="connsiteX0" fmla="*/ 64466 w 335705"/>
                  <a:gd name="connsiteY0" fmla="*/ 164176 h 236676"/>
                  <a:gd name="connsiteX1" fmla="*/ -3041 w 335705"/>
                  <a:gd name="connsiteY1" fmla="*/ 95168 h 236676"/>
                  <a:gd name="connsiteX2" fmla="*/ 271141 w 335705"/>
                  <a:gd name="connsiteY2" fmla="*/ 26509 h 236676"/>
                  <a:gd name="connsiteX3" fmla="*/ 328456 w 335705"/>
                  <a:gd name="connsiteY3" fmla="*/ 189762 h 236676"/>
                  <a:gd name="connsiteX4" fmla="*/ 279762 w 335705"/>
                  <a:gd name="connsiteY4" fmla="*/ 233638 h 236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705" h="236676">
                    <a:moveTo>
                      <a:pt x="64466" y="164176"/>
                    </a:moveTo>
                    <a:cubicBezTo>
                      <a:pt x="64466" y="164176"/>
                      <a:pt x="2438" y="191647"/>
                      <a:pt x="-3041" y="95168"/>
                    </a:cubicBezTo>
                    <a:cubicBezTo>
                      <a:pt x="-8522" y="-1310"/>
                      <a:pt x="208102" y="-25535"/>
                      <a:pt x="271141" y="26509"/>
                    </a:cubicBezTo>
                    <a:cubicBezTo>
                      <a:pt x="334181" y="78553"/>
                      <a:pt x="338404" y="158347"/>
                      <a:pt x="328456" y="189762"/>
                    </a:cubicBezTo>
                    <a:cubicBezTo>
                      <a:pt x="318507" y="221177"/>
                      <a:pt x="313795" y="244633"/>
                      <a:pt x="279762" y="233638"/>
                    </a:cubicBezTo>
                    <a:close/>
                  </a:path>
                </a:pathLst>
              </a:custGeom>
              <a:solidFill>
                <a:srgbClr val="1F3A6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0" name="任意多边形 429">
                <a:extLst>
                  <a:ext uri="{FF2B5EF4-FFF2-40B4-BE49-F238E27FC236}">
                    <a16:creationId xmlns:a16="http://schemas.microsoft.com/office/drawing/2014/main" id="{AC4160CF-2A32-0916-21A7-D05B7834A291}"/>
                  </a:ext>
                </a:extLst>
              </p:cNvPr>
              <p:cNvSpPr/>
              <p:nvPr/>
            </p:nvSpPr>
            <p:spPr>
              <a:xfrm>
                <a:off x="7183006" y="2959821"/>
                <a:ext cx="186335" cy="225586"/>
              </a:xfrm>
              <a:custGeom>
                <a:avLst/>
                <a:gdLst>
                  <a:gd name="connsiteX0" fmla="*/ 168523 w 168523"/>
                  <a:gd name="connsiteY0" fmla="*/ 126916 h 204022"/>
                  <a:gd name="connsiteX1" fmla="*/ 37733 w 168523"/>
                  <a:gd name="connsiteY1" fmla="*/ 204022 h 204022"/>
                  <a:gd name="connsiteX2" fmla="*/ 19024 w 168523"/>
                  <a:gd name="connsiteY2" fmla="*/ 152467 h 204022"/>
                  <a:gd name="connsiteX3" fmla="*/ 0 w 168523"/>
                  <a:gd name="connsiteY3" fmla="*/ 100074 h 204022"/>
                  <a:gd name="connsiteX4" fmla="*/ 81330 w 168523"/>
                  <a:gd name="connsiteY4" fmla="*/ 0 h 204022"/>
                  <a:gd name="connsiteX5" fmla="*/ 90824 w 168523"/>
                  <a:gd name="connsiteY5" fmla="*/ 13823 h 204022"/>
                  <a:gd name="connsiteX6" fmla="*/ 168523 w 168523"/>
                  <a:gd name="connsiteY6" fmla="*/ 126916 h 204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23" h="204022">
                    <a:moveTo>
                      <a:pt x="168523" y="126916"/>
                    </a:moveTo>
                    <a:lnTo>
                      <a:pt x="37733" y="204022"/>
                    </a:lnTo>
                    <a:lnTo>
                      <a:pt x="19024" y="152467"/>
                    </a:lnTo>
                    <a:lnTo>
                      <a:pt x="0" y="100074"/>
                    </a:lnTo>
                    <a:lnTo>
                      <a:pt x="81330" y="0"/>
                    </a:lnTo>
                    <a:lnTo>
                      <a:pt x="90824" y="13823"/>
                    </a:lnTo>
                    <a:lnTo>
                      <a:pt x="168523" y="126916"/>
                    </a:lnTo>
                    <a:close/>
                  </a:path>
                </a:pathLst>
              </a:custGeom>
              <a:solidFill>
                <a:srgbClr val="FDC8AA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1" name="任意多边形 430">
                <a:extLst>
                  <a:ext uri="{FF2B5EF4-FFF2-40B4-BE49-F238E27FC236}">
                    <a16:creationId xmlns:a16="http://schemas.microsoft.com/office/drawing/2014/main" id="{05211BE0-492F-69D1-3E83-B260211D7B42}"/>
                  </a:ext>
                </a:extLst>
              </p:cNvPr>
              <p:cNvSpPr/>
              <p:nvPr/>
            </p:nvSpPr>
            <p:spPr>
              <a:xfrm>
                <a:off x="7183006" y="2959859"/>
                <a:ext cx="101096" cy="168544"/>
              </a:xfrm>
              <a:custGeom>
                <a:avLst/>
                <a:gdLst>
                  <a:gd name="connsiteX0" fmla="*/ 15881 w 91432"/>
                  <a:gd name="connsiteY0" fmla="*/ 152144 h 152432"/>
                  <a:gd name="connsiteX1" fmla="*/ -3143 w 91432"/>
                  <a:gd name="connsiteY1" fmla="*/ 99786 h 152432"/>
                  <a:gd name="connsiteX2" fmla="*/ 78187 w 91432"/>
                  <a:gd name="connsiteY2" fmla="*/ -288 h 152432"/>
                  <a:gd name="connsiteX3" fmla="*/ 87681 w 91432"/>
                  <a:gd name="connsiteY3" fmla="*/ 13674 h 152432"/>
                  <a:gd name="connsiteX4" fmla="*/ 15881 w 91432"/>
                  <a:gd name="connsiteY4" fmla="*/ 152144 h 15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32" h="152432">
                    <a:moveTo>
                      <a:pt x="15881" y="152144"/>
                    </a:moveTo>
                    <a:lnTo>
                      <a:pt x="-3143" y="99786"/>
                    </a:lnTo>
                    <a:lnTo>
                      <a:pt x="78187" y="-288"/>
                    </a:lnTo>
                    <a:lnTo>
                      <a:pt x="87681" y="13674"/>
                    </a:lnTo>
                    <a:cubicBezTo>
                      <a:pt x="94837" y="82822"/>
                      <a:pt x="36964" y="135425"/>
                      <a:pt x="15881" y="152144"/>
                    </a:cubicBezTo>
                    <a:close/>
                  </a:path>
                </a:pathLst>
              </a:custGeom>
              <a:solidFill>
                <a:srgbClr val="EFA37D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2" name="任意多边形 431">
                <a:extLst>
                  <a:ext uri="{FF2B5EF4-FFF2-40B4-BE49-F238E27FC236}">
                    <a16:creationId xmlns:a16="http://schemas.microsoft.com/office/drawing/2014/main" id="{86CA1B6B-1661-3663-74F6-94F8F2B93315}"/>
                  </a:ext>
                </a:extLst>
              </p:cNvPr>
              <p:cNvSpPr/>
              <p:nvPr/>
            </p:nvSpPr>
            <p:spPr>
              <a:xfrm>
                <a:off x="7017898" y="2825306"/>
                <a:ext cx="274525" cy="276361"/>
              </a:xfrm>
              <a:custGeom>
                <a:avLst/>
                <a:gdLst>
                  <a:gd name="connsiteX0" fmla="*/ -3143 w 248282"/>
                  <a:gd name="connsiteY0" fmla="*/ 47298 h 249943"/>
                  <a:gd name="connsiteX1" fmla="*/ 164716 w 248282"/>
                  <a:gd name="connsiteY1" fmla="*/ 239278 h 249943"/>
                  <a:gd name="connsiteX2" fmla="*/ 237495 w 248282"/>
                  <a:gd name="connsiteY2" fmla="*/ 101367 h 249943"/>
                  <a:gd name="connsiteX3" fmla="*/ 228942 w 248282"/>
                  <a:gd name="connsiteY3" fmla="*/ 21747 h 249943"/>
                  <a:gd name="connsiteX4" fmla="*/ 179411 w 248282"/>
                  <a:gd name="connsiteY4" fmla="*/ 51556 h 249943"/>
                  <a:gd name="connsiteX5" fmla="*/ -3143 w 248282"/>
                  <a:gd name="connsiteY5" fmla="*/ 47298 h 249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8282" h="249943">
                    <a:moveTo>
                      <a:pt x="-3143" y="47298"/>
                    </a:moveTo>
                    <a:cubicBezTo>
                      <a:pt x="-3143" y="47298"/>
                      <a:pt x="61921" y="303679"/>
                      <a:pt x="164716" y="239278"/>
                    </a:cubicBezTo>
                    <a:cubicBezTo>
                      <a:pt x="267514" y="174878"/>
                      <a:pt x="237495" y="101367"/>
                      <a:pt x="237495" y="101367"/>
                    </a:cubicBezTo>
                    <a:cubicBezTo>
                      <a:pt x="237495" y="101367"/>
                      <a:pt x="259450" y="58119"/>
                      <a:pt x="228942" y="21747"/>
                    </a:cubicBezTo>
                    <a:cubicBezTo>
                      <a:pt x="198436" y="-14624"/>
                      <a:pt x="179411" y="51556"/>
                      <a:pt x="179411" y="51556"/>
                    </a:cubicBezTo>
                    <a:cubicBezTo>
                      <a:pt x="179411" y="51556"/>
                      <a:pt x="174665" y="-62200"/>
                      <a:pt x="-3143" y="47298"/>
                    </a:cubicBezTo>
                    <a:close/>
                  </a:path>
                </a:pathLst>
              </a:custGeom>
              <a:solidFill>
                <a:srgbClr val="FDC8AA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3" name="任意多边形 432">
                <a:extLst>
                  <a:ext uri="{FF2B5EF4-FFF2-40B4-BE49-F238E27FC236}">
                    <a16:creationId xmlns:a16="http://schemas.microsoft.com/office/drawing/2014/main" id="{E9310860-4D96-8EAE-0280-5B3448077BF8}"/>
                  </a:ext>
                </a:extLst>
              </p:cNvPr>
              <p:cNvSpPr/>
              <p:nvPr/>
            </p:nvSpPr>
            <p:spPr>
              <a:xfrm>
                <a:off x="7233179" y="2863413"/>
                <a:ext cx="40668" cy="56601"/>
              </a:xfrm>
              <a:custGeom>
                <a:avLst/>
                <a:gdLst>
                  <a:gd name="connsiteX0" fmla="*/ -3143 w 36780"/>
                  <a:gd name="connsiteY0" fmla="*/ 18559 h 51190"/>
                  <a:gd name="connsiteX1" fmla="*/ 17103 w 36780"/>
                  <a:gd name="connsiteY1" fmla="*/ 129 h 51190"/>
                  <a:gd name="connsiteX2" fmla="*/ 31972 w 36780"/>
                  <a:gd name="connsiteY2" fmla="*/ 49974 h 51190"/>
                  <a:gd name="connsiteX3" fmla="*/ 18742 w 36780"/>
                  <a:gd name="connsiteY3" fmla="*/ 20060 h 51190"/>
                  <a:gd name="connsiteX4" fmla="*/ -3143 w 36780"/>
                  <a:gd name="connsiteY4" fmla="*/ 18559 h 5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80" h="51190">
                    <a:moveTo>
                      <a:pt x="-3143" y="18559"/>
                    </a:moveTo>
                    <a:cubicBezTo>
                      <a:pt x="-3143" y="18559"/>
                      <a:pt x="3838" y="-3571"/>
                      <a:pt x="17103" y="129"/>
                    </a:cubicBezTo>
                    <a:cubicBezTo>
                      <a:pt x="30366" y="3829"/>
                      <a:pt x="36964" y="42993"/>
                      <a:pt x="31972" y="49974"/>
                    </a:cubicBezTo>
                    <a:cubicBezTo>
                      <a:pt x="26981" y="56955"/>
                      <a:pt x="21953" y="22329"/>
                      <a:pt x="18742" y="20060"/>
                    </a:cubicBezTo>
                    <a:cubicBezTo>
                      <a:pt x="15531" y="17791"/>
                      <a:pt x="6421" y="8437"/>
                      <a:pt x="-3143" y="18559"/>
                    </a:cubicBezTo>
                    <a:close/>
                  </a:path>
                </a:pathLst>
              </a:custGeom>
              <a:solidFill>
                <a:srgbClr val="EFA37D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4" name="任意多边形 433">
                <a:extLst>
                  <a:ext uri="{FF2B5EF4-FFF2-40B4-BE49-F238E27FC236}">
                    <a16:creationId xmlns:a16="http://schemas.microsoft.com/office/drawing/2014/main" id="{3EAF1739-BC62-84B6-A293-DA4A32891929}"/>
                  </a:ext>
                </a:extLst>
              </p:cNvPr>
              <p:cNvSpPr/>
              <p:nvPr/>
            </p:nvSpPr>
            <p:spPr>
              <a:xfrm>
                <a:off x="7202496" y="3032456"/>
                <a:ext cx="198376" cy="163179"/>
              </a:xfrm>
              <a:custGeom>
                <a:avLst/>
                <a:gdLst>
                  <a:gd name="connsiteX0" fmla="*/ 0 w 179413"/>
                  <a:gd name="connsiteY0" fmla="*/ 108172 h 147580"/>
                  <a:gd name="connsiteX1" fmla="*/ 179414 w 179413"/>
                  <a:gd name="connsiteY1" fmla="*/ 0 h 147580"/>
                  <a:gd name="connsiteX2" fmla="*/ 179414 w 179413"/>
                  <a:gd name="connsiteY2" fmla="*/ 77979 h 147580"/>
                  <a:gd name="connsiteX3" fmla="*/ 17592 w 179413"/>
                  <a:gd name="connsiteY3" fmla="*/ 147580 h 147580"/>
                  <a:gd name="connsiteX4" fmla="*/ 0 w 179413"/>
                  <a:gd name="connsiteY4" fmla="*/ 108172 h 147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9413" h="147580">
                    <a:moveTo>
                      <a:pt x="0" y="108172"/>
                    </a:moveTo>
                    <a:lnTo>
                      <a:pt x="179414" y="0"/>
                    </a:lnTo>
                    <a:lnTo>
                      <a:pt x="179414" y="77979"/>
                    </a:lnTo>
                    <a:lnTo>
                      <a:pt x="17592" y="147580"/>
                    </a:lnTo>
                    <a:lnTo>
                      <a:pt x="0" y="108172"/>
                    </a:lnTo>
                    <a:close/>
                  </a:path>
                </a:pathLst>
              </a:custGeom>
              <a:solidFill>
                <a:srgbClr val="1F3A6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5" name="任意多边形 434">
                <a:extLst>
                  <a:ext uri="{FF2B5EF4-FFF2-40B4-BE49-F238E27FC236}">
                    <a16:creationId xmlns:a16="http://schemas.microsoft.com/office/drawing/2014/main" id="{C145D839-E59C-6E98-6526-CF782C463111}"/>
                  </a:ext>
                </a:extLst>
              </p:cNvPr>
              <p:cNvSpPr/>
              <p:nvPr/>
            </p:nvSpPr>
            <p:spPr>
              <a:xfrm>
                <a:off x="6317051" y="3185675"/>
                <a:ext cx="908603" cy="494889"/>
              </a:xfrm>
              <a:custGeom>
                <a:avLst/>
                <a:gdLst>
                  <a:gd name="connsiteX0" fmla="*/ 818604 w 821747"/>
                  <a:gd name="connsiteY0" fmla="*/ 353831 h 447581"/>
                  <a:gd name="connsiteX1" fmla="*/ 742545 w 821747"/>
                  <a:gd name="connsiteY1" fmla="*/ 394530 h 447581"/>
                  <a:gd name="connsiteX2" fmla="*/ 667009 w 821747"/>
                  <a:gd name="connsiteY2" fmla="*/ 434951 h 447581"/>
                  <a:gd name="connsiteX3" fmla="*/ 582782 w 821747"/>
                  <a:gd name="connsiteY3" fmla="*/ 441304 h 447581"/>
                  <a:gd name="connsiteX4" fmla="*/ 33859 w 821747"/>
                  <a:gd name="connsiteY4" fmla="*/ 238852 h 447581"/>
                  <a:gd name="connsiteX5" fmla="*/ 14172 w 821747"/>
                  <a:gd name="connsiteY5" fmla="*/ 125374 h 447581"/>
                  <a:gd name="connsiteX6" fmla="*/ 7191 w 821747"/>
                  <a:gd name="connsiteY6" fmla="*/ -285 h 447581"/>
                  <a:gd name="connsiteX7" fmla="*/ 85973 w 821747"/>
                  <a:gd name="connsiteY7" fmla="*/ 163805 h 447581"/>
                  <a:gd name="connsiteX8" fmla="*/ 595592 w 821747"/>
                  <a:gd name="connsiteY8" fmla="*/ 226635 h 447581"/>
                  <a:gd name="connsiteX9" fmla="*/ 688231 w 821747"/>
                  <a:gd name="connsiteY9" fmla="*/ 140279 h 447581"/>
                  <a:gd name="connsiteX10" fmla="*/ 695596 w 821747"/>
                  <a:gd name="connsiteY10" fmla="*/ 152321 h 447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1747" h="447581">
                    <a:moveTo>
                      <a:pt x="818604" y="353831"/>
                    </a:moveTo>
                    <a:lnTo>
                      <a:pt x="742545" y="394530"/>
                    </a:lnTo>
                    <a:lnTo>
                      <a:pt x="667009" y="434951"/>
                    </a:lnTo>
                    <a:cubicBezTo>
                      <a:pt x="641073" y="448801"/>
                      <a:pt x="610497" y="451105"/>
                      <a:pt x="582782" y="441304"/>
                    </a:cubicBezTo>
                    <a:cubicBezTo>
                      <a:pt x="453841" y="395682"/>
                      <a:pt x="80144" y="262692"/>
                      <a:pt x="33859" y="238852"/>
                    </a:cubicBezTo>
                    <a:cubicBezTo>
                      <a:pt x="-21990" y="209776"/>
                      <a:pt x="11240" y="128306"/>
                      <a:pt x="14172" y="125374"/>
                    </a:cubicBezTo>
                    <a:cubicBezTo>
                      <a:pt x="17104" y="122442"/>
                      <a:pt x="-20734" y="448"/>
                      <a:pt x="7191" y="-285"/>
                    </a:cubicBezTo>
                    <a:cubicBezTo>
                      <a:pt x="35115" y="-1018"/>
                      <a:pt x="85973" y="163805"/>
                      <a:pt x="85973" y="163805"/>
                    </a:cubicBezTo>
                    <a:lnTo>
                      <a:pt x="595592" y="226635"/>
                    </a:lnTo>
                    <a:lnTo>
                      <a:pt x="688231" y="140279"/>
                    </a:lnTo>
                    <a:lnTo>
                      <a:pt x="695596" y="152321"/>
                    </a:lnTo>
                    <a:close/>
                  </a:path>
                </a:pathLst>
              </a:custGeom>
              <a:solidFill>
                <a:srgbClr val="FDC8AA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6" name="任意多边形 435">
                <a:extLst>
                  <a:ext uri="{FF2B5EF4-FFF2-40B4-BE49-F238E27FC236}">
                    <a16:creationId xmlns:a16="http://schemas.microsoft.com/office/drawing/2014/main" id="{59180C27-5A8B-93C5-0500-211DD8644D8A}"/>
                  </a:ext>
                </a:extLst>
              </p:cNvPr>
              <p:cNvSpPr/>
              <p:nvPr/>
            </p:nvSpPr>
            <p:spPr>
              <a:xfrm>
                <a:off x="7089646" y="3354491"/>
                <a:ext cx="136008" cy="267732"/>
              </a:xfrm>
              <a:custGeom>
                <a:avLst/>
                <a:gdLst>
                  <a:gd name="connsiteX0" fmla="*/ 123007 w 123007"/>
                  <a:gd name="connsiteY0" fmla="*/ 201439 h 242139"/>
                  <a:gd name="connsiteX1" fmla="*/ 46948 w 123007"/>
                  <a:gd name="connsiteY1" fmla="*/ 242139 h 242139"/>
                  <a:gd name="connsiteX2" fmla="*/ 0 w 123007"/>
                  <a:gd name="connsiteY2" fmla="*/ 0 h 242139"/>
                  <a:gd name="connsiteX3" fmla="*/ 123007 w 123007"/>
                  <a:gd name="connsiteY3" fmla="*/ 201439 h 242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007" h="242139">
                    <a:moveTo>
                      <a:pt x="123007" y="201439"/>
                    </a:moveTo>
                    <a:lnTo>
                      <a:pt x="46948" y="242139"/>
                    </a:lnTo>
                    <a:lnTo>
                      <a:pt x="0" y="0"/>
                    </a:lnTo>
                    <a:lnTo>
                      <a:pt x="123007" y="201439"/>
                    </a:lnTo>
                    <a:close/>
                  </a:path>
                </a:pathLst>
              </a:custGeom>
              <a:solidFill>
                <a:srgbClr val="EFA37D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7" name="任意多边形 436">
                <a:extLst>
                  <a:ext uri="{FF2B5EF4-FFF2-40B4-BE49-F238E27FC236}">
                    <a16:creationId xmlns:a16="http://schemas.microsoft.com/office/drawing/2014/main" id="{69F6DAE7-15EC-7E9F-E510-006FFBF61BB5}"/>
                  </a:ext>
                </a:extLst>
              </p:cNvPr>
              <p:cNvSpPr/>
              <p:nvPr/>
            </p:nvSpPr>
            <p:spPr>
              <a:xfrm>
                <a:off x="7072394" y="3094948"/>
                <a:ext cx="487912" cy="499603"/>
              </a:xfrm>
              <a:custGeom>
                <a:avLst/>
                <a:gdLst>
                  <a:gd name="connsiteX0" fmla="*/ -3143 w 441271"/>
                  <a:gd name="connsiteY0" fmla="*/ 219052 h 451844"/>
                  <a:gd name="connsiteX1" fmla="*/ 378059 w 441271"/>
                  <a:gd name="connsiteY1" fmla="*/ 27875 h 451844"/>
                  <a:gd name="connsiteX2" fmla="*/ 128345 w 441271"/>
                  <a:gd name="connsiteY2" fmla="*/ 451557 h 451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1271" h="451844">
                    <a:moveTo>
                      <a:pt x="-3143" y="219052"/>
                    </a:moveTo>
                    <a:cubicBezTo>
                      <a:pt x="-3143" y="219052"/>
                      <a:pt x="199308" y="-93980"/>
                      <a:pt x="378059" y="27875"/>
                    </a:cubicBezTo>
                    <a:cubicBezTo>
                      <a:pt x="556810" y="149730"/>
                      <a:pt x="295646" y="386703"/>
                      <a:pt x="128345" y="451557"/>
                    </a:cubicBezTo>
                    <a:close/>
                  </a:path>
                </a:pathLst>
              </a:custGeom>
              <a:solidFill>
                <a:srgbClr val="F4B545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8" name="任意多边形 437">
                <a:extLst>
                  <a:ext uri="{FF2B5EF4-FFF2-40B4-BE49-F238E27FC236}">
                    <a16:creationId xmlns:a16="http://schemas.microsoft.com/office/drawing/2014/main" id="{644175FA-2971-D701-7F80-9F27353DF716}"/>
                  </a:ext>
                </a:extLst>
              </p:cNvPr>
              <p:cNvSpPr/>
              <p:nvPr/>
            </p:nvSpPr>
            <p:spPr>
              <a:xfrm>
                <a:off x="6750088" y="5734173"/>
                <a:ext cx="318870" cy="133653"/>
              </a:xfrm>
              <a:custGeom>
                <a:avLst/>
                <a:gdLst>
                  <a:gd name="connsiteX0" fmla="*/ 288389 w 288388"/>
                  <a:gd name="connsiteY0" fmla="*/ 0 h 120877"/>
                  <a:gd name="connsiteX1" fmla="*/ 114560 w 288388"/>
                  <a:gd name="connsiteY1" fmla="*/ 0 h 120877"/>
                  <a:gd name="connsiteX2" fmla="*/ 0 w 288388"/>
                  <a:gd name="connsiteY2" fmla="*/ 80946 h 120877"/>
                  <a:gd name="connsiteX3" fmla="*/ 0 w 288388"/>
                  <a:gd name="connsiteY3" fmla="*/ 120878 h 120877"/>
                  <a:gd name="connsiteX4" fmla="*/ 288389 w 288388"/>
                  <a:gd name="connsiteY4" fmla="*/ 120878 h 120877"/>
                  <a:gd name="connsiteX5" fmla="*/ 288389 w 288388"/>
                  <a:gd name="connsiteY5" fmla="*/ 0 h 120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8388" h="120877">
                    <a:moveTo>
                      <a:pt x="288389" y="0"/>
                    </a:moveTo>
                    <a:lnTo>
                      <a:pt x="114560" y="0"/>
                    </a:lnTo>
                    <a:lnTo>
                      <a:pt x="0" y="80946"/>
                    </a:lnTo>
                    <a:lnTo>
                      <a:pt x="0" y="120878"/>
                    </a:lnTo>
                    <a:lnTo>
                      <a:pt x="288389" y="120878"/>
                    </a:lnTo>
                    <a:lnTo>
                      <a:pt x="288389" y="0"/>
                    </a:lnTo>
                    <a:close/>
                  </a:path>
                </a:pathLst>
              </a:custGeom>
              <a:solidFill>
                <a:srgbClr val="15315E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9" name="任意多边形 438">
                <a:extLst>
                  <a:ext uri="{FF2B5EF4-FFF2-40B4-BE49-F238E27FC236}">
                    <a16:creationId xmlns:a16="http://schemas.microsoft.com/office/drawing/2014/main" id="{FC50D764-0585-AD43-D80E-324CC47592BB}"/>
                  </a:ext>
                </a:extLst>
              </p:cNvPr>
              <p:cNvSpPr/>
              <p:nvPr/>
            </p:nvSpPr>
            <p:spPr>
              <a:xfrm>
                <a:off x="8053204" y="5708970"/>
                <a:ext cx="321262" cy="157312"/>
              </a:xfrm>
              <a:custGeom>
                <a:avLst/>
                <a:gdLst>
                  <a:gd name="connsiteX0" fmla="*/ 281443 w 290552"/>
                  <a:gd name="connsiteY0" fmla="*/ 0 h 142274"/>
                  <a:gd name="connsiteX1" fmla="*/ 108102 w 290552"/>
                  <a:gd name="connsiteY1" fmla="*/ 13124 h 142274"/>
                  <a:gd name="connsiteX2" fmla="*/ 0 w 290552"/>
                  <a:gd name="connsiteY2" fmla="*/ 102447 h 142274"/>
                  <a:gd name="connsiteX3" fmla="*/ 3002 w 290552"/>
                  <a:gd name="connsiteY3" fmla="*/ 142275 h 142274"/>
                  <a:gd name="connsiteX4" fmla="*/ 290553 w 290552"/>
                  <a:gd name="connsiteY4" fmla="*/ 120529 h 142274"/>
                  <a:gd name="connsiteX5" fmla="*/ 281443 w 290552"/>
                  <a:gd name="connsiteY5" fmla="*/ 0 h 142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0552" h="142274">
                    <a:moveTo>
                      <a:pt x="281443" y="0"/>
                    </a:moveTo>
                    <a:lnTo>
                      <a:pt x="108102" y="13124"/>
                    </a:lnTo>
                    <a:lnTo>
                      <a:pt x="0" y="102447"/>
                    </a:lnTo>
                    <a:lnTo>
                      <a:pt x="3002" y="142275"/>
                    </a:lnTo>
                    <a:lnTo>
                      <a:pt x="290553" y="120529"/>
                    </a:lnTo>
                    <a:lnTo>
                      <a:pt x="281443" y="0"/>
                    </a:lnTo>
                    <a:close/>
                  </a:path>
                </a:pathLst>
              </a:custGeom>
              <a:solidFill>
                <a:srgbClr val="15315E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0" name="任意多边形 439">
                <a:extLst>
                  <a:ext uri="{FF2B5EF4-FFF2-40B4-BE49-F238E27FC236}">
                    <a16:creationId xmlns:a16="http://schemas.microsoft.com/office/drawing/2014/main" id="{C218CAFD-A455-DEC6-2E05-A0952DA157CD}"/>
                  </a:ext>
                </a:extLst>
              </p:cNvPr>
              <p:cNvSpPr/>
              <p:nvPr/>
            </p:nvSpPr>
            <p:spPr>
              <a:xfrm>
                <a:off x="4067025" y="3260093"/>
                <a:ext cx="611670" cy="712880"/>
              </a:xfrm>
              <a:custGeom>
                <a:avLst/>
                <a:gdLst>
                  <a:gd name="connsiteX0" fmla="*/ 537634 w 553199"/>
                  <a:gd name="connsiteY0" fmla="*/ 644447 h 644734"/>
                  <a:gd name="connsiteX1" fmla="*/ 532050 w 553199"/>
                  <a:gd name="connsiteY1" fmla="*/ 643086 h 644734"/>
                  <a:gd name="connsiteX2" fmla="*/ 111858 w 553199"/>
                  <a:gd name="connsiteY2" fmla="*/ 333369 h 644734"/>
                  <a:gd name="connsiteX3" fmla="*/ 7141 w 553199"/>
                  <a:gd name="connsiteY3" fmla="*/ 8958 h 644734"/>
                  <a:gd name="connsiteX4" fmla="*/ 22326 w 553199"/>
                  <a:gd name="connsiteY4" fmla="*/ 130 h 644734"/>
                  <a:gd name="connsiteX5" fmla="*/ 31157 w 553199"/>
                  <a:gd name="connsiteY5" fmla="*/ 15325 h 644734"/>
                  <a:gd name="connsiteX6" fmla="*/ 30842 w 553199"/>
                  <a:gd name="connsiteY6" fmla="*/ 16358 h 644734"/>
                  <a:gd name="connsiteX7" fmla="*/ 130777 w 553199"/>
                  <a:gd name="connsiteY7" fmla="*/ 317278 h 644734"/>
                  <a:gd name="connsiteX8" fmla="*/ 543290 w 553199"/>
                  <a:gd name="connsiteY8" fmla="*/ 620955 h 644734"/>
                  <a:gd name="connsiteX9" fmla="*/ 548700 w 553199"/>
                  <a:gd name="connsiteY9" fmla="*/ 637675 h 644734"/>
                  <a:gd name="connsiteX10" fmla="*/ 537634 w 553199"/>
                  <a:gd name="connsiteY10" fmla="*/ 644447 h 644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53199" h="644734">
                    <a:moveTo>
                      <a:pt x="537634" y="644447"/>
                    </a:moveTo>
                    <a:cubicBezTo>
                      <a:pt x="535680" y="644457"/>
                      <a:pt x="533760" y="643990"/>
                      <a:pt x="532050" y="643086"/>
                    </a:cubicBezTo>
                    <a:cubicBezTo>
                      <a:pt x="351763" y="551563"/>
                      <a:pt x="206452" y="444473"/>
                      <a:pt x="111858" y="333369"/>
                    </a:cubicBezTo>
                    <a:cubicBezTo>
                      <a:pt x="13285" y="217623"/>
                      <a:pt x="-22947" y="105437"/>
                      <a:pt x="7141" y="8958"/>
                    </a:cubicBezTo>
                    <a:cubicBezTo>
                      <a:pt x="8887" y="2322"/>
                      <a:pt x="15693" y="-1629"/>
                      <a:pt x="22326" y="130"/>
                    </a:cubicBezTo>
                    <a:cubicBezTo>
                      <a:pt x="28957" y="1890"/>
                      <a:pt x="32937" y="8693"/>
                      <a:pt x="31157" y="15325"/>
                    </a:cubicBezTo>
                    <a:cubicBezTo>
                      <a:pt x="31087" y="15674"/>
                      <a:pt x="30947" y="16019"/>
                      <a:pt x="30842" y="16358"/>
                    </a:cubicBezTo>
                    <a:cubicBezTo>
                      <a:pt x="3442" y="104250"/>
                      <a:pt x="37998" y="208338"/>
                      <a:pt x="130777" y="317278"/>
                    </a:cubicBezTo>
                    <a:cubicBezTo>
                      <a:pt x="223555" y="426218"/>
                      <a:pt x="365900" y="530899"/>
                      <a:pt x="543290" y="620955"/>
                    </a:cubicBezTo>
                    <a:cubicBezTo>
                      <a:pt x="549398" y="624080"/>
                      <a:pt x="551806" y="631563"/>
                      <a:pt x="548700" y="637675"/>
                    </a:cubicBezTo>
                    <a:cubicBezTo>
                      <a:pt x="546570" y="641832"/>
                      <a:pt x="542312" y="644447"/>
                      <a:pt x="537634" y="644447"/>
                    </a:cubicBezTo>
                    <a:close/>
                  </a:path>
                </a:pathLst>
              </a:custGeom>
              <a:solidFill>
                <a:srgbClr val="1F3A6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1" name="任意多边形 440">
                <a:extLst>
                  <a:ext uri="{FF2B5EF4-FFF2-40B4-BE49-F238E27FC236}">
                    <a16:creationId xmlns:a16="http://schemas.microsoft.com/office/drawing/2014/main" id="{8A5E0752-B36B-E7B7-DECC-DADE610BB260}"/>
                  </a:ext>
                </a:extLst>
              </p:cNvPr>
              <p:cNvSpPr/>
              <p:nvPr/>
            </p:nvSpPr>
            <p:spPr>
              <a:xfrm>
                <a:off x="4310231" y="3699442"/>
                <a:ext cx="270262" cy="259774"/>
              </a:xfrm>
              <a:custGeom>
                <a:avLst/>
                <a:gdLst>
                  <a:gd name="connsiteX0" fmla="*/ 79448 w 244427"/>
                  <a:gd name="connsiteY0" fmla="*/ 66216 h 234941"/>
                  <a:gd name="connsiteX1" fmla="*/ 107757 w 244427"/>
                  <a:gd name="connsiteY1" fmla="*/ 5900 h 234941"/>
                  <a:gd name="connsiteX2" fmla="*/ 121999 w 244427"/>
                  <a:gd name="connsiteY2" fmla="*/ 720 h 234941"/>
                  <a:gd name="connsiteX3" fmla="*/ 126990 w 244427"/>
                  <a:gd name="connsiteY3" fmla="*/ 5516 h 234941"/>
                  <a:gd name="connsiteX4" fmla="*/ 157637 w 244427"/>
                  <a:gd name="connsiteY4" fmla="*/ 64646 h 234941"/>
                  <a:gd name="connsiteX5" fmla="*/ 165804 w 244427"/>
                  <a:gd name="connsiteY5" fmla="*/ 70370 h 234941"/>
                  <a:gd name="connsiteX6" fmla="*/ 231916 w 244427"/>
                  <a:gd name="connsiteY6" fmla="*/ 78642 h 234941"/>
                  <a:gd name="connsiteX7" fmla="*/ 241200 w 244427"/>
                  <a:gd name="connsiteY7" fmla="*/ 90626 h 234941"/>
                  <a:gd name="connsiteX8" fmla="*/ 238198 w 244427"/>
                  <a:gd name="connsiteY8" fmla="*/ 96793 h 234941"/>
                  <a:gd name="connsiteX9" fmla="*/ 191460 w 244427"/>
                  <a:gd name="connsiteY9" fmla="*/ 144230 h 234941"/>
                  <a:gd name="connsiteX10" fmla="*/ 188563 w 244427"/>
                  <a:gd name="connsiteY10" fmla="*/ 153759 h 234941"/>
                  <a:gd name="connsiteX11" fmla="*/ 201094 w 244427"/>
                  <a:gd name="connsiteY11" fmla="*/ 219207 h 234941"/>
                  <a:gd name="connsiteX12" fmla="*/ 192577 w 244427"/>
                  <a:gd name="connsiteY12" fmla="*/ 231741 h 234941"/>
                  <a:gd name="connsiteX13" fmla="*/ 185771 w 244427"/>
                  <a:gd name="connsiteY13" fmla="*/ 230795 h 234941"/>
                  <a:gd name="connsiteX14" fmla="*/ 126222 w 244427"/>
                  <a:gd name="connsiteY14" fmla="*/ 201126 h 234941"/>
                  <a:gd name="connsiteX15" fmla="*/ 116239 w 244427"/>
                  <a:gd name="connsiteY15" fmla="*/ 201126 h 234941"/>
                  <a:gd name="connsiteX16" fmla="*/ 57947 w 244427"/>
                  <a:gd name="connsiteY16" fmla="*/ 233343 h 234941"/>
                  <a:gd name="connsiteX17" fmla="*/ 43356 w 244427"/>
                  <a:gd name="connsiteY17" fmla="*/ 229040 h 234941"/>
                  <a:gd name="connsiteX18" fmla="*/ 42169 w 244427"/>
                  <a:gd name="connsiteY18" fmla="*/ 222348 h 234941"/>
                  <a:gd name="connsiteX19" fmla="*/ 52118 w 244427"/>
                  <a:gd name="connsiteY19" fmla="*/ 156482 h 234941"/>
                  <a:gd name="connsiteX20" fmla="*/ 48871 w 244427"/>
                  <a:gd name="connsiteY20" fmla="*/ 147057 h 234941"/>
                  <a:gd name="connsiteX21" fmla="*/ 248 w 244427"/>
                  <a:gd name="connsiteY21" fmla="*/ 101680 h 234941"/>
                  <a:gd name="connsiteX22" fmla="*/ -240 w 244427"/>
                  <a:gd name="connsiteY22" fmla="*/ 86535 h 234941"/>
                  <a:gd name="connsiteX23" fmla="*/ 5833 w 244427"/>
                  <a:gd name="connsiteY23" fmla="*/ 83285 h 234941"/>
                  <a:gd name="connsiteX24" fmla="*/ 71525 w 244427"/>
                  <a:gd name="connsiteY24" fmla="*/ 72394 h 234941"/>
                  <a:gd name="connsiteX25" fmla="*/ 79448 w 244427"/>
                  <a:gd name="connsiteY25" fmla="*/ 66216 h 234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44427" h="234941">
                    <a:moveTo>
                      <a:pt x="79448" y="66216"/>
                    </a:moveTo>
                    <a:lnTo>
                      <a:pt x="107757" y="5900"/>
                    </a:lnTo>
                    <a:cubicBezTo>
                      <a:pt x="110270" y="538"/>
                      <a:pt x="116623" y="-1783"/>
                      <a:pt x="121999" y="720"/>
                    </a:cubicBezTo>
                    <a:cubicBezTo>
                      <a:pt x="124162" y="1721"/>
                      <a:pt x="125908" y="3411"/>
                      <a:pt x="126990" y="5516"/>
                    </a:cubicBezTo>
                    <a:lnTo>
                      <a:pt x="157637" y="64646"/>
                    </a:lnTo>
                    <a:cubicBezTo>
                      <a:pt x="159242" y="67783"/>
                      <a:pt x="162314" y="69923"/>
                      <a:pt x="165804" y="70370"/>
                    </a:cubicBezTo>
                    <a:lnTo>
                      <a:pt x="231916" y="78642"/>
                    </a:lnTo>
                    <a:cubicBezTo>
                      <a:pt x="237780" y="79390"/>
                      <a:pt x="241933" y="84755"/>
                      <a:pt x="241200" y="90626"/>
                    </a:cubicBezTo>
                    <a:cubicBezTo>
                      <a:pt x="240886" y="92954"/>
                      <a:pt x="239839" y="95121"/>
                      <a:pt x="238198" y="96793"/>
                    </a:cubicBezTo>
                    <a:lnTo>
                      <a:pt x="191460" y="144230"/>
                    </a:lnTo>
                    <a:cubicBezTo>
                      <a:pt x="188982" y="146733"/>
                      <a:pt x="187900" y="150300"/>
                      <a:pt x="188563" y="153759"/>
                    </a:cubicBezTo>
                    <a:lnTo>
                      <a:pt x="201094" y="219207"/>
                    </a:lnTo>
                    <a:cubicBezTo>
                      <a:pt x="202211" y="225022"/>
                      <a:pt x="198371" y="230631"/>
                      <a:pt x="192577" y="231741"/>
                    </a:cubicBezTo>
                    <a:cubicBezTo>
                      <a:pt x="190273" y="232181"/>
                      <a:pt x="187865" y="231850"/>
                      <a:pt x="185771" y="230795"/>
                    </a:cubicBezTo>
                    <a:lnTo>
                      <a:pt x="126222" y="201126"/>
                    </a:lnTo>
                    <a:cubicBezTo>
                      <a:pt x="123115" y="199436"/>
                      <a:pt x="119346" y="199436"/>
                      <a:pt x="116239" y="201126"/>
                    </a:cubicBezTo>
                    <a:lnTo>
                      <a:pt x="57947" y="233343"/>
                    </a:lnTo>
                    <a:cubicBezTo>
                      <a:pt x="52746" y="236181"/>
                      <a:pt x="46218" y="234255"/>
                      <a:pt x="43356" y="229040"/>
                    </a:cubicBezTo>
                    <a:cubicBezTo>
                      <a:pt x="42239" y="226998"/>
                      <a:pt x="41820" y="224649"/>
                      <a:pt x="42169" y="222348"/>
                    </a:cubicBezTo>
                    <a:lnTo>
                      <a:pt x="52118" y="156482"/>
                    </a:lnTo>
                    <a:cubicBezTo>
                      <a:pt x="52641" y="152998"/>
                      <a:pt x="51419" y="149480"/>
                      <a:pt x="48871" y="147057"/>
                    </a:cubicBezTo>
                    <a:lnTo>
                      <a:pt x="248" y="101680"/>
                    </a:lnTo>
                    <a:cubicBezTo>
                      <a:pt x="-4080" y="97635"/>
                      <a:pt x="-4290" y="90853"/>
                      <a:pt x="-240" y="86535"/>
                    </a:cubicBezTo>
                    <a:cubicBezTo>
                      <a:pt x="1365" y="84810"/>
                      <a:pt x="3494" y="83669"/>
                      <a:pt x="5833" y="83285"/>
                    </a:cubicBezTo>
                    <a:lnTo>
                      <a:pt x="71525" y="72394"/>
                    </a:lnTo>
                    <a:cubicBezTo>
                      <a:pt x="75015" y="71784"/>
                      <a:pt x="78017" y="69466"/>
                      <a:pt x="79448" y="66216"/>
                    </a:cubicBezTo>
                    <a:close/>
                  </a:path>
                </a:pathLst>
              </a:custGeom>
              <a:solidFill>
                <a:srgbClr val="1F3A6F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2" name="任意多边形 441">
                <a:extLst>
                  <a:ext uri="{FF2B5EF4-FFF2-40B4-BE49-F238E27FC236}">
                    <a16:creationId xmlns:a16="http://schemas.microsoft.com/office/drawing/2014/main" id="{B7AD7A97-6BC0-DAEC-2E83-741BCF5666DF}"/>
                  </a:ext>
                </a:extLst>
              </p:cNvPr>
              <p:cNvSpPr/>
              <p:nvPr/>
            </p:nvSpPr>
            <p:spPr>
              <a:xfrm rot="18900000">
                <a:off x="7907398" y="2250515"/>
                <a:ext cx="612886" cy="612886"/>
              </a:xfrm>
              <a:custGeom>
                <a:avLst/>
                <a:gdLst>
                  <a:gd name="connsiteX0" fmla="*/ 551156 w 554298"/>
                  <a:gd name="connsiteY0" fmla="*/ 276862 h 554298"/>
                  <a:gd name="connsiteX1" fmla="*/ 274007 w 554298"/>
                  <a:gd name="connsiteY1" fmla="*/ 554011 h 554298"/>
                  <a:gd name="connsiteX2" fmla="*/ -3142 w 554298"/>
                  <a:gd name="connsiteY2" fmla="*/ 276862 h 554298"/>
                  <a:gd name="connsiteX3" fmla="*/ 274007 w 554298"/>
                  <a:gd name="connsiteY3" fmla="*/ -288 h 554298"/>
                  <a:gd name="connsiteX4" fmla="*/ 551156 w 554298"/>
                  <a:gd name="connsiteY4" fmla="*/ 276862 h 554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4298" h="554298">
                    <a:moveTo>
                      <a:pt x="551156" y="276862"/>
                    </a:moveTo>
                    <a:cubicBezTo>
                      <a:pt x="551156" y="429927"/>
                      <a:pt x="427071" y="554011"/>
                      <a:pt x="274007" y="554011"/>
                    </a:cubicBezTo>
                    <a:cubicBezTo>
                      <a:pt x="120941" y="554011"/>
                      <a:pt x="-3142" y="429927"/>
                      <a:pt x="-3142" y="276862"/>
                    </a:cubicBezTo>
                    <a:cubicBezTo>
                      <a:pt x="-3142" y="123796"/>
                      <a:pt x="120942" y="-288"/>
                      <a:pt x="274007" y="-288"/>
                    </a:cubicBezTo>
                    <a:cubicBezTo>
                      <a:pt x="427073" y="-288"/>
                      <a:pt x="551156" y="123796"/>
                      <a:pt x="551156" y="276862"/>
                    </a:cubicBezTo>
                    <a:close/>
                  </a:path>
                </a:pathLst>
              </a:custGeom>
              <a:solidFill>
                <a:srgbClr val="D7E4F9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3" name="任意多边形 442">
                <a:extLst>
                  <a:ext uri="{FF2B5EF4-FFF2-40B4-BE49-F238E27FC236}">
                    <a16:creationId xmlns:a16="http://schemas.microsoft.com/office/drawing/2014/main" id="{2F5A1C03-BD55-4C6C-95C7-90EE4E6D01C9}"/>
                  </a:ext>
                </a:extLst>
              </p:cNvPr>
              <p:cNvSpPr/>
              <p:nvPr/>
            </p:nvSpPr>
            <p:spPr>
              <a:xfrm rot="16996800">
                <a:off x="5990368" y="1690496"/>
                <a:ext cx="265301" cy="265301"/>
              </a:xfrm>
              <a:custGeom>
                <a:avLst/>
                <a:gdLst>
                  <a:gd name="connsiteX0" fmla="*/ 236796 w 239940"/>
                  <a:gd name="connsiteY0" fmla="*/ 119682 h 239940"/>
                  <a:gd name="connsiteX1" fmla="*/ 116826 w 239940"/>
                  <a:gd name="connsiteY1" fmla="*/ 239652 h 239940"/>
                  <a:gd name="connsiteX2" fmla="*/ -3144 w 239940"/>
                  <a:gd name="connsiteY2" fmla="*/ 119682 h 239940"/>
                  <a:gd name="connsiteX3" fmla="*/ 116826 w 239940"/>
                  <a:gd name="connsiteY3" fmla="*/ -288 h 239940"/>
                  <a:gd name="connsiteX4" fmla="*/ 236796 w 239940"/>
                  <a:gd name="connsiteY4" fmla="*/ 119682 h 239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940" h="239940">
                    <a:moveTo>
                      <a:pt x="236796" y="119682"/>
                    </a:moveTo>
                    <a:cubicBezTo>
                      <a:pt x="236796" y="185940"/>
                      <a:pt x="183084" y="239652"/>
                      <a:pt x="116826" y="239652"/>
                    </a:cubicBezTo>
                    <a:cubicBezTo>
                      <a:pt x="50569" y="239652"/>
                      <a:pt x="-3144" y="185940"/>
                      <a:pt x="-3144" y="119682"/>
                    </a:cubicBezTo>
                    <a:cubicBezTo>
                      <a:pt x="-3144" y="53424"/>
                      <a:pt x="50568" y="-288"/>
                      <a:pt x="116826" y="-288"/>
                    </a:cubicBezTo>
                    <a:cubicBezTo>
                      <a:pt x="183083" y="-288"/>
                      <a:pt x="236796" y="53424"/>
                      <a:pt x="236796" y="119682"/>
                    </a:cubicBezTo>
                    <a:close/>
                  </a:path>
                </a:pathLst>
              </a:custGeom>
              <a:solidFill>
                <a:srgbClr val="D7E4F9"/>
              </a:solidFill>
              <a:ln w="34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41A1E018-B1C8-A0C7-4AC5-C2312BB6B775}"/>
                </a:ext>
              </a:extLst>
            </p:cNvPr>
            <p:cNvGrpSpPr/>
            <p:nvPr/>
          </p:nvGrpSpPr>
          <p:grpSpPr>
            <a:xfrm>
              <a:off x="1580677" y="1130300"/>
              <a:ext cx="10039822" cy="4939649"/>
              <a:chOff x="1580677" y="1130300"/>
              <a:chExt cx="10039822" cy="4939649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F4CFFED0-A3CF-29F0-591A-59E2E2B24E05}"/>
                  </a:ext>
                </a:extLst>
              </p:cNvPr>
              <p:cNvCxnSpPr/>
              <p:nvPr/>
            </p:nvCxnSpPr>
            <p:spPr>
              <a:xfrm>
                <a:off x="5389826" y="3211781"/>
                <a:ext cx="5152162" cy="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595BC5A1-1365-AD0A-7529-AA32D5A301DC}"/>
                  </a:ext>
                </a:extLst>
              </p:cNvPr>
              <p:cNvCxnSpPr/>
              <p:nvPr/>
            </p:nvCxnSpPr>
            <p:spPr>
              <a:xfrm>
                <a:off x="5434276" y="4833672"/>
                <a:ext cx="5152162" cy="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4952D7A-3ED0-292C-23C4-77E44EF78B7D}"/>
                  </a:ext>
                </a:extLst>
              </p:cNvPr>
              <p:cNvSpPr txBox="1"/>
              <p:nvPr/>
            </p:nvSpPr>
            <p:spPr>
              <a:xfrm>
                <a:off x="1580677" y="1130300"/>
                <a:ext cx="9017946" cy="6184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古人早就告诉我们答案</a:t>
                </a:r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120A61EE-B2F3-8E6A-BAD5-67BDD366A119}"/>
                  </a:ext>
                </a:extLst>
              </p:cNvPr>
              <p:cNvGrpSpPr/>
              <p:nvPr/>
            </p:nvGrpSpPr>
            <p:grpSpPr>
              <a:xfrm>
                <a:off x="4201214" y="2087093"/>
                <a:ext cx="7419285" cy="1081556"/>
                <a:chOff x="4201214" y="1938914"/>
                <a:chExt cx="7419285" cy="1081556"/>
              </a:xfrm>
            </p:grpSpPr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69D4A964-40B5-AE39-A6E9-13DB8BBEEEF0}"/>
                    </a:ext>
                  </a:extLst>
                </p:cNvPr>
                <p:cNvSpPr/>
                <p:nvPr/>
              </p:nvSpPr>
              <p:spPr>
                <a:xfrm>
                  <a:off x="4201214" y="2014169"/>
                  <a:ext cx="837861" cy="837858"/>
                </a:xfrm>
                <a:prstGeom prst="ellipse">
                  <a:avLst/>
                </a:prstGeom>
                <a:solidFill>
                  <a:schemeClr val="accent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354"/>
                  <a:r>
                    <a:rPr lang="en-US" altLang="zh-CN" sz="2000" b="1" dirty="0">
                      <a:solidFill>
                        <a:srgbClr val="FFFFFF"/>
                      </a:solidFill>
                    </a:rPr>
                    <a:t>01</a:t>
                  </a:r>
                </a:p>
              </p:txBody>
            </p:sp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1B31F28-D5E3-3908-B31C-C3AA3F834F7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78610" y="2478977"/>
                  <a:ext cx="6341889" cy="541493"/>
                </a:xfrm>
                <a:prstGeom prst="rect">
                  <a:avLst/>
                </a:prstGeom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1200"/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400" dirty="0"/>
                    <a:t>根据活动规模和需求，详细列出各项支出，确保预算合理。</a:t>
                  </a:r>
                </a:p>
              </p:txBody>
            </p:sp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E486CF87-BD4F-D995-68C0-36FCABBA6EBC}"/>
                    </a:ext>
                  </a:extLst>
                </p:cNvPr>
                <p:cNvSpPr txBox="1"/>
                <p:nvPr/>
              </p:nvSpPr>
              <p:spPr>
                <a:xfrm>
                  <a:off x="5278611" y="1938914"/>
                  <a:ext cx="4967156" cy="527594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>
                    <a:defRPr sz="1400" b="1"/>
                  </a:lvl1pPr>
                </a:lstStyle>
                <a:p>
                  <a:r>
                    <a:rPr lang="zh-CN" altLang="en-US" sz="1800" dirty="0"/>
                    <a:t>「天将降大任于是人也」</a:t>
                  </a:r>
                </a:p>
              </p:txBody>
            </p:sp>
          </p:grp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9ADF46C4-9978-9369-467E-B7AFB7D45A1D}"/>
                  </a:ext>
                </a:extLst>
              </p:cNvPr>
              <p:cNvGrpSpPr/>
              <p:nvPr/>
            </p:nvGrpSpPr>
            <p:grpSpPr>
              <a:xfrm>
                <a:off x="4800447" y="3537744"/>
                <a:ext cx="6740468" cy="1269206"/>
                <a:chOff x="4800447" y="3651726"/>
                <a:chExt cx="6740468" cy="1269206"/>
              </a:xfrm>
            </p:grpSpPr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05FC9189-371E-0BC9-C801-9BC87C2CD5C7}"/>
                    </a:ext>
                  </a:extLst>
                </p:cNvPr>
                <p:cNvSpPr/>
                <p:nvPr/>
              </p:nvSpPr>
              <p:spPr>
                <a:xfrm>
                  <a:off x="4800447" y="3669649"/>
                  <a:ext cx="837861" cy="837857"/>
                </a:xfrm>
                <a:prstGeom prst="ellipse">
                  <a:avLst/>
                </a:prstGeom>
                <a:solidFill>
                  <a:schemeClr val="accent2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354"/>
                  <a:r>
                    <a:rPr lang="en-US" altLang="zh-CN" sz="2000" b="1" dirty="0">
                      <a:solidFill>
                        <a:srgbClr val="FFFFFF"/>
                      </a:solidFill>
                    </a:rPr>
                    <a:t>02</a:t>
                  </a:r>
                </a:p>
              </p:txBody>
            </p:sp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F26F5F89-030A-98C1-A1B7-160AD4DB2EA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771125" y="4191788"/>
                  <a:ext cx="5769790" cy="729144"/>
                </a:xfrm>
                <a:prstGeom prst="rect">
                  <a:avLst/>
                </a:prstGeom>
              </p:spPr>
              <p:txBody>
                <a:bodyPr wrap="square" rtlCol="0" anchor="t" anchorCtr="0">
                  <a:no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1200"/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400" dirty="0"/>
                    <a:t>通过企业赞助、社会捐赠、政府支持等多渠道筹集资金，确保资金来源多元化。</a:t>
                  </a:r>
                </a:p>
              </p:txBody>
            </p: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794D3B5D-8095-25C8-69E1-0861B297EE0E}"/>
                    </a:ext>
                  </a:extLst>
                </p:cNvPr>
                <p:cNvSpPr txBox="1"/>
                <p:nvPr/>
              </p:nvSpPr>
              <p:spPr>
                <a:xfrm>
                  <a:off x="5771125" y="3651726"/>
                  <a:ext cx="4967156" cy="527594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>
                    <a:defRPr sz="1400" b="1"/>
                  </a:lvl1pPr>
                </a:lstStyle>
                <a:p>
                  <a:r>
                    <a:rPr lang="zh-CN" altLang="en-US" sz="1800" dirty="0"/>
                    <a:t>「宝剑锋从磨砺出」</a:t>
                  </a:r>
                </a:p>
              </p:txBody>
            </p:sp>
          </p:grp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03B94DBA-8337-EB8A-FAEB-E6222F6CC6EB}"/>
                  </a:ext>
                </a:extLst>
              </p:cNvPr>
              <p:cNvGrpSpPr/>
              <p:nvPr/>
            </p:nvGrpSpPr>
            <p:grpSpPr>
              <a:xfrm>
                <a:off x="4201214" y="4988394"/>
                <a:ext cx="7419285" cy="1081555"/>
                <a:chOff x="4201214" y="5240832"/>
                <a:chExt cx="7419285" cy="1081555"/>
              </a:xfrm>
            </p:grpSpPr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5B6A3B91-5DCD-1F6C-D945-3F8E0F897978}"/>
                    </a:ext>
                  </a:extLst>
                </p:cNvPr>
                <p:cNvSpPr/>
                <p:nvPr/>
              </p:nvSpPr>
              <p:spPr>
                <a:xfrm>
                  <a:off x="4201214" y="5325131"/>
                  <a:ext cx="837861" cy="837857"/>
                </a:xfrm>
                <a:prstGeom prst="ellipse">
                  <a:avLst/>
                </a:prstGeom>
                <a:solidFill>
                  <a:schemeClr val="accent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354"/>
                  <a:r>
                    <a:rPr lang="en-US" altLang="zh-CN" sz="2000" b="1" dirty="0">
                      <a:solidFill>
                        <a:srgbClr val="FFFFFF"/>
                      </a:solidFill>
                    </a:rPr>
                    <a:t>03</a:t>
                  </a:r>
                </a:p>
              </p:txBody>
            </p:sp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E157EEC-80D2-EE83-A695-29E48165A4B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78610" y="5780894"/>
                  <a:ext cx="6341889" cy="541493"/>
                </a:xfrm>
                <a:prstGeom prst="rect">
                  <a:avLst/>
                </a:prstGeom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>
                    <a:lnSpc>
                      <a:spcPts val="1500"/>
                    </a:lnSpc>
                    <a:defRPr sz="1200"/>
                  </a:lvl1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400" dirty="0"/>
                    <a:t>根据预算分配资金，优先保障活动核心部分的支出。</a:t>
                  </a:r>
                </a:p>
              </p:txBody>
            </p:sp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A84A1F8-ED54-06AB-7376-8EAB4DE3996A}"/>
                    </a:ext>
                  </a:extLst>
                </p:cNvPr>
                <p:cNvSpPr txBox="1"/>
                <p:nvPr/>
              </p:nvSpPr>
              <p:spPr>
                <a:xfrm>
                  <a:off x="5278611" y="5240832"/>
                  <a:ext cx="4967156" cy="527594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>
                    <a:defRPr sz="1400" b="1"/>
                  </a:lvl1pPr>
                </a:lstStyle>
                <a:p>
                  <a:r>
                    <a:rPr lang="zh-CN" altLang="en-US" sz="1800" dirty="0"/>
                    <a:t>「路漫漫其修远兮」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8529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DCDC873-82BE-2989-7712-37596F6FC403}"/>
              </a:ext>
            </a:extLst>
          </p:cNvPr>
          <p:cNvGrpSpPr/>
          <p:nvPr/>
        </p:nvGrpSpPr>
        <p:grpSpPr>
          <a:xfrm>
            <a:off x="660400" y="1176491"/>
            <a:ext cx="10858500" cy="4957609"/>
            <a:chOff x="660400" y="1176491"/>
            <a:chExt cx="10858500" cy="495760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59531CA-BC45-E7D5-C04A-A21F308C88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176491"/>
              <a:ext cx="10858500" cy="5852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我们的承诺，这个时代的回响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0A55FD4B-28CF-6209-DC4F-961494F29A56}"/>
                </a:ext>
              </a:extLst>
            </p:cNvPr>
            <p:cNvSpPr/>
            <p:nvPr/>
          </p:nvSpPr>
          <p:spPr>
            <a:xfrm>
              <a:off x="4527134" y="2361235"/>
              <a:ext cx="3125032" cy="3125032"/>
            </a:xfrm>
            <a:prstGeom prst="ellipse">
              <a:avLst/>
            </a:prstGeom>
            <a:blipFill>
              <a:blip r:embed="rId2"/>
              <a:stretch>
                <a:fillRect l="-25102" r="-24898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83F8AE4-7943-E96B-DB25-8DE5EF3F72D6}"/>
                </a:ext>
              </a:extLst>
            </p:cNvPr>
            <p:cNvSpPr/>
            <p:nvPr/>
          </p:nvSpPr>
          <p:spPr>
            <a:xfrm>
              <a:off x="5851461" y="2116696"/>
              <a:ext cx="489078" cy="48907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723C3369-9BDB-2D5B-7DE9-81A6A2489654}"/>
                </a:ext>
              </a:extLst>
            </p:cNvPr>
            <p:cNvSpPr/>
            <p:nvPr/>
          </p:nvSpPr>
          <p:spPr>
            <a:xfrm rot="3279328" flipV="1">
              <a:off x="5962846" y="2226824"/>
              <a:ext cx="225860" cy="235743"/>
            </a:xfrm>
            <a:custGeom>
              <a:avLst/>
              <a:gdLst>
                <a:gd name="connsiteX0" fmla="*/ 10753 w 662741"/>
                <a:gd name="connsiteY0" fmla="*/ 477643 h 691739"/>
                <a:gd name="connsiteX1" fmla="*/ 72648 w 662741"/>
                <a:gd name="connsiteY1" fmla="*/ 533004 h 691739"/>
                <a:gd name="connsiteX2" fmla="*/ 508143 w 662741"/>
                <a:gd name="connsiteY2" fmla="*/ 685606 h 691739"/>
                <a:gd name="connsiteX3" fmla="*/ 624404 w 662741"/>
                <a:gd name="connsiteY3" fmla="*/ 656128 h 691739"/>
                <a:gd name="connsiteX4" fmla="*/ 629393 w 662741"/>
                <a:gd name="connsiteY4" fmla="*/ 647734 h 691739"/>
                <a:gd name="connsiteX5" fmla="*/ 630962 w 662741"/>
                <a:gd name="connsiteY5" fmla="*/ 646676 h 691739"/>
                <a:gd name="connsiteX6" fmla="*/ 662741 w 662741"/>
                <a:gd name="connsiteY6" fmla="*/ 569956 h 691739"/>
                <a:gd name="connsiteX7" fmla="*/ 662741 w 662741"/>
                <a:gd name="connsiteY7" fmla="*/ 108499 h 691739"/>
                <a:gd name="connsiteX8" fmla="*/ 554242 w 662741"/>
                <a:gd name="connsiteY8" fmla="*/ 0 h 691739"/>
                <a:gd name="connsiteX9" fmla="*/ 445743 w 662741"/>
                <a:gd name="connsiteY9" fmla="*/ 108499 h 691739"/>
                <a:gd name="connsiteX10" fmla="*/ 445743 w 662741"/>
                <a:gd name="connsiteY10" fmla="*/ 433805 h 691739"/>
                <a:gd name="connsiteX11" fmla="*/ 144408 w 662741"/>
                <a:gd name="connsiteY11" fmla="*/ 328215 h 691739"/>
                <a:gd name="connsiteX12" fmla="*/ 6133 w 662741"/>
                <a:gd name="connsiteY12" fmla="*/ 394730 h 691739"/>
                <a:gd name="connsiteX13" fmla="*/ 10753 w 662741"/>
                <a:gd name="connsiteY13" fmla="*/ 477643 h 69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2741" h="691739">
                  <a:moveTo>
                    <a:pt x="10753" y="477643"/>
                  </a:moveTo>
                  <a:cubicBezTo>
                    <a:pt x="22790" y="502665"/>
                    <a:pt x="44373" y="523096"/>
                    <a:pt x="72648" y="533004"/>
                  </a:cubicBezTo>
                  <a:lnTo>
                    <a:pt x="508143" y="685606"/>
                  </a:lnTo>
                  <a:cubicBezTo>
                    <a:pt x="550555" y="700467"/>
                    <a:pt x="595982" y="687432"/>
                    <a:pt x="624404" y="656128"/>
                  </a:cubicBezTo>
                  <a:lnTo>
                    <a:pt x="629393" y="647734"/>
                  </a:lnTo>
                  <a:lnTo>
                    <a:pt x="630962" y="646676"/>
                  </a:lnTo>
                  <a:cubicBezTo>
                    <a:pt x="650597" y="627042"/>
                    <a:pt x="662741" y="599917"/>
                    <a:pt x="662741" y="569956"/>
                  </a:cubicBezTo>
                  <a:lnTo>
                    <a:pt x="662741" y="108499"/>
                  </a:lnTo>
                  <a:cubicBezTo>
                    <a:pt x="662741" y="48577"/>
                    <a:pt x="614164" y="0"/>
                    <a:pt x="554242" y="0"/>
                  </a:cubicBezTo>
                  <a:cubicBezTo>
                    <a:pt x="494320" y="0"/>
                    <a:pt x="445743" y="48577"/>
                    <a:pt x="445743" y="108499"/>
                  </a:cubicBezTo>
                  <a:lnTo>
                    <a:pt x="445743" y="433805"/>
                  </a:lnTo>
                  <a:lnTo>
                    <a:pt x="144408" y="328215"/>
                  </a:lnTo>
                  <a:cubicBezTo>
                    <a:pt x="87857" y="308399"/>
                    <a:pt x="25949" y="338179"/>
                    <a:pt x="6133" y="394730"/>
                  </a:cubicBezTo>
                  <a:cubicBezTo>
                    <a:pt x="-3774" y="423005"/>
                    <a:pt x="-1283" y="452620"/>
                    <a:pt x="10753" y="4776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772620B-BCB3-7B25-D758-2FC277D0393D}"/>
                </a:ext>
              </a:extLst>
            </p:cNvPr>
            <p:cNvSpPr/>
            <p:nvPr/>
          </p:nvSpPr>
          <p:spPr>
            <a:xfrm flipH="1">
              <a:off x="5851461" y="5241728"/>
              <a:ext cx="489078" cy="4890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8">
              <a:extLst>
                <a:ext uri="{FF2B5EF4-FFF2-40B4-BE49-F238E27FC236}">
                  <a16:creationId xmlns:a16="http://schemas.microsoft.com/office/drawing/2014/main" id="{B478BC2B-E7B6-529F-F667-8B3446A45105}"/>
                </a:ext>
              </a:extLst>
            </p:cNvPr>
            <p:cNvSpPr/>
            <p:nvPr/>
          </p:nvSpPr>
          <p:spPr>
            <a:xfrm rot="18320672" flipH="1" flipV="1">
              <a:off x="6003295" y="5351856"/>
              <a:ext cx="225860" cy="235743"/>
            </a:xfrm>
            <a:custGeom>
              <a:avLst/>
              <a:gdLst>
                <a:gd name="connsiteX0" fmla="*/ 10753 w 662741"/>
                <a:gd name="connsiteY0" fmla="*/ 477643 h 691739"/>
                <a:gd name="connsiteX1" fmla="*/ 72648 w 662741"/>
                <a:gd name="connsiteY1" fmla="*/ 533004 h 691739"/>
                <a:gd name="connsiteX2" fmla="*/ 508143 w 662741"/>
                <a:gd name="connsiteY2" fmla="*/ 685606 h 691739"/>
                <a:gd name="connsiteX3" fmla="*/ 624404 w 662741"/>
                <a:gd name="connsiteY3" fmla="*/ 656128 h 691739"/>
                <a:gd name="connsiteX4" fmla="*/ 629393 w 662741"/>
                <a:gd name="connsiteY4" fmla="*/ 647734 h 691739"/>
                <a:gd name="connsiteX5" fmla="*/ 630962 w 662741"/>
                <a:gd name="connsiteY5" fmla="*/ 646676 h 691739"/>
                <a:gd name="connsiteX6" fmla="*/ 662741 w 662741"/>
                <a:gd name="connsiteY6" fmla="*/ 569956 h 691739"/>
                <a:gd name="connsiteX7" fmla="*/ 662741 w 662741"/>
                <a:gd name="connsiteY7" fmla="*/ 108499 h 691739"/>
                <a:gd name="connsiteX8" fmla="*/ 554242 w 662741"/>
                <a:gd name="connsiteY8" fmla="*/ 0 h 691739"/>
                <a:gd name="connsiteX9" fmla="*/ 445743 w 662741"/>
                <a:gd name="connsiteY9" fmla="*/ 108499 h 691739"/>
                <a:gd name="connsiteX10" fmla="*/ 445743 w 662741"/>
                <a:gd name="connsiteY10" fmla="*/ 433805 h 691739"/>
                <a:gd name="connsiteX11" fmla="*/ 144408 w 662741"/>
                <a:gd name="connsiteY11" fmla="*/ 328215 h 691739"/>
                <a:gd name="connsiteX12" fmla="*/ 6133 w 662741"/>
                <a:gd name="connsiteY12" fmla="*/ 394730 h 691739"/>
                <a:gd name="connsiteX13" fmla="*/ 10753 w 662741"/>
                <a:gd name="connsiteY13" fmla="*/ 477643 h 69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2741" h="691739">
                  <a:moveTo>
                    <a:pt x="10753" y="477643"/>
                  </a:moveTo>
                  <a:cubicBezTo>
                    <a:pt x="22790" y="502665"/>
                    <a:pt x="44373" y="523096"/>
                    <a:pt x="72648" y="533004"/>
                  </a:cubicBezTo>
                  <a:lnTo>
                    <a:pt x="508143" y="685606"/>
                  </a:lnTo>
                  <a:cubicBezTo>
                    <a:pt x="550555" y="700467"/>
                    <a:pt x="595982" y="687432"/>
                    <a:pt x="624404" y="656128"/>
                  </a:cubicBezTo>
                  <a:lnTo>
                    <a:pt x="629393" y="647734"/>
                  </a:lnTo>
                  <a:lnTo>
                    <a:pt x="630962" y="646676"/>
                  </a:lnTo>
                  <a:cubicBezTo>
                    <a:pt x="650597" y="627042"/>
                    <a:pt x="662741" y="599917"/>
                    <a:pt x="662741" y="569956"/>
                  </a:cubicBezTo>
                  <a:lnTo>
                    <a:pt x="662741" y="108499"/>
                  </a:lnTo>
                  <a:cubicBezTo>
                    <a:pt x="662741" y="48577"/>
                    <a:pt x="614164" y="0"/>
                    <a:pt x="554242" y="0"/>
                  </a:cubicBezTo>
                  <a:cubicBezTo>
                    <a:pt x="494320" y="0"/>
                    <a:pt x="445743" y="48577"/>
                    <a:pt x="445743" y="108499"/>
                  </a:cubicBezTo>
                  <a:lnTo>
                    <a:pt x="445743" y="433805"/>
                  </a:lnTo>
                  <a:lnTo>
                    <a:pt x="144408" y="328215"/>
                  </a:lnTo>
                  <a:cubicBezTo>
                    <a:pt x="87857" y="308399"/>
                    <a:pt x="25949" y="338179"/>
                    <a:pt x="6133" y="394730"/>
                  </a:cubicBezTo>
                  <a:cubicBezTo>
                    <a:pt x="-3774" y="423005"/>
                    <a:pt x="-1283" y="452620"/>
                    <a:pt x="10753" y="4776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7A7BED2-D030-CC11-929D-F7C2F1170A87}"/>
                </a:ext>
              </a:extLst>
            </p:cNvPr>
            <p:cNvSpPr/>
            <p:nvPr/>
          </p:nvSpPr>
          <p:spPr>
            <a:xfrm rot="16200000" flipH="1">
              <a:off x="7407627" y="3679212"/>
              <a:ext cx="489078" cy="4890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>
              <a:extLst>
                <a:ext uri="{FF2B5EF4-FFF2-40B4-BE49-F238E27FC236}">
                  <a16:creationId xmlns:a16="http://schemas.microsoft.com/office/drawing/2014/main" id="{86482B28-372E-B4CB-7A2A-4084F8064F5F}"/>
                </a:ext>
              </a:extLst>
            </p:cNvPr>
            <p:cNvSpPr/>
            <p:nvPr/>
          </p:nvSpPr>
          <p:spPr>
            <a:xfrm rot="12920672" flipH="1" flipV="1">
              <a:off x="7522696" y="3785655"/>
              <a:ext cx="225860" cy="235743"/>
            </a:xfrm>
            <a:custGeom>
              <a:avLst/>
              <a:gdLst>
                <a:gd name="connsiteX0" fmla="*/ 10753 w 662741"/>
                <a:gd name="connsiteY0" fmla="*/ 477643 h 691739"/>
                <a:gd name="connsiteX1" fmla="*/ 72648 w 662741"/>
                <a:gd name="connsiteY1" fmla="*/ 533004 h 691739"/>
                <a:gd name="connsiteX2" fmla="*/ 508143 w 662741"/>
                <a:gd name="connsiteY2" fmla="*/ 685606 h 691739"/>
                <a:gd name="connsiteX3" fmla="*/ 624404 w 662741"/>
                <a:gd name="connsiteY3" fmla="*/ 656128 h 691739"/>
                <a:gd name="connsiteX4" fmla="*/ 629393 w 662741"/>
                <a:gd name="connsiteY4" fmla="*/ 647734 h 691739"/>
                <a:gd name="connsiteX5" fmla="*/ 630962 w 662741"/>
                <a:gd name="connsiteY5" fmla="*/ 646676 h 691739"/>
                <a:gd name="connsiteX6" fmla="*/ 662741 w 662741"/>
                <a:gd name="connsiteY6" fmla="*/ 569956 h 691739"/>
                <a:gd name="connsiteX7" fmla="*/ 662741 w 662741"/>
                <a:gd name="connsiteY7" fmla="*/ 108499 h 691739"/>
                <a:gd name="connsiteX8" fmla="*/ 554242 w 662741"/>
                <a:gd name="connsiteY8" fmla="*/ 0 h 691739"/>
                <a:gd name="connsiteX9" fmla="*/ 445743 w 662741"/>
                <a:gd name="connsiteY9" fmla="*/ 108499 h 691739"/>
                <a:gd name="connsiteX10" fmla="*/ 445743 w 662741"/>
                <a:gd name="connsiteY10" fmla="*/ 433805 h 691739"/>
                <a:gd name="connsiteX11" fmla="*/ 144408 w 662741"/>
                <a:gd name="connsiteY11" fmla="*/ 328215 h 691739"/>
                <a:gd name="connsiteX12" fmla="*/ 6133 w 662741"/>
                <a:gd name="connsiteY12" fmla="*/ 394730 h 691739"/>
                <a:gd name="connsiteX13" fmla="*/ 10753 w 662741"/>
                <a:gd name="connsiteY13" fmla="*/ 477643 h 69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2741" h="691739">
                  <a:moveTo>
                    <a:pt x="10753" y="477643"/>
                  </a:moveTo>
                  <a:cubicBezTo>
                    <a:pt x="22790" y="502665"/>
                    <a:pt x="44373" y="523096"/>
                    <a:pt x="72648" y="533004"/>
                  </a:cubicBezTo>
                  <a:lnTo>
                    <a:pt x="508143" y="685606"/>
                  </a:lnTo>
                  <a:cubicBezTo>
                    <a:pt x="550555" y="700467"/>
                    <a:pt x="595982" y="687432"/>
                    <a:pt x="624404" y="656128"/>
                  </a:cubicBezTo>
                  <a:lnTo>
                    <a:pt x="629393" y="647734"/>
                  </a:lnTo>
                  <a:lnTo>
                    <a:pt x="630962" y="646676"/>
                  </a:lnTo>
                  <a:cubicBezTo>
                    <a:pt x="650597" y="627042"/>
                    <a:pt x="662741" y="599917"/>
                    <a:pt x="662741" y="569956"/>
                  </a:cubicBezTo>
                  <a:lnTo>
                    <a:pt x="662741" y="108499"/>
                  </a:lnTo>
                  <a:cubicBezTo>
                    <a:pt x="662741" y="48577"/>
                    <a:pt x="614164" y="0"/>
                    <a:pt x="554242" y="0"/>
                  </a:cubicBezTo>
                  <a:cubicBezTo>
                    <a:pt x="494320" y="0"/>
                    <a:pt x="445743" y="48577"/>
                    <a:pt x="445743" y="108499"/>
                  </a:cubicBezTo>
                  <a:lnTo>
                    <a:pt x="445743" y="433805"/>
                  </a:lnTo>
                  <a:lnTo>
                    <a:pt x="144408" y="328215"/>
                  </a:lnTo>
                  <a:cubicBezTo>
                    <a:pt x="87857" y="308399"/>
                    <a:pt x="25949" y="338179"/>
                    <a:pt x="6133" y="394730"/>
                  </a:cubicBezTo>
                  <a:cubicBezTo>
                    <a:pt x="-3774" y="423005"/>
                    <a:pt x="-1283" y="452620"/>
                    <a:pt x="10753" y="4776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9E70486E-6624-1400-BBC6-30A866137689}"/>
                </a:ext>
              </a:extLst>
            </p:cNvPr>
            <p:cNvSpPr/>
            <p:nvPr/>
          </p:nvSpPr>
          <p:spPr>
            <a:xfrm rot="5400000" flipH="1" flipV="1">
              <a:off x="4282594" y="3679212"/>
              <a:ext cx="489078" cy="4890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">
              <a:extLst>
                <a:ext uri="{FF2B5EF4-FFF2-40B4-BE49-F238E27FC236}">
                  <a16:creationId xmlns:a16="http://schemas.microsoft.com/office/drawing/2014/main" id="{9E269CCF-6B4E-A295-7081-056F3B21FB46}"/>
                </a:ext>
              </a:extLst>
            </p:cNvPr>
            <p:cNvSpPr/>
            <p:nvPr/>
          </p:nvSpPr>
          <p:spPr>
            <a:xfrm rot="8679328" flipH="1">
              <a:off x="4397663" y="3826104"/>
              <a:ext cx="225860" cy="235743"/>
            </a:xfrm>
            <a:custGeom>
              <a:avLst/>
              <a:gdLst>
                <a:gd name="connsiteX0" fmla="*/ 10753 w 662741"/>
                <a:gd name="connsiteY0" fmla="*/ 477643 h 691739"/>
                <a:gd name="connsiteX1" fmla="*/ 72648 w 662741"/>
                <a:gd name="connsiteY1" fmla="*/ 533004 h 691739"/>
                <a:gd name="connsiteX2" fmla="*/ 508143 w 662741"/>
                <a:gd name="connsiteY2" fmla="*/ 685606 h 691739"/>
                <a:gd name="connsiteX3" fmla="*/ 624404 w 662741"/>
                <a:gd name="connsiteY3" fmla="*/ 656128 h 691739"/>
                <a:gd name="connsiteX4" fmla="*/ 629393 w 662741"/>
                <a:gd name="connsiteY4" fmla="*/ 647734 h 691739"/>
                <a:gd name="connsiteX5" fmla="*/ 630962 w 662741"/>
                <a:gd name="connsiteY5" fmla="*/ 646676 h 691739"/>
                <a:gd name="connsiteX6" fmla="*/ 662741 w 662741"/>
                <a:gd name="connsiteY6" fmla="*/ 569956 h 691739"/>
                <a:gd name="connsiteX7" fmla="*/ 662741 w 662741"/>
                <a:gd name="connsiteY7" fmla="*/ 108499 h 691739"/>
                <a:gd name="connsiteX8" fmla="*/ 554242 w 662741"/>
                <a:gd name="connsiteY8" fmla="*/ 0 h 691739"/>
                <a:gd name="connsiteX9" fmla="*/ 445743 w 662741"/>
                <a:gd name="connsiteY9" fmla="*/ 108499 h 691739"/>
                <a:gd name="connsiteX10" fmla="*/ 445743 w 662741"/>
                <a:gd name="connsiteY10" fmla="*/ 433805 h 691739"/>
                <a:gd name="connsiteX11" fmla="*/ 144408 w 662741"/>
                <a:gd name="connsiteY11" fmla="*/ 328215 h 691739"/>
                <a:gd name="connsiteX12" fmla="*/ 6133 w 662741"/>
                <a:gd name="connsiteY12" fmla="*/ 394730 h 691739"/>
                <a:gd name="connsiteX13" fmla="*/ 10753 w 662741"/>
                <a:gd name="connsiteY13" fmla="*/ 477643 h 69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2741" h="691739">
                  <a:moveTo>
                    <a:pt x="10753" y="477643"/>
                  </a:moveTo>
                  <a:cubicBezTo>
                    <a:pt x="22790" y="502665"/>
                    <a:pt x="44373" y="523096"/>
                    <a:pt x="72648" y="533004"/>
                  </a:cubicBezTo>
                  <a:lnTo>
                    <a:pt x="508143" y="685606"/>
                  </a:lnTo>
                  <a:cubicBezTo>
                    <a:pt x="550555" y="700467"/>
                    <a:pt x="595982" y="687432"/>
                    <a:pt x="624404" y="656128"/>
                  </a:cubicBezTo>
                  <a:lnTo>
                    <a:pt x="629393" y="647734"/>
                  </a:lnTo>
                  <a:lnTo>
                    <a:pt x="630962" y="646676"/>
                  </a:lnTo>
                  <a:cubicBezTo>
                    <a:pt x="650597" y="627042"/>
                    <a:pt x="662741" y="599917"/>
                    <a:pt x="662741" y="569956"/>
                  </a:cubicBezTo>
                  <a:lnTo>
                    <a:pt x="662741" y="108499"/>
                  </a:lnTo>
                  <a:cubicBezTo>
                    <a:pt x="662741" y="48577"/>
                    <a:pt x="614164" y="0"/>
                    <a:pt x="554242" y="0"/>
                  </a:cubicBezTo>
                  <a:cubicBezTo>
                    <a:pt x="494320" y="0"/>
                    <a:pt x="445743" y="48577"/>
                    <a:pt x="445743" y="108499"/>
                  </a:cubicBezTo>
                  <a:lnTo>
                    <a:pt x="445743" y="433805"/>
                  </a:lnTo>
                  <a:lnTo>
                    <a:pt x="144408" y="328215"/>
                  </a:lnTo>
                  <a:cubicBezTo>
                    <a:pt x="87857" y="308399"/>
                    <a:pt x="25949" y="338179"/>
                    <a:pt x="6133" y="394730"/>
                  </a:cubicBezTo>
                  <a:cubicBezTo>
                    <a:pt x="-3774" y="423005"/>
                    <a:pt x="-1283" y="452620"/>
                    <a:pt x="10753" y="4776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3EE29FB-6E33-354A-21C6-9DE6D8961F9E}"/>
                </a:ext>
              </a:extLst>
            </p:cNvPr>
            <p:cNvGrpSpPr/>
            <p:nvPr/>
          </p:nvGrpSpPr>
          <p:grpSpPr>
            <a:xfrm>
              <a:off x="791195" y="2210722"/>
              <a:ext cx="3190474" cy="1784213"/>
              <a:chOff x="791195" y="2210722"/>
              <a:chExt cx="3190474" cy="1784213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10C405B-43A9-42B4-7D13-AA4F987425E4}"/>
                  </a:ext>
                </a:extLst>
              </p:cNvPr>
              <p:cNvSpPr txBox="1"/>
              <p:nvPr/>
            </p:nvSpPr>
            <p:spPr>
              <a:xfrm>
                <a:off x="791195" y="2889098"/>
                <a:ext cx="3190474" cy="110583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/>
                    </a:solidFill>
                  </a:rPr>
                  <a:t>根据活动规模，列出详细不负时代，不负韶华，包括但不限于场地布置、音响设备、横幅海报等。</a:t>
                </a:r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64A34C2-3063-82D7-AA21-DFB251B52844}"/>
                  </a:ext>
                </a:extLst>
              </p:cNvPr>
              <p:cNvSpPr txBox="1"/>
              <p:nvPr/>
            </p:nvSpPr>
            <p:spPr>
              <a:xfrm>
                <a:off x="791196" y="2210722"/>
                <a:ext cx="2671326" cy="566455"/>
              </a:xfrm>
              <a:prstGeom prst="roundRect">
                <a:avLst/>
              </a:prstGeom>
              <a:solidFill>
                <a:schemeClr val="accent1"/>
              </a:solidFill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rgbClr val="FFFFFF"/>
                    </a:solidFill>
                  </a:rPr>
                  <a:t>不负时代，不负韶华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17CF3EC-4CB5-4F6B-0DF9-373AE47AA41C}"/>
                </a:ext>
              </a:extLst>
            </p:cNvPr>
            <p:cNvGrpSpPr/>
            <p:nvPr/>
          </p:nvGrpSpPr>
          <p:grpSpPr>
            <a:xfrm>
              <a:off x="791195" y="4349887"/>
              <a:ext cx="3190475" cy="1784213"/>
              <a:chOff x="791195" y="4349887"/>
              <a:chExt cx="3190475" cy="1784213"/>
            </a:xfrm>
          </p:grpSpPr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75754EB-B968-688F-93A9-9D0B1A280FA6}"/>
                  </a:ext>
                </a:extLst>
              </p:cNvPr>
              <p:cNvSpPr txBox="1"/>
              <p:nvPr/>
            </p:nvSpPr>
            <p:spPr>
              <a:xfrm>
                <a:off x="791195" y="5028263"/>
                <a:ext cx="3190475" cy="110583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对于大型设备，如音响、灯光、投影仪等，考虑租赁而非购买，确保活动顺利进行。</a:t>
                </a:r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29EB94D-08FF-53F5-BAFB-EE508DD7548B}"/>
                  </a:ext>
                </a:extLst>
              </p:cNvPr>
              <p:cNvSpPr txBox="1"/>
              <p:nvPr/>
            </p:nvSpPr>
            <p:spPr>
              <a:xfrm>
                <a:off x="791196" y="4349887"/>
                <a:ext cx="2671327" cy="566455"/>
              </a:xfrm>
              <a:prstGeom prst="roundRect">
                <a:avLst/>
              </a:prstGeom>
              <a:solidFill>
                <a:schemeClr val="accent2"/>
              </a:solidFill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rgbClr val="FFFFFF"/>
                    </a:solidFill>
                  </a:rPr>
                  <a:t>在困难中长出筋骨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5354862B-68DE-0BFE-1DBD-F386B9AC1E0F}"/>
                </a:ext>
              </a:extLst>
            </p:cNvPr>
            <p:cNvGrpSpPr/>
            <p:nvPr/>
          </p:nvGrpSpPr>
          <p:grpSpPr>
            <a:xfrm>
              <a:off x="8240598" y="2210722"/>
              <a:ext cx="3190474" cy="1784213"/>
              <a:chOff x="8240598" y="2210722"/>
              <a:chExt cx="3190474" cy="1784213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95662E1-05D9-FF84-653A-5759E6590692}"/>
                  </a:ext>
                </a:extLst>
              </p:cNvPr>
              <p:cNvSpPr txBox="1"/>
              <p:nvPr/>
            </p:nvSpPr>
            <p:spPr>
              <a:xfrm>
                <a:off x="8240598" y="2889098"/>
                <a:ext cx="3190474" cy="110583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采购活动所需用品，如桌椅、礼品、宣传册等，确保质量与数量满足需求。</a:t>
                </a:r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6816112-DA01-8B9E-5801-B1659EE7C72C}"/>
                  </a:ext>
                </a:extLst>
              </p:cNvPr>
              <p:cNvSpPr txBox="1"/>
              <p:nvPr/>
            </p:nvSpPr>
            <p:spPr>
              <a:xfrm>
                <a:off x="8240599" y="2210722"/>
                <a:ext cx="2671326" cy="566455"/>
              </a:xfrm>
              <a:prstGeom prst="roundRect">
                <a:avLst/>
              </a:prstGeom>
              <a:solidFill>
                <a:schemeClr val="accent2"/>
              </a:solidFill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rgbClr val="FFFFFF"/>
                    </a:solidFill>
                  </a:rPr>
                  <a:t>在坚守中完成蜕变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DA592EF-BAF4-025D-B8F6-3E56E6338965}"/>
                </a:ext>
              </a:extLst>
            </p:cNvPr>
            <p:cNvGrpSpPr/>
            <p:nvPr/>
          </p:nvGrpSpPr>
          <p:grpSpPr>
            <a:xfrm>
              <a:off x="8240597" y="4349887"/>
              <a:ext cx="3190475" cy="1784213"/>
              <a:chOff x="8240597" y="4349887"/>
              <a:chExt cx="3190475" cy="1784213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1E1B6C8-EAE8-BFA8-A9B9-1CEE274DFD06}"/>
                  </a:ext>
                </a:extLst>
              </p:cNvPr>
              <p:cNvSpPr txBox="1"/>
              <p:nvPr/>
            </p:nvSpPr>
            <p:spPr>
              <a:xfrm>
                <a:off x="8240597" y="5028263"/>
                <a:ext cx="3190475" cy="110583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>
                    <a:solidFill>
                      <a:schemeClr val="tx1"/>
                    </a:solidFill>
                  </a:rPr>
                  <a:t>预留一定数量的备用物资，以应对活动中可能出现的突发状况。</a:t>
                </a:r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670DF32-5DFA-8449-EDC1-B28B4F17D62F}"/>
                  </a:ext>
                </a:extLst>
              </p:cNvPr>
              <p:cNvSpPr txBox="1"/>
              <p:nvPr/>
            </p:nvSpPr>
            <p:spPr>
              <a:xfrm>
                <a:off x="8240598" y="4349887"/>
                <a:ext cx="2671327" cy="566455"/>
              </a:xfrm>
              <a:prstGeom prst="roundRect">
                <a:avLst/>
              </a:prstGeom>
              <a:solidFill>
                <a:schemeClr val="accent1"/>
              </a:solidFill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rgbClr val="FFFFFF"/>
                    </a:solidFill>
                  </a:rPr>
                  <a:t>以青春之我，建设青春之中国</a:t>
                </a:r>
                <a:endParaRPr lang="en-US" altLang="zh-CN" sz="2000" b="1" dirty="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1633CEC-6832-B6BA-4823-119418BE2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青春宣言</a:t>
            </a:r>
          </a:p>
        </p:txBody>
      </p:sp>
    </p:spTree>
    <p:extLst>
      <p:ext uri="{BB962C8B-B14F-4D97-AF65-F5344CB8AC3E}">
        <p14:creationId xmlns:p14="http://schemas.microsoft.com/office/powerpoint/2010/main" val="44872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273801" y="1554325"/>
            <a:ext cx="5245099" cy="2240938"/>
          </a:xfrm>
        </p:spPr>
        <p:txBody>
          <a:bodyPr/>
          <a:lstStyle/>
          <a:p>
            <a:r>
              <a:rPr lang="zh-CN" altLang="en-US" sz="7200" dirty="0"/>
              <a:t/>
            </a:r>
            <a:r>
              <a:rPr lang="en-US" altLang="zh-CN" sz="7200" dirty="0"/>
              <a:t/>
            </a:r>
            <a:br>
              <a:rPr lang="en-US" altLang="zh-CN" sz="7200" dirty="0"/>
            </a:br>
            <a:r>
              <a:rPr lang="zh-CN" altLang="en-US" dirty="0"/>
              <a:t/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273797" y="4283515"/>
            <a:ext cx="5245102" cy="345518"/>
          </a:xfrm>
        </p:spPr>
        <p:txBody>
          <a:bodyPr/>
          <a:lstStyle/>
          <a:p>
            <a:r>
              <a:rPr lang="zh-CN" altLang="en-US" smtClean="0">
                <a:solidFill>
                  <a:srgbClr val="2F2F2F"/>
                </a:solidFill>
                <a:latin typeface="Arial" panose="020B0604020202020204" pitchFamily="34" charset="0"/>
              </a:rPr>
              <a:t>在困难中成长 · 在坚守中蜕变</a:t>
            </a:r>
            <a:endParaRPr lang="en-US" dirty="0">
              <a:solidFill>
                <a:srgbClr val="2F2F2F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273799" y="4642639"/>
            <a:ext cx="5245101" cy="345518"/>
          </a:xfrm>
        </p:spPr>
        <p:txBody>
          <a:bodyPr/>
          <a:lstStyle/>
          <a:p>
            <a:r>
              <a:rPr lang="en-US" altLang="zh-CN" smtClean="0">
                <a:solidFill>
                  <a:srgbClr val="2F2F2F"/>
                </a:solidFill>
                <a:latin typeface="Arial" panose="020B0604020202020204" pitchFamily="34" charset="0"/>
              </a:rPr>
              <a:t>五四青年节 · 2026</a:t>
            </a:r>
            <a:endParaRPr lang="en-US" dirty="0">
              <a:solidFill>
                <a:srgbClr val="2F2F2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4" grpId="0" autoUpdateAnimBg="0"/>
      <p:bldP spid="7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OfficePLUS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257AEB"/>
      </a:accent1>
      <a:accent2>
        <a:srgbClr val="E5772E"/>
      </a:accent2>
      <a:accent3>
        <a:srgbClr val="F0C408"/>
      </a:accent3>
      <a:accent4>
        <a:srgbClr val="619FF1"/>
      </a:accent4>
      <a:accent5>
        <a:srgbClr val="7492BA"/>
      </a:accent5>
      <a:accent6>
        <a:srgbClr val="2663B4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</TotalTime>
  <Words>1391</Words>
  <Application>Microsoft Office PowerPoint</Application>
  <PresentationFormat>宽屏</PresentationFormat>
  <Paragraphs>155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微软雅黑</vt:lpstr>
      <vt:lpstr>Arial</vt:lpstr>
      <vt:lpstr>Designed by OfficePLUS</vt:lpstr>
      <vt:lpstr>主题活动策划PPT</vt:lpstr>
      <vt:lpstr>PowerPoint 演示文稿</vt:lpstr>
      <vt:lpstr>活动背景与目标</vt:lpstr>
      <vt:lpstr>五四运动概述</vt:lpstr>
      <vt:lpstr>现代青年使命</vt:lpstr>
      <vt:lpstr>活动目标设定</vt:lpstr>
      <vt:lpstr>宣传口号设计</vt:lpstr>
      <vt:lpstr>活动内容与形式</vt:lpstr>
      <vt:lpstr>开幕式</vt:lpstr>
      <vt:lpstr>主题讲座</vt:lpstr>
      <vt:lpstr>文化活动</vt:lpstr>
      <vt:lpstr>体育竞技</vt:lpstr>
      <vt:lpstr>网络互动</vt:lpstr>
      <vt:lpstr>活动组织与实施</vt:lpstr>
      <vt:lpstr>组织架构</vt:lpstr>
      <vt:lpstr>宣传推广</vt:lpstr>
      <vt:lpstr>资金筹措</vt:lpstr>
      <vt:lpstr>物资保障</vt:lpstr>
      <vt:lpstr>感谢观看 Thank you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主题活动策划PPT</dc:title>
  <dc:subject/>
  <dc:creator/>
  <cp:keywords/>
  <dc:description/>
  <cp:lastModifiedBy>admin</cp:lastModifiedBy>
  <cp:revision>1</cp:revision>
  <cp:lastPrinted>2025-04-06T16:00:00Z</cp:lastPrinted>
  <dcterms:created xsi:type="dcterms:W3CDTF">2025-04-06T16:00:00Z</dcterms:created>
  <dcterms:modified xsi:type="dcterms:W3CDTF">2025-06-27T06:25:15Z</dcterms:modified>
  <cp:category/>
</cp:coreProperties>
</file>